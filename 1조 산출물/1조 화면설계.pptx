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D9632B-3A11-45D4-88F0-56B401F7D582}">
  <a:tblStyle styleId="{55D9632B-3A11-45D4-88F0-56B401F7D58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65F7648-8EA8-475F-848B-693FA6C1E1E0}" styleName="Table_1">
    <a:wholeTbl>
      <a:tcTxStyle b="off" i="off">
        <a:font>
          <a:latin typeface="맑은 고딕"/>
          <a:ea typeface="맑은 고딕"/>
          <a:cs typeface="맑은 고딕"/>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ABC0C2F-476B-403E-9239-0B67E1F473CF}"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ko-KR"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86a385f813_2_856: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g386a385f813_2_856:notes"/>
          <p:cNvSpPr txBox="1"/>
          <p:nvPr>
            <p:ph idx="1" type="body"/>
          </p:nvPr>
        </p:nvSpPr>
        <p:spPr>
          <a:xfrm>
            <a:off x="685800" y="4400640"/>
            <a:ext cx="548580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Malgun Gothic"/>
              <a:ea typeface="Malgun Gothic"/>
              <a:cs typeface="Malgun Gothic"/>
              <a:sym typeface="Malgun Gothic"/>
            </a:endParaRPr>
          </a:p>
        </p:txBody>
      </p:sp>
      <p:sp>
        <p:nvSpPr>
          <p:cNvPr id="93" name="Google Shape;93;g386a385f813_2_856: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Malgun Gothic"/>
              <a:buNone/>
            </a:pPr>
            <a:fld id="{00000000-1234-1234-1234-123412341234}" type="slidenum">
              <a:rPr b="0" i="0" lang="ko-KR" sz="1800" u="none" cap="none" strike="noStrike">
                <a:solidFill>
                  <a:srgbClr val="000000"/>
                </a:solidFill>
                <a:latin typeface="Malgun Gothic"/>
                <a:ea typeface="Malgun Gothic"/>
                <a:cs typeface="Malgun Gothic"/>
                <a:sym typeface="Malgun Gothic"/>
              </a:rPr>
              <a:t>‹#›</a:t>
            </a:fld>
            <a:endParaRPr b="0" i="0" sz="18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da47395ee_0_6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bda47395ee_0_6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bda47395ee_0_6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da47395ee_0_3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bda47395ee_0_3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bda47395ee_0_3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7809ac331_1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c7809ac331_1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c7809ac331_1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bda47395ee_0_4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3bda47395ee_0_4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g3bda47395ee_0_4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c7809ac331_1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3c7809ac331_1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g3c7809ac331_1_1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be67e51fb2_3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be67e51fb2_3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3be67e51fb2_3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86a385f813_2_784: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g386a385f813_2_784:notes"/>
          <p:cNvSpPr txBox="1"/>
          <p:nvPr>
            <p:ph idx="1" type="body"/>
          </p:nvPr>
        </p:nvSpPr>
        <p:spPr>
          <a:xfrm>
            <a:off x="685800" y="4400640"/>
            <a:ext cx="548580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b="0" sz="1200" u="none" strike="noStrike">
              <a:solidFill>
                <a:schemeClr val="dk1"/>
              </a:solidFill>
              <a:latin typeface="Malgun Gothic"/>
              <a:ea typeface="Malgun Gothic"/>
              <a:cs typeface="Malgun Gothic"/>
              <a:sym typeface="Malgun Gothic"/>
            </a:endParaRPr>
          </a:p>
        </p:txBody>
      </p:sp>
      <p:sp>
        <p:nvSpPr>
          <p:cNvPr id="331" name="Google Shape;331;g386a385f813_2_784: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Malgun Gothic"/>
              <a:buNone/>
            </a:pPr>
            <a:fld id="{00000000-1234-1234-1234-123412341234}" type="slidenum">
              <a:rPr b="0" i="0" lang="ko-KR" sz="1800" u="none" cap="none" strike="noStrike">
                <a:solidFill>
                  <a:srgbClr val="000000"/>
                </a:solidFill>
                <a:latin typeface="Malgun Gothic"/>
                <a:ea typeface="Malgun Gothic"/>
                <a:cs typeface="Malgun Gothic"/>
                <a:sym typeface="Malgun Gothic"/>
              </a:rPr>
              <a:t>‹#›</a:t>
            </a:fld>
            <a:endParaRPr b="0" i="0" sz="18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86a385f813_2_806: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g386a385f813_2_806:notes"/>
          <p:cNvSpPr txBox="1"/>
          <p:nvPr>
            <p:ph idx="1" type="body"/>
          </p:nvPr>
        </p:nvSpPr>
        <p:spPr>
          <a:xfrm>
            <a:off x="685800" y="4400640"/>
            <a:ext cx="548580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Malgun Gothic"/>
              <a:ea typeface="Malgun Gothic"/>
              <a:cs typeface="Malgun Gothic"/>
              <a:sym typeface="Malgun Gothic"/>
            </a:endParaRPr>
          </a:p>
        </p:txBody>
      </p:sp>
      <p:sp>
        <p:nvSpPr>
          <p:cNvPr id="354" name="Google Shape;354;g386a385f813_2_806: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Malgun Gothic"/>
              <a:buNone/>
            </a:pPr>
            <a:fld id="{00000000-1234-1234-1234-123412341234}" type="slidenum">
              <a:rPr b="0" i="0" lang="ko-KR" sz="1800" u="none" cap="none" strike="noStrike">
                <a:solidFill>
                  <a:srgbClr val="000000"/>
                </a:solidFill>
                <a:latin typeface="Malgun Gothic"/>
                <a:ea typeface="Malgun Gothic"/>
                <a:cs typeface="Malgun Gothic"/>
                <a:sym typeface="Malgun Gothic"/>
              </a:rPr>
              <a:t>‹#›</a:t>
            </a:fld>
            <a:endParaRPr b="0" i="0" sz="18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bda47395ee_0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g3bda47395ee_0_3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g3bda47395ee_0_3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be67e51fb2_1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be67e51fb2_1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g3be67e51fb2_1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bda47395ee_2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g3bda47395ee_2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g3bda47395ee_2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86a385f813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g386a385f813_1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g386a385f813_1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be67e51fb2_1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be67e51fb2_1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g3be67e51fb2_1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ko-K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86a385f813_4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g386a385f813_4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g386a385f813_4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bda47395ee_0_4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bda47395ee_0_4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g3bda47395ee_0_4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c7809ac331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g3c7809ac331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g3c7809ac331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86a385f813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g386a385f813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g386a385f813_1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86a385f813_1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86a385f813_1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g386a385f813_1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86a385f813_2_871: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g386a385f813_2_871:notes"/>
          <p:cNvSpPr txBox="1"/>
          <p:nvPr>
            <p:ph idx="1" type="body"/>
          </p:nvPr>
        </p:nvSpPr>
        <p:spPr>
          <a:xfrm>
            <a:off x="685800" y="4400640"/>
            <a:ext cx="548580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Malgun Gothic"/>
              <a:ea typeface="Malgun Gothic"/>
              <a:cs typeface="Malgun Gothic"/>
              <a:sym typeface="Malgun Gothic"/>
            </a:endParaRPr>
          </a:p>
        </p:txBody>
      </p:sp>
      <p:sp>
        <p:nvSpPr>
          <p:cNvPr id="620" name="Google Shape;620;g386a385f813_2_871: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Malgun Gothic"/>
              <a:buNone/>
            </a:pPr>
            <a:fld id="{00000000-1234-1234-1234-123412341234}" type="slidenum">
              <a:rPr b="0" i="0" lang="ko-KR" sz="1800" u="none" cap="none" strike="noStrike">
                <a:solidFill>
                  <a:srgbClr val="000000"/>
                </a:solidFill>
                <a:latin typeface="Malgun Gothic"/>
                <a:ea typeface="Malgun Gothic"/>
                <a:cs typeface="Malgun Gothic"/>
                <a:sym typeface="Malgun Gothic"/>
              </a:rPr>
              <a:t>‹#›</a:t>
            </a:fld>
            <a:endParaRPr b="0" i="0" sz="18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86a385f813_2_881: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g386a385f813_2_881:notes"/>
          <p:cNvSpPr txBox="1"/>
          <p:nvPr>
            <p:ph idx="1" type="body"/>
          </p:nvPr>
        </p:nvSpPr>
        <p:spPr>
          <a:xfrm>
            <a:off x="685800" y="4400640"/>
            <a:ext cx="548580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Malgun Gothic"/>
              <a:ea typeface="Malgun Gothic"/>
              <a:cs typeface="Malgun Gothic"/>
              <a:sym typeface="Malgun Gothic"/>
            </a:endParaRPr>
          </a:p>
        </p:txBody>
      </p:sp>
      <p:sp>
        <p:nvSpPr>
          <p:cNvPr id="631" name="Google Shape;631;g386a385f813_2_881: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Malgun Gothic"/>
              <a:buNone/>
            </a:pPr>
            <a:fld id="{00000000-1234-1234-1234-123412341234}" type="slidenum">
              <a:rPr b="0" i="0" lang="ko-KR" sz="1800" u="none" cap="none" strike="noStrike">
                <a:solidFill>
                  <a:srgbClr val="000000"/>
                </a:solidFill>
                <a:latin typeface="Malgun Gothic"/>
                <a:ea typeface="Malgun Gothic"/>
                <a:cs typeface="Malgun Gothic"/>
                <a:sym typeface="Malgun Gothic"/>
              </a:rPr>
              <a:t>‹#›</a:t>
            </a:fld>
            <a:endParaRPr b="0" i="0" sz="18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86a385f813_2_902: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4" name="Google Shape;654;g386a385f813_2_902:notes"/>
          <p:cNvSpPr txBox="1"/>
          <p:nvPr>
            <p:ph idx="1" type="body"/>
          </p:nvPr>
        </p:nvSpPr>
        <p:spPr>
          <a:xfrm>
            <a:off x="685800" y="4400640"/>
            <a:ext cx="548580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Malgun Gothic"/>
              <a:ea typeface="Malgun Gothic"/>
              <a:cs typeface="Malgun Gothic"/>
              <a:sym typeface="Malgun Gothic"/>
            </a:endParaRPr>
          </a:p>
        </p:txBody>
      </p:sp>
      <p:sp>
        <p:nvSpPr>
          <p:cNvPr id="655" name="Google Shape;655;g386a385f813_2_902: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Malgun Gothic"/>
              <a:buNone/>
            </a:pPr>
            <a:fld id="{00000000-1234-1234-1234-123412341234}" type="slidenum">
              <a:rPr b="0" i="0" lang="ko-KR" sz="1800" u="none" cap="none" strike="noStrike">
                <a:solidFill>
                  <a:srgbClr val="000000"/>
                </a:solidFill>
                <a:latin typeface="Malgun Gothic"/>
                <a:ea typeface="Malgun Gothic"/>
                <a:cs typeface="Malgun Gothic"/>
                <a:sym typeface="Malgun Gothic"/>
              </a:rPr>
              <a:t>‹#›</a:t>
            </a:fld>
            <a:endParaRPr b="0" i="0" sz="1800" u="none" cap="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86a385f813_2_1045: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9" name="Google Shape;679;g386a385f813_2_1045:notes"/>
          <p:cNvSpPr txBox="1"/>
          <p:nvPr>
            <p:ph idx="1" type="body"/>
          </p:nvPr>
        </p:nvSpPr>
        <p:spPr>
          <a:xfrm>
            <a:off x="685800" y="4400640"/>
            <a:ext cx="548580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Malgun Gothic"/>
              <a:ea typeface="Malgun Gothic"/>
              <a:cs typeface="Malgun Gothic"/>
              <a:sym typeface="Malgun Gothic"/>
            </a:endParaRPr>
          </a:p>
        </p:txBody>
      </p:sp>
      <p:sp>
        <p:nvSpPr>
          <p:cNvPr id="680" name="Google Shape;680;g386a385f813_2_1045: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Malgun Gothic"/>
              <a:buNone/>
            </a:pPr>
            <a:fld id="{00000000-1234-1234-1234-123412341234}" type="slidenum">
              <a:rPr b="0" lang="ko-KR" sz="1800" u="none" strike="noStrike">
                <a:solidFill>
                  <a:srgbClr val="000000"/>
                </a:solidFill>
                <a:latin typeface="Malgun Gothic"/>
                <a:ea typeface="Malgun Gothic"/>
                <a:cs typeface="Malgun Gothic"/>
                <a:sym typeface="Malgun Gothic"/>
              </a:rPr>
              <a:t>‹#›</a:t>
            </a:fld>
            <a:endParaRPr b="0" sz="1800" u="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86a385f813_2_957: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4" name="Google Shape;724;g386a385f813_2_957:notes"/>
          <p:cNvSpPr txBox="1"/>
          <p:nvPr>
            <p:ph idx="1" type="body"/>
          </p:nvPr>
        </p:nvSpPr>
        <p:spPr>
          <a:xfrm>
            <a:off x="685800" y="4400640"/>
            <a:ext cx="548580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Malgun Gothic"/>
              <a:ea typeface="Malgun Gothic"/>
              <a:cs typeface="Malgun Gothic"/>
              <a:sym typeface="Malgun Gothic"/>
            </a:endParaRPr>
          </a:p>
        </p:txBody>
      </p:sp>
      <p:sp>
        <p:nvSpPr>
          <p:cNvPr id="725" name="Google Shape;725;g386a385f813_2_957: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Malgun Gothic"/>
              <a:buNone/>
            </a:pPr>
            <a:fld id="{00000000-1234-1234-1234-123412341234}" type="slidenum">
              <a:rPr b="0" lang="ko-KR" sz="1800" u="none" strike="noStrike">
                <a:solidFill>
                  <a:srgbClr val="000000"/>
                </a:solidFill>
                <a:latin typeface="Malgun Gothic"/>
                <a:ea typeface="Malgun Gothic"/>
                <a:cs typeface="Malgun Gothic"/>
                <a:sym typeface="Malgun Gothic"/>
              </a:rPr>
              <a:t>‹#›</a:t>
            </a:fld>
            <a:endParaRPr b="0" sz="1800" u="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86a385f813_2_1003: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1" name="Google Shape;771;g386a385f813_2_1003:notes"/>
          <p:cNvSpPr txBox="1"/>
          <p:nvPr>
            <p:ph idx="1" type="body"/>
          </p:nvPr>
        </p:nvSpPr>
        <p:spPr>
          <a:xfrm>
            <a:off x="685800" y="4400640"/>
            <a:ext cx="548580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Malgun Gothic"/>
              <a:ea typeface="Malgun Gothic"/>
              <a:cs typeface="Malgun Gothic"/>
              <a:sym typeface="Malgun Gothic"/>
            </a:endParaRPr>
          </a:p>
        </p:txBody>
      </p:sp>
      <p:sp>
        <p:nvSpPr>
          <p:cNvPr id="772" name="Google Shape;772;g386a385f813_2_1003: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Malgun Gothic"/>
              <a:buNone/>
            </a:pPr>
            <a:fld id="{00000000-1234-1234-1234-123412341234}" type="slidenum">
              <a:rPr b="0" lang="ko-KR" sz="1800" u="none" strike="noStrike">
                <a:solidFill>
                  <a:srgbClr val="000000"/>
                </a:solidFill>
                <a:latin typeface="Malgun Gothic"/>
                <a:ea typeface="Malgun Gothic"/>
                <a:cs typeface="Malgun Gothic"/>
                <a:sym typeface="Malgun Gothic"/>
              </a:rPr>
              <a:t>‹#›</a:t>
            </a:fld>
            <a:endParaRPr b="0" sz="1800" u="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86a385f813_2_1013: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g386a385f813_2_1013:notes"/>
          <p:cNvSpPr txBox="1"/>
          <p:nvPr>
            <p:ph idx="1" type="body"/>
          </p:nvPr>
        </p:nvSpPr>
        <p:spPr>
          <a:xfrm>
            <a:off x="685800" y="4400640"/>
            <a:ext cx="548580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Malgun Gothic"/>
              <a:ea typeface="Malgun Gothic"/>
              <a:cs typeface="Malgun Gothic"/>
              <a:sym typeface="Malgun Gothic"/>
            </a:endParaRPr>
          </a:p>
        </p:txBody>
      </p:sp>
      <p:sp>
        <p:nvSpPr>
          <p:cNvPr id="783" name="Google Shape;783;g386a385f813_2_1013: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Malgun Gothic"/>
              <a:buNone/>
            </a:pPr>
            <a:fld id="{00000000-1234-1234-1234-123412341234}" type="slidenum">
              <a:rPr b="0" lang="ko-KR" sz="1800" u="none" strike="noStrike">
                <a:solidFill>
                  <a:srgbClr val="000000"/>
                </a:solidFill>
                <a:latin typeface="Malgun Gothic"/>
                <a:ea typeface="Malgun Gothic"/>
                <a:cs typeface="Malgun Gothic"/>
                <a:sym typeface="Malgun Gothic"/>
              </a:rPr>
              <a:t>‹#›</a:t>
            </a:fld>
            <a:endParaRPr b="0" sz="1800" u="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86a385f813_2_925: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6" name="Google Shape;816;g386a385f813_2_925:notes"/>
          <p:cNvSpPr txBox="1"/>
          <p:nvPr>
            <p:ph idx="1" type="body"/>
          </p:nvPr>
        </p:nvSpPr>
        <p:spPr>
          <a:xfrm>
            <a:off x="685800" y="4400640"/>
            <a:ext cx="5485800" cy="36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Malgun Gothic"/>
              <a:ea typeface="Malgun Gothic"/>
              <a:cs typeface="Malgun Gothic"/>
              <a:sym typeface="Malgun Gothic"/>
            </a:endParaRPr>
          </a:p>
        </p:txBody>
      </p:sp>
      <p:sp>
        <p:nvSpPr>
          <p:cNvPr id="817" name="Google Shape;817;g386a385f813_2_925: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Malgun Gothic"/>
              <a:buNone/>
            </a:pPr>
            <a:fld id="{00000000-1234-1234-1234-123412341234}" type="slidenum">
              <a:rPr b="0" lang="ko-KR" sz="1800" u="none" strike="noStrike">
                <a:solidFill>
                  <a:srgbClr val="000000"/>
                </a:solidFill>
                <a:latin typeface="Malgun Gothic"/>
                <a:ea typeface="Malgun Gothic"/>
                <a:cs typeface="Malgun Gothic"/>
                <a:sym typeface="Malgun Gothic"/>
              </a:rPr>
              <a:t>‹#›</a:t>
            </a:fld>
            <a:endParaRPr b="0" sz="1800" u="none" strike="noStrike">
              <a:solidFill>
                <a:srgbClr val="000000"/>
              </a:solidFill>
              <a:latin typeface="Malgun Gothic"/>
              <a:ea typeface="Malgun Gothic"/>
              <a:cs typeface="Malgun Gothic"/>
              <a:sym typeface="Malgun Gothic"/>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bda47395ee_0_4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0" name="Google Shape;850;g3bda47395ee_0_4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1" name="Google Shape;851;g3bda47395ee_0_4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bda47395ee_1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0" name="Google Shape;890;g3bda47395ee_1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1" name="Google Shape;891;g3bda47395ee_1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bda47395ee_1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2" name="Google Shape;932;g3bda47395ee_1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3" name="Google Shape;933;g3bda47395ee_1_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bda47395ee_1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 name="Google Shape;947;g3bda47395ee_1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8" name="Google Shape;948;g3bda47395ee_1_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86a385f813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g386a385f813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0" name="Google Shape;960;g386a385f813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86a385f813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4" name="Google Shape;974;g386a385f813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 name="Google Shape;975;g386a385f813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bda47395ee_1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6" name="Google Shape;986;g3bda47395ee_1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7" name="Google Shape;987;g3bda47395ee_1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bda47395ee_1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3" name="Google Shape;1033;g3bda47395ee_1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4" name="Google Shape;1034;g3bda47395ee_1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bda47395ee_1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5" name="Google Shape;1045;g3bda47395ee_1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 name="Google Shape;1046;g3bda47395ee_1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bda47395ee_0_4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0" name="Google Shape;1060;g3bda47395ee_0_4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1" name="Google Shape;1061;g3bda47395ee_0_4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86a385f813_0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1" name="Google Shape;1071;g386a385f813_0_3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2" name="Google Shape;1072;g386a385f813_0_3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bda47395ee_0_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3" name="Google Shape;1083;g3bda47395ee_0_4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4" name="Google Shape;1084;g3bda47395ee_0_4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86a385f813_0_3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4" name="Google Shape;1124;g386a385f813_0_3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5" name="Google Shape;1125;g386a385f813_0_3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86a385f813_0_3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9" name="Google Shape;1139;g386a385f813_0_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0" name="Google Shape;1140;g386a385f813_0_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86a385f813_0_3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4" name="Google Shape;1154;g386a385f813_0_3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5" name="Google Shape;1155;g386a385f813_0_3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bda47395ee_1_3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6" name="Google Shape;1166;g3bda47395ee_1_3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7" name="Google Shape;1167;g3bda47395ee_1_3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86a385f813_0_3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1" name="Google Shape;1211;g386a385f813_0_3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2" name="Google Shape;1212;g386a385f813_0_3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86a385f813_0_3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6" name="Google Shape;1226;g386a385f813_0_3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7" name="Google Shape;1227;g386a385f813_0_3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3bda47395ee_0_4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7" name="Google Shape;1237;g3bda47395ee_0_4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8" name="Google Shape;1238;g3bda47395ee_0_4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c7809ac331_1_2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6" name="Google Shape;1276;g3c7809ac331_1_2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7" name="Google Shape;1277;g3c7809ac331_1_2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3bda47395ee_3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4" name="Google Shape;1354;g3bda47395ee_3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5" name="Google Shape;1355;g3bda47395ee_3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3bda47395ee_0_5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6" name="Google Shape;1406;g3bda47395ee_0_5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7" name="Google Shape;1407;g3bda47395ee_0_5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3c7809ac331_1_5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1" name="Google Shape;1441;g3c7809ac331_1_5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2" name="Google Shape;1442;g3c7809ac331_1_5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3bda47395ee_0_4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7" name="Google Shape;1507;g3bda47395ee_0_4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8" name="Google Shape;1508;g3bda47395ee_0_4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g3bda47395ee_3_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0" name="Google Shape;1570;g3bda47395ee_3_1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1" name="Google Shape;1571;g3bda47395ee_3_1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3bda47395ee_3_2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7" name="Google Shape;1647;g3bda47395ee_3_2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8" name="Google Shape;1648;g3bda47395ee_3_2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4" name="Shape 1674"/>
        <p:cNvGrpSpPr/>
        <p:nvPr/>
      </p:nvGrpSpPr>
      <p:grpSpPr>
        <a:xfrm>
          <a:off x="0" y="0"/>
          <a:ext cx="0" cy="0"/>
          <a:chOff x="0" y="0"/>
          <a:chExt cx="0" cy="0"/>
        </a:xfrm>
      </p:grpSpPr>
      <p:sp>
        <p:nvSpPr>
          <p:cNvPr id="1675" name="Google Shape;1675;g3bda47395ee_3_4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6" name="Google Shape;1676;g3bda47395ee_3_4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7" name="Google Shape;1677;g3bda47395ee_3_4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g3c7809ac331_1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0" name="Google Shape;1720;g3c7809ac331_1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1" name="Google Shape;1721;g3c7809ac331_1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6" name="Shape 1746"/>
        <p:cNvGrpSpPr/>
        <p:nvPr/>
      </p:nvGrpSpPr>
      <p:grpSpPr>
        <a:xfrm>
          <a:off x="0" y="0"/>
          <a:ext cx="0" cy="0"/>
          <a:chOff x="0" y="0"/>
          <a:chExt cx="0" cy="0"/>
        </a:xfrm>
      </p:grpSpPr>
      <p:sp>
        <p:nvSpPr>
          <p:cNvPr id="1747" name="Google Shape;1747;g3bda47395ee_3_5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8" name="Google Shape;1748;g3bda47395ee_3_5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9" name="Google Shape;1749;g3bda47395ee_3_5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g3bda47395ee_3_5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5" name="Google Shape;1805;g3bda47395ee_3_5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6" name="Google Shape;1806;g3bda47395ee_3_5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제목 및 내용">
  <p:cSld name="1_제목 및 내용">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6235" cy="132651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6235" cy="435229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835"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5435" cy="36576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835" cy="365760"/>
          </a:xfrm>
          <a:prstGeom prst="rect">
            <a:avLst/>
          </a:prstGeom>
          <a:noFill/>
          <a:ln>
            <a:noFill/>
          </a:ln>
        </p:spPr>
        <p:txBody>
          <a:bodyPr anchorCtr="0" anchor="ctr" bIns="45700" lIns="91425" spcFirstLastPara="1" rIns="91425" wrap="square" tIns="45700">
            <a:noAutofit/>
          </a:bodyPr>
          <a:lstStyle>
            <a:lvl1pPr indent="0" lvl="0" marL="0" algn="r">
              <a:spcBef>
                <a:spcPts val="0"/>
              </a:spcBef>
              <a:buClr>
                <a:srgbClr val="888888"/>
              </a:buClr>
              <a:buSzPts val="1200"/>
              <a:buFont typeface="Malgun Gothic"/>
              <a:buNone/>
              <a:defRPr>
                <a:latin typeface="Malgun Gothic"/>
                <a:ea typeface="Malgun Gothic"/>
                <a:cs typeface="Malgun Gothic"/>
                <a:sym typeface="Malgun Gothic"/>
              </a:defRPr>
            </a:lvl1pPr>
            <a:lvl2pPr indent="0" lvl="1" marL="0" algn="r">
              <a:spcBef>
                <a:spcPts val="0"/>
              </a:spcBef>
              <a:buClr>
                <a:srgbClr val="888888"/>
              </a:buClr>
              <a:buSzPts val="1200"/>
              <a:buFont typeface="Malgun Gothic"/>
              <a:buNone/>
              <a:defRPr>
                <a:latin typeface="Malgun Gothic"/>
                <a:ea typeface="Malgun Gothic"/>
                <a:cs typeface="Malgun Gothic"/>
                <a:sym typeface="Malgun Gothic"/>
              </a:defRPr>
            </a:lvl2pPr>
            <a:lvl3pPr indent="0" lvl="2" marL="0" algn="r">
              <a:spcBef>
                <a:spcPts val="0"/>
              </a:spcBef>
              <a:buClr>
                <a:srgbClr val="888888"/>
              </a:buClr>
              <a:buSzPts val="1200"/>
              <a:buFont typeface="Malgun Gothic"/>
              <a:buNone/>
              <a:defRPr>
                <a:latin typeface="Malgun Gothic"/>
                <a:ea typeface="Malgun Gothic"/>
                <a:cs typeface="Malgun Gothic"/>
                <a:sym typeface="Malgun Gothic"/>
              </a:defRPr>
            </a:lvl3pPr>
            <a:lvl4pPr indent="0" lvl="3" marL="0" algn="r">
              <a:spcBef>
                <a:spcPts val="0"/>
              </a:spcBef>
              <a:buClr>
                <a:srgbClr val="888888"/>
              </a:buClr>
              <a:buSzPts val="1200"/>
              <a:buFont typeface="Malgun Gothic"/>
              <a:buNone/>
              <a:defRPr>
                <a:latin typeface="Malgun Gothic"/>
                <a:ea typeface="Malgun Gothic"/>
                <a:cs typeface="Malgun Gothic"/>
                <a:sym typeface="Malgun Gothic"/>
              </a:defRPr>
            </a:lvl4pPr>
            <a:lvl5pPr indent="0" lvl="4" marL="0" algn="r">
              <a:spcBef>
                <a:spcPts val="0"/>
              </a:spcBef>
              <a:buClr>
                <a:srgbClr val="888888"/>
              </a:buClr>
              <a:buSzPts val="1200"/>
              <a:buFont typeface="Malgun Gothic"/>
              <a:buNone/>
              <a:defRPr>
                <a:latin typeface="Malgun Gothic"/>
                <a:ea typeface="Malgun Gothic"/>
                <a:cs typeface="Malgun Gothic"/>
                <a:sym typeface="Malgun Gothic"/>
              </a:defRPr>
            </a:lvl5pPr>
            <a:lvl6pPr indent="0" lvl="5" marL="0" algn="r">
              <a:spcBef>
                <a:spcPts val="0"/>
              </a:spcBef>
              <a:buClr>
                <a:srgbClr val="888888"/>
              </a:buClr>
              <a:buSzPts val="1200"/>
              <a:buFont typeface="Malgun Gothic"/>
              <a:buNone/>
              <a:defRPr>
                <a:latin typeface="Malgun Gothic"/>
                <a:ea typeface="Malgun Gothic"/>
                <a:cs typeface="Malgun Gothic"/>
                <a:sym typeface="Malgun Gothic"/>
              </a:defRPr>
            </a:lvl6pPr>
            <a:lvl7pPr indent="0" lvl="6" marL="0" algn="r">
              <a:spcBef>
                <a:spcPts val="0"/>
              </a:spcBef>
              <a:buClr>
                <a:srgbClr val="888888"/>
              </a:buClr>
              <a:buSzPts val="1200"/>
              <a:buFont typeface="Malgun Gothic"/>
              <a:buNone/>
              <a:defRPr>
                <a:latin typeface="Malgun Gothic"/>
                <a:ea typeface="Malgun Gothic"/>
                <a:cs typeface="Malgun Gothic"/>
                <a:sym typeface="Malgun Gothic"/>
              </a:defRPr>
            </a:lvl7pPr>
            <a:lvl8pPr indent="0" lvl="7" marL="0" algn="r">
              <a:spcBef>
                <a:spcPts val="0"/>
              </a:spcBef>
              <a:buClr>
                <a:srgbClr val="888888"/>
              </a:buClr>
              <a:buSzPts val="1200"/>
              <a:buFont typeface="Malgun Gothic"/>
              <a:buNone/>
              <a:defRPr>
                <a:latin typeface="Malgun Gothic"/>
                <a:ea typeface="Malgun Gothic"/>
                <a:cs typeface="Malgun Gothic"/>
                <a:sym typeface="Malgun Gothic"/>
              </a:defRPr>
            </a:lvl8pPr>
            <a:lvl9pPr indent="0" lvl="8" marL="0" algn="r">
              <a:spcBef>
                <a:spcPts val="0"/>
              </a:spcBef>
              <a:buClr>
                <a:srgbClr val="888888"/>
              </a:buClr>
              <a:buSzPts val="1200"/>
              <a:buFont typeface="Malgun Gothic"/>
              <a:buNone/>
              <a:defRPr>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27" name="Shape 27"/>
        <p:cNvGrpSpPr/>
        <p:nvPr/>
      </p:nvGrpSpPr>
      <p:grpSpPr>
        <a:xfrm>
          <a:off x="0" y="0"/>
          <a:ext cx="0" cy="0"/>
          <a:chOff x="0" y="0"/>
          <a:chExt cx="0" cy="0"/>
        </a:xfrm>
      </p:grpSpPr>
      <p:sp>
        <p:nvSpPr>
          <p:cNvPr id="28" name="Google Shape;28;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33" name="Shape 33"/>
        <p:cNvGrpSpPr/>
        <p:nvPr/>
      </p:nvGrpSpPr>
      <p:grpSpPr>
        <a:xfrm>
          <a:off x="0" y="0"/>
          <a:ext cx="0" cy="0"/>
          <a:chOff x="0" y="0"/>
          <a:chExt cx="0" cy="0"/>
        </a:xfrm>
      </p:grpSpPr>
      <p:sp>
        <p:nvSpPr>
          <p:cNvPr id="34" name="Google Shape;34;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39" name="Shape 39"/>
        <p:cNvGrpSpPr/>
        <p:nvPr/>
      </p:nvGrpSpPr>
      <p:grpSpPr>
        <a:xfrm>
          <a:off x="0" y="0"/>
          <a:ext cx="0" cy="0"/>
          <a:chOff x="0" y="0"/>
          <a:chExt cx="0" cy="0"/>
        </a:xfrm>
      </p:grpSpPr>
      <p:sp>
        <p:nvSpPr>
          <p:cNvPr id="40" name="Google Shape;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46" name="Shape 46"/>
        <p:cNvGrpSpPr/>
        <p:nvPr/>
      </p:nvGrpSpPr>
      <p:grpSpPr>
        <a:xfrm>
          <a:off x="0" y="0"/>
          <a:ext cx="0" cy="0"/>
          <a:chOff x="0" y="0"/>
          <a:chExt cx="0" cy="0"/>
        </a:xfrm>
      </p:grpSpPr>
      <p:sp>
        <p:nvSpPr>
          <p:cNvPr id="47" name="Google Shape;47;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55" name="Shape 55"/>
        <p:cNvGrpSpPr/>
        <p:nvPr/>
      </p:nvGrpSpPr>
      <p:grpSpPr>
        <a:xfrm>
          <a:off x="0" y="0"/>
          <a:ext cx="0" cy="0"/>
          <a:chOff x="0" y="0"/>
          <a:chExt cx="0" cy="0"/>
        </a:xfrm>
      </p:grpSpPr>
      <p:sp>
        <p:nvSpPr>
          <p:cNvPr id="56" name="Google Shape;5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60" name="Shape 60"/>
        <p:cNvGrpSpPr/>
        <p:nvPr/>
      </p:nvGrpSpPr>
      <p:grpSpPr>
        <a:xfrm>
          <a:off x="0" y="0"/>
          <a:ext cx="0" cy="0"/>
          <a:chOff x="0" y="0"/>
          <a:chExt cx="0" cy="0"/>
        </a:xfrm>
      </p:grpSpPr>
      <p:sp>
        <p:nvSpPr>
          <p:cNvPr id="61" name="Google Shape;61;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7" name="Google Shape;67;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71" name="Shape 71"/>
        <p:cNvGrpSpPr/>
        <p:nvPr/>
      </p:nvGrpSpPr>
      <p:grpSpPr>
        <a:xfrm>
          <a:off x="0" y="0"/>
          <a:ext cx="0" cy="0"/>
          <a:chOff x="0" y="0"/>
          <a:chExt cx="0" cy="0"/>
        </a:xfrm>
      </p:grpSpPr>
      <p:sp>
        <p:nvSpPr>
          <p:cNvPr id="72" name="Google Shape;72;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1"/>
          <p:cNvSpPr/>
          <p:nvPr>
            <p:ph idx="2" type="pic"/>
          </p:nvPr>
        </p:nvSpPr>
        <p:spPr>
          <a:xfrm>
            <a:off x="5183188" y="987425"/>
            <a:ext cx="6172200" cy="4873625"/>
          </a:xfrm>
          <a:prstGeom prst="rect">
            <a:avLst/>
          </a:prstGeom>
          <a:noFill/>
          <a:ln>
            <a:noFill/>
          </a:ln>
        </p:spPr>
      </p:sp>
      <p:sp>
        <p:nvSpPr>
          <p:cNvPr id="74" name="Google Shape;74;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78" name="Shape 78"/>
        <p:cNvGrpSpPr/>
        <p:nvPr/>
      </p:nvGrpSpPr>
      <p:grpSpPr>
        <a:xfrm>
          <a:off x="0" y="0"/>
          <a:ext cx="0" cy="0"/>
          <a:chOff x="0" y="0"/>
          <a:chExt cx="0" cy="0"/>
        </a:xfrm>
      </p:grpSpPr>
      <p:sp>
        <p:nvSpPr>
          <p:cNvPr id="79" name="Google Shape;79;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84" name="Shape 84"/>
        <p:cNvGrpSpPr/>
        <p:nvPr/>
      </p:nvGrpSpPr>
      <p:grpSpPr>
        <a:xfrm>
          <a:off x="0" y="0"/>
          <a:ext cx="0" cy="0"/>
          <a:chOff x="0" y="0"/>
          <a:chExt cx="0" cy="0"/>
        </a:xfrm>
      </p:grpSpPr>
      <p:sp>
        <p:nvSpPr>
          <p:cNvPr id="85" name="Google Shape;85;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Malgun Gothic"/>
                <a:ea typeface="Malgun Gothic"/>
                <a:cs typeface="Malgun Gothic"/>
                <a:sym typeface="Malgun Gothic"/>
              </a:defRPr>
            </a:lvl1pPr>
            <a:lvl2pPr indent="0" lvl="1" marL="0" marR="0" rtl="0" algn="r">
              <a:spcBef>
                <a:spcPts val="0"/>
              </a:spcBef>
              <a:buNone/>
              <a:defRPr b="0" i="0" sz="1200" u="none" cap="none" strike="noStrike">
                <a:solidFill>
                  <a:srgbClr val="888888"/>
                </a:solidFill>
                <a:latin typeface="Malgun Gothic"/>
                <a:ea typeface="Malgun Gothic"/>
                <a:cs typeface="Malgun Gothic"/>
                <a:sym typeface="Malgun Gothic"/>
              </a:defRPr>
            </a:lvl2pPr>
            <a:lvl3pPr indent="0" lvl="2" marL="0" marR="0" rtl="0" algn="r">
              <a:spcBef>
                <a:spcPts val="0"/>
              </a:spcBef>
              <a:buNone/>
              <a:defRPr b="0" i="0" sz="1200" u="none" cap="none" strike="noStrike">
                <a:solidFill>
                  <a:srgbClr val="888888"/>
                </a:solidFill>
                <a:latin typeface="Malgun Gothic"/>
                <a:ea typeface="Malgun Gothic"/>
                <a:cs typeface="Malgun Gothic"/>
                <a:sym typeface="Malgun Gothic"/>
              </a:defRPr>
            </a:lvl3pPr>
            <a:lvl4pPr indent="0" lvl="3" marL="0" marR="0" rtl="0" algn="r">
              <a:spcBef>
                <a:spcPts val="0"/>
              </a:spcBef>
              <a:buNone/>
              <a:defRPr b="0" i="0" sz="1200" u="none" cap="none" strike="noStrike">
                <a:solidFill>
                  <a:srgbClr val="888888"/>
                </a:solidFill>
                <a:latin typeface="Malgun Gothic"/>
                <a:ea typeface="Malgun Gothic"/>
                <a:cs typeface="Malgun Gothic"/>
                <a:sym typeface="Malgun Gothic"/>
              </a:defRPr>
            </a:lvl4pPr>
            <a:lvl5pPr indent="0" lvl="4" marL="0" marR="0" rtl="0" algn="r">
              <a:spcBef>
                <a:spcPts val="0"/>
              </a:spcBef>
              <a:buNone/>
              <a:defRPr b="0" i="0" sz="1200" u="none" cap="none" strike="noStrike">
                <a:solidFill>
                  <a:srgbClr val="888888"/>
                </a:solidFill>
                <a:latin typeface="Malgun Gothic"/>
                <a:ea typeface="Malgun Gothic"/>
                <a:cs typeface="Malgun Gothic"/>
                <a:sym typeface="Malgun Gothic"/>
              </a:defRPr>
            </a:lvl5pPr>
            <a:lvl6pPr indent="0" lvl="5" marL="0" marR="0" rtl="0" algn="r">
              <a:spcBef>
                <a:spcPts val="0"/>
              </a:spcBef>
              <a:buNone/>
              <a:defRPr b="0" i="0" sz="1200" u="none" cap="none" strike="noStrike">
                <a:solidFill>
                  <a:srgbClr val="888888"/>
                </a:solidFill>
                <a:latin typeface="Malgun Gothic"/>
                <a:ea typeface="Malgun Gothic"/>
                <a:cs typeface="Malgun Gothic"/>
                <a:sym typeface="Malgun Gothic"/>
              </a:defRPr>
            </a:lvl6pPr>
            <a:lvl7pPr indent="0" lvl="6" marL="0" marR="0" rtl="0" algn="r">
              <a:spcBef>
                <a:spcPts val="0"/>
              </a:spcBef>
              <a:buNone/>
              <a:defRPr b="0" i="0" sz="1200" u="none" cap="none" strike="noStrike">
                <a:solidFill>
                  <a:srgbClr val="888888"/>
                </a:solidFill>
                <a:latin typeface="Malgun Gothic"/>
                <a:ea typeface="Malgun Gothic"/>
                <a:cs typeface="Malgun Gothic"/>
                <a:sym typeface="Malgun Gothic"/>
              </a:defRPr>
            </a:lvl7pPr>
            <a:lvl8pPr indent="0" lvl="7" marL="0" marR="0" rtl="0" algn="r">
              <a:spcBef>
                <a:spcPts val="0"/>
              </a:spcBef>
              <a:buNone/>
              <a:defRPr b="0" i="0" sz="1200" u="none" cap="none" strike="noStrike">
                <a:solidFill>
                  <a:srgbClr val="888888"/>
                </a:solidFill>
                <a:latin typeface="Malgun Gothic"/>
                <a:ea typeface="Malgun Gothic"/>
                <a:cs typeface="Malgun Gothic"/>
                <a:sym typeface="Malgun Gothic"/>
              </a:defRPr>
            </a:lvl8pPr>
            <a:lvl9pPr indent="0" lvl="8" marL="0" marR="0" rtl="0" algn="r">
              <a:spcBef>
                <a:spcPts val="0"/>
              </a:spcBef>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10.png"/><Relationship Id="rId12"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7.png"/><Relationship Id="rId4" Type="http://schemas.openxmlformats.org/officeDocument/2006/relationships/image" Target="../media/image1.png"/><Relationship Id="rId9"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24.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10.png"/><Relationship Id="rId13" Type="http://schemas.openxmlformats.org/officeDocument/2006/relationships/image" Target="../media/image11.png"/><Relationship Id="rId12"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7.png"/><Relationship Id="rId4" Type="http://schemas.openxmlformats.org/officeDocument/2006/relationships/image" Target="../media/image1.png"/><Relationship Id="rId9"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24.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7.png"/><Relationship Id="rId4" Type="http://schemas.openxmlformats.org/officeDocument/2006/relationships/image" Target="../media/image9.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9.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25.png"/><Relationship Id="rId8"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hyperlink" Target="mailto:hongkd@naver.com"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hyperlink" Target="mailto:yejin.han@dreamcare.or.kr" TargetMode="External"/><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hyperlink" Target="mailto:yejin.han@dreamcare.or.kr"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hyperlink" Target="mailto:yejin.han@dreamcare.or.kr"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graphicFrame>
        <p:nvGraphicFramePr>
          <p:cNvPr id="95" name="Google Shape;95;p14"/>
          <p:cNvGraphicFramePr/>
          <p:nvPr/>
        </p:nvGraphicFramePr>
        <p:xfrm>
          <a:off x="23760" y="69840"/>
          <a:ext cx="3000000" cy="3000000"/>
        </p:xfrm>
        <a:graphic>
          <a:graphicData uri="http://schemas.openxmlformats.org/drawingml/2006/table">
            <a:tbl>
              <a:tblPr>
                <a:noFill/>
                <a:tableStyleId>{55D9632B-3A11-45D4-88F0-56B401F7D582}</a:tableStyleId>
              </a:tblPr>
              <a:tblGrid>
                <a:gridCol w="816125"/>
                <a:gridCol w="3330000"/>
                <a:gridCol w="747350"/>
                <a:gridCol w="3657600"/>
                <a:gridCol w="852475"/>
                <a:gridCol w="1173600"/>
                <a:gridCol w="673200"/>
                <a:gridCol w="741250"/>
              </a:tblGrid>
              <a:tr h="25632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view-001</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명</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검색기능이 없는 화면의 Layout</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요구사항ID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b="0" sz="18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16000">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개요</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검색기능(sidebar)를 사용하지 않는 경우 레이아웃</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사용자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b="0" lang="ko-KR" sz="1000" u="none" strike="noStrike">
                          <a:solidFill>
                            <a:srgbClr val="000000"/>
                          </a:solidFill>
                          <a:latin typeface="Malgun Gothic"/>
                          <a:ea typeface="Malgun Gothic"/>
                          <a:cs typeface="Malgun Gothic"/>
                          <a:sym typeface="Malgun Gothic"/>
                        </a:rPr>
                        <a:t>-</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개발자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박상원</a:t>
                      </a:r>
                      <a:endParaRPr b="0" sz="13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2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2F5496"/>
                        </a:solidFill>
                        <a:latin typeface="Arial"/>
                        <a:ea typeface="Arial"/>
                        <a:cs typeface="Arial"/>
                        <a:sym typeface="Arial"/>
                      </a:endParaRPr>
                    </a:p>
                    <a:p>
                      <a:pPr indent="0" lvl="0" marL="0" marR="0" rtl="0" algn="l">
                        <a:lnSpc>
                          <a:spcPct val="100000"/>
                        </a:lnSpc>
                        <a:spcBef>
                          <a:spcPts val="0"/>
                        </a:spcBef>
                        <a:spcAft>
                          <a:spcPts val="0"/>
                        </a:spcAft>
                        <a:buNone/>
                      </a:pPr>
                      <a:r>
                        <a:t/>
                      </a:r>
                      <a:endParaRPr sz="1000">
                        <a:solidFill>
                          <a:srgbClr val="2F5496"/>
                        </a:solidFill>
                      </a:endParaRPr>
                    </a:p>
                    <a:p>
                      <a:pPr indent="-292100" lvl="0" marL="457200" marR="0" rtl="0" algn="l">
                        <a:lnSpc>
                          <a:spcPct val="100000"/>
                        </a:lnSpc>
                        <a:spcBef>
                          <a:spcPts val="0"/>
                        </a:spcBef>
                        <a:spcAft>
                          <a:spcPts val="0"/>
                        </a:spcAft>
                        <a:buClr>
                          <a:srgbClr val="2F5496"/>
                        </a:buClr>
                        <a:buSzPts val="1000"/>
                        <a:buFont typeface="Arial"/>
                        <a:buChar char="-"/>
                      </a:pPr>
                      <a:r>
                        <a:rPr b="0" lang="ko-KR" sz="1000" u="none" strike="noStrike">
                          <a:solidFill>
                            <a:srgbClr val="2F5496"/>
                          </a:solidFill>
                          <a:latin typeface="Arial"/>
                          <a:ea typeface="Arial"/>
                          <a:cs typeface="Arial"/>
                          <a:sym typeface="Arial"/>
                        </a:rPr>
                        <a:t>Content 영역만 내용이 길어질 경우 스크롤이 되는 방식, 필요에 따라 페이징을 사용하는 경우 따로 표시</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Char char="-"/>
                      </a:pPr>
                      <a:r>
                        <a:rPr b="0" lang="ko-KR" sz="1000" u="none" strike="noStrike">
                          <a:solidFill>
                            <a:srgbClr val="2F5496"/>
                          </a:solidFill>
                          <a:latin typeface="Arial"/>
                          <a:ea typeface="Arial"/>
                          <a:cs typeface="Arial"/>
                          <a:sym typeface="Arial"/>
                        </a:rPr>
                        <a:t>header와 footer는 그대로 사용하고 sidebar만 제외한 Layout</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96" name="Google Shape;96;p14"/>
          <p:cNvSpPr/>
          <p:nvPr/>
        </p:nvSpPr>
        <p:spPr>
          <a:xfrm>
            <a:off x="811440" y="1509480"/>
            <a:ext cx="7096200" cy="5370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header</a:t>
            </a:r>
            <a:endParaRPr b="0" i="0" sz="1400" u="none" cap="none" strike="noStrike">
              <a:solidFill>
                <a:srgbClr val="000000"/>
              </a:solidFill>
              <a:latin typeface="Malgun Gothic"/>
              <a:ea typeface="Malgun Gothic"/>
              <a:cs typeface="Malgun Gothic"/>
              <a:sym typeface="Malgun Gothic"/>
            </a:endParaRPr>
          </a:p>
        </p:txBody>
      </p:sp>
      <p:sp>
        <p:nvSpPr>
          <p:cNvPr id="97" name="Google Shape;97;p14"/>
          <p:cNvSpPr/>
          <p:nvPr/>
        </p:nvSpPr>
        <p:spPr>
          <a:xfrm>
            <a:off x="828000" y="2165040"/>
            <a:ext cx="7092000" cy="33690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Content</a:t>
            </a:r>
            <a:endParaRPr b="0" i="0" sz="1400" u="none" cap="none" strike="noStrike">
              <a:solidFill>
                <a:srgbClr val="000000"/>
              </a:solidFill>
              <a:latin typeface="Malgun Gothic"/>
              <a:ea typeface="Malgun Gothic"/>
              <a:cs typeface="Malgun Gothic"/>
              <a:sym typeface="Malgun Gothic"/>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p:txBody>
      </p:sp>
      <p:cxnSp>
        <p:nvCxnSpPr>
          <p:cNvPr id="98" name="Google Shape;98;p14"/>
          <p:cNvCxnSpPr>
            <a:stCxn id="97" idx="3"/>
            <a:endCxn id="97" idx="3"/>
          </p:cNvCxnSpPr>
          <p:nvPr/>
        </p:nvCxnSpPr>
        <p:spPr>
          <a:xfrm>
            <a:off x="7920000" y="3849540"/>
            <a:ext cx="600" cy="600"/>
          </a:xfrm>
          <a:prstGeom prst="bentConnector2">
            <a:avLst/>
          </a:prstGeom>
          <a:noFill/>
          <a:ln cap="flat" cmpd="sng" w="9525">
            <a:solidFill>
              <a:srgbClr val="3465A4"/>
            </a:solidFill>
            <a:prstDash val="solid"/>
            <a:round/>
            <a:headEnd len="med" w="med" type="triangle"/>
            <a:tailEnd len="med" w="med" type="triangle"/>
          </a:ln>
        </p:spPr>
      </p:cxnSp>
      <p:sp>
        <p:nvSpPr>
          <p:cNvPr id="99" name="Google Shape;99;p14"/>
          <p:cNvSpPr/>
          <p:nvPr/>
        </p:nvSpPr>
        <p:spPr>
          <a:xfrm>
            <a:off x="828000" y="5652000"/>
            <a:ext cx="7095900" cy="5370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Footer</a:t>
            </a:r>
            <a:endParaRPr b="0" i="0" sz="1400" u="none" cap="none" strike="noStrike">
              <a:solidFill>
                <a:srgbClr val="000000"/>
              </a:solidFill>
              <a:latin typeface="Malgun Gothic"/>
              <a:ea typeface="Malgun Gothic"/>
              <a:cs typeface="Malgun Gothic"/>
              <a:sym typeface="Malgun Gothic"/>
            </a:endParaRPr>
          </a:p>
        </p:txBody>
      </p:sp>
      <p:cxnSp>
        <p:nvCxnSpPr>
          <p:cNvPr id="100" name="Google Shape;100;p14"/>
          <p:cNvCxnSpPr/>
          <p:nvPr/>
        </p:nvCxnSpPr>
        <p:spPr>
          <a:xfrm>
            <a:off x="787680" y="1437480"/>
            <a:ext cx="7132200" cy="2400"/>
          </a:xfrm>
          <a:prstGeom prst="straightConnector1">
            <a:avLst/>
          </a:prstGeom>
          <a:noFill/>
          <a:ln cap="flat" cmpd="sng" w="9525">
            <a:solidFill>
              <a:srgbClr val="3465A4"/>
            </a:solidFill>
            <a:prstDash val="solid"/>
            <a:round/>
            <a:headEnd len="med" w="med" type="triangle"/>
            <a:tailEnd len="med" w="med" type="triangle"/>
          </a:ln>
        </p:spPr>
      </p:cxnSp>
      <p:sp>
        <p:nvSpPr>
          <p:cNvPr id="101" name="Google Shape;101;p14"/>
          <p:cNvSpPr/>
          <p:nvPr/>
        </p:nvSpPr>
        <p:spPr>
          <a:xfrm>
            <a:off x="893160" y="961920"/>
            <a:ext cx="2047200" cy="3918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95%</a:t>
            </a:r>
            <a:endParaRPr b="0" i="0" sz="1400" u="none" cap="none" strike="noStrike">
              <a:solidFill>
                <a:srgbClr val="000000"/>
              </a:solidFill>
              <a:latin typeface="Malgun Gothic"/>
              <a:ea typeface="Malgun Gothic"/>
              <a:cs typeface="Malgun Gothic"/>
              <a:sym typeface="Malgun Gothic"/>
            </a:endParaRPr>
          </a:p>
        </p:txBody>
      </p:sp>
      <p:cxnSp>
        <p:nvCxnSpPr>
          <p:cNvPr id="102" name="Google Shape;102;p14"/>
          <p:cNvCxnSpPr/>
          <p:nvPr/>
        </p:nvCxnSpPr>
        <p:spPr>
          <a:xfrm>
            <a:off x="720000" y="1980000"/>
            <a:ext cx="300" cy="180000"/>
          </a:xfrm>
          <a:prstGeom prst="straightConnector1">
            <a:avLst/>
          </a:prstGeom>
          <a:noFill/>
          <a:ln cap="flat" cmpd="sng" w="9525">
            <a:solidFill>
              <a:srgbClr val="3465A4"/>
            </a:solidFill>
            <a:prstDash val="solid"/>
            <a:round/>
            <a:headEnd len="med" w="med" type="triangle"/>
            <a:tailEnd len="med" w="med" type="triangle"/>
          </a:ln>
        </p:spPr>
      </p:cxnSp>
      <p:cxnSp>
        <p:nvCxnSpPr>
          <p:cNvPr id="103" name="Google Shape;103;p14"/>
          <p:cNvCxnSpPr/>
          <p:nvPr/>
        </p:nvCxnSpPr>
        <p:spPr>
          <a:xfrm>
            <a:off x="720000" y="5508000"/>
            <a:ext cx="300" cy="180000"/>
          </a:xfrm>
          <a:prstGeom prst="straightConnector1">
            <a:avLst/>
          </a:prstGeom>
          <a:noFill/>
          <a:ln cap="flat" cmpd="sng" w="9525">
            <a:solidFill>
              <a:srgbClr val="3465A4"/>
            </a:solidFill>
            <a:prstDash val="solid"/>
            <a:round/>
            <a:headEnd len="med" w="med" type="triangle"/>
            <a:tailEnd len="med" w="med" type="triangle"/>
          </a:ln>
        </p:spPr>
      </p:cxnSp>
      <p:sp>
        <p:nvSpPr>
          <p:cNvPr id="104" name="Google Shape;104;p14"/>
          <p:cNvSpPr/>
          <p:nvPr/>
        </p:nvSpPr>
        <p:spPr>
          <a:xfrm>
            <a:off x="192240" y="1872000"/>
            <a:ext cx="563400" cy="3918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10px</a:t>
            </a:r>
            <a:endParaRPr b="0" i="0" sz="1200" u="none" cap="none" strike="noStrike">
              <a:solidFill>
                <a:srgbClr val="000000"/>
              </a:solidFill>
              <a:latin typeface="Malgun Gothic"/>
              <a:ea typeface="Malgun Gothic"/>
              <a:cs typeface="Malgun Gothic"/>
              <a:sym typeface="Malgun Gothic"/>
            </a:endParaRPr>
          </a:p>
        </p:txBody>
      </p:sp>
      <p:sp>
        <p:nvSpPr>
          <p:cNvPr id="105" name="Google Shape;105;p14"/>
          <p:cNvSpPr/>
          <p:nvPr/>
        </p:nvSpPr>
        <p:spPr>
          <a:xfrm>
            <a:off x="192240" y="5400360"/>
            <a:ext cx="563400" cy="3918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10px</a:t>
            </a:r>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graphicFrame>
        <p:nvGraphicFramePr>
          <p:cNvPr id="111" name="Google Shape;111;p15"/>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view-002</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로그인</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로그인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사이트이용자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500"/>
                    </a:p>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회원 정보가 있는 계정만 로그인을 허용한다.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아이디 찾기 페이지로 이동한다.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비밀번호 찾기 페이지로 이동한다.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회원가입페이지로 이동한다.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로그인하여 메인페이지로 이동하며 각 역할에 맞는 메인 화면으로 이동한다.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비로그인 이용자도 참고할 수 있는 사이트 소개 및 장애인 부모연대 링크 서비스를 제공한다.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회원 정보가 있는 계정만 로그인을 허용한다.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아이디와 비밀번호 일치를 확인한다.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사이트소개 화면 구성은 추후 진행하겠습니다.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pic>
        <p:nvPicPr>
          <p:cNvPr id="112" name="Google Shape;112;p15" title="로그인화면.png"/>
          <p:cNvPicPr preferRelativeResize="0"/>
          <p:nvPr/>
        </p:nvPicPr>
        <p:blipFill>
          <a:blip r:embed="rId3">
            <a:alphaModFix amt="58000"/>
          </a:blip>
          <a:stretch>
            <a:fillRect/>
          </a:stretch>
        </p:blipFill>
        <p:spPr>
          <a:xfrm>
            <a:off x="167200" y="771400"/>
            <a:ext cx="8407450" cy="5604974"/>
          </a:xfrm>
          <a:prstGeom prst="rect">
            <a:avLst/>
          </a:prstGeom>
          <a:noFill/>
          <a:ln>
            <a:noFill/>
          </a:ln>
        </p:spPr>
      </p:pic>
      <p:grpSp>
        <p:nvGrpSpPr>
          <p:cNvPr id="113" name="Google Shape;113;p15"/>
          <p:cNvGrpSpPr/>
          <p:nvPr/>
        </p:nvGrpSpPr>
        <p:grpSpPr>
          <a:xfrm>
            <a:off x="5106650" y="871325"/>
            <a:ext cx="3149100" cy="4774200"/>
            <a:chOff x="5106650" y="871325"/>
            <a:chExt cx="3149100" cy="4774200"/>
          </a:xfrm>
        </p:grpSpPr>
        <p:sp>
          <p:nvSpPr>
            <p:cNvPr id="114" name="Google Shape;114;p15"/>
            <p:cNvSpPr/>
            <p:nvPr/>
          </p:nvSpPr>
          <p:spPr>
            <a:xfrm>
              <a:off x="5106650" y="871325"/>
              <a:ext cx="3149100" cy="4774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15" name="Google Shape;115;p15"/>
            <p:cNvSpPr txBox="1"/>
            <p:nvPr/>
          </p:nvSpPr>
          <p:spPr>
            <a:xfrm>
              <a:off x="5342850" y="1182325"/>
              <a:ext cx="2831100" cy="65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900">
                  <a:solidFill>
                    <a:schemeClr val="dk1"/>
                  </a:solidFill>
                  <a:latin typeface="Malgun Gothic"/>
                  <a:ea typeface="Malgun Gothic"/>
                  <a:cs typeface="Malgun Gothic"/>
                  <a:sym typeface="Malgun Gothic"/>
                </a:rPr>
                <a:t>안녕하세요</a:t>
              </a:r>
              <a:endParaRPr sz="19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lang="ko-KR" sz="1900">
                  <a:solidFill>
                    <a:schemeClr val="dk1"/>
                  </a:solidFill>
                  <a:latin typeface="Malgun Gothic"/>
                  <a:ea typeface="Malgun Gothic"/>
                  <a:cs typeface="Malgun Gothic"/>
                  <a:sym typeface="Malgun Gothic"/>
                </a:rPr>
                <a:t>로그인해주세요</a:t>
              </a:r>
              <a:endParaRPr sz="1900">
                <a:solidFill>
                  <a:schemeClr val="dk1"/>
                </a:solidFill>
                <a:latin typeface="Malgun Gothic"/>
                <a:ea typeface="Malgun Gothic"/>
                <a:cs typeface="Malgun Gothic"/>
                <a:sym typeface="Malgun Gothic"/>
              </a:endParaRPr>
            </a:p>
          </p:txBody>
        </p:sp>
        <p:sp>
          <p:nvSpPr>
            <p:cNvPr id="116" name="Google Shape;116;p15"/>
            <p:cNvSpPr/>
            <p:nvPr/>
          </p:nvSpPr>
          <p:spPr>
            <a:xfrm>
              <a:off x="5183375" y="2352450"/>
              <a:ext cx="2900700" cy="428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17" name="Google Shape;117;p15"/>
            <p:cNvSpPr/>
            <p:nvPr/>
          </p:nvSpPr>
          <p:spPr>
            <a:xfrm>
              <a:off x="5226125" y="3379275"/>
              <a:ext cx="2900700" cy="428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18" name="Google Shape;118;p15"/>
            <p:cNvSpPr txBox="1"/>
            <p:nvPr/>
          </p:nvSpPr>
          <p:spPr>
            <a:xfrm>
              <a:off x="5243175" y="2083325"/>
              <a:ext cx="7974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아이디</a:t>
              </a:r>
              <a:endParaRPr sz="1000">
                <a:solidFill>
                  <a:schemeClr val="dk1"/>
                </a:solidFill>
                <a:latin typeface="Malgun Gothic"/>
                <a:ea typeface="Malgun Gothic"/>
                <a:cs typeface="Malgun Gothic"/>
                <a:sym typeface="Malgun Gothic"/>
              </a:endParaRPr>
            </a:p>
          </p:txBody>
        </p:sp>
        <p:sp>
          <p:nvSpPr>
            <p:cNvPr id="119" name="Google Shape;119;p15"/>
            <p:cNvSpPr txBox="1"/>
            <p:nvPr/>
          </p:nvSpPr>
          <p:spPr>
            <a:xfrm>
              <a:off x="5226125" y="3126225"/>
              <a:ext cx="7275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비밀번호</a:t>
              </a:r>
              <a:endParaRPr sz="1000">
                <a:solidFill>
                  <a:schemeClr val="dk1"/>
                </a:solidFill>
                <a:latin typeface="Malgun Gothic"/>
                <a:ea typeface="Malgun Gothic"/>
                <a:cs typeface="Malgun Gothic"/>
                <a:sym typeface="Malgun Gothic"/>
              </a:endParaRPr>
            </a:p>
          </p:txBody>
        </p:sp>
        <p:sp>
          <p:nvSpPr>
            <p:cNvPr id="120" name="Google Shape;120;p15"/>
            <p:cNvSpPr/>
            <p:nvPr/>
          </p:nvSpPr>
          <p:spPr>
            <a:xfrm>
              <a:off x="5342850" y="4959025"/>
              <a:ext cx="1296000" cy="378900"/>
            </a:xfrm>
            <a:prstGeom prst="roundRect">
              <a:avLst>
                <a:gd fmla="val 16667" name="adj"/>
              </a:avLst>
            </a:prstGeom>
            <a:solidFill>
              <a:schemeClr val="accent6"/>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로그인</a:t>
              </a:r>
              <a:endParaRPr>
                <a:solidFill>
                  <a:schemeClr val="lt1"/>
                </a:solidFill>
                <a:latin typeface="Malgun Gothic"/>
                <a:ea typeface="Malgun Gothic"/>
                <a:cs typeface="Malgun Gothic"/>
                <a:sym typeface="Malgun Gothic"/>
              </a:endParaRPr>
            </a:p>
          </p:txBody>
        </p:sp>
        <p:sp>
          <p:nvSpPr>
            <p:cNvPr id="121" name="Google Shape;121;p15"/>
            <p:cNvSpPr/>
            <p:nvPr/>
          </p:nvSpPr>
          <p:spPr>
            <a:xfrm>
              <a:off x="6937775" y="4959025"/>
              <a:ext cx="1146300" cy="378900"/>
            </a:xfrm>
            <a:prstGeom prst="roundRect">
              <a:avLst>
                <a:gd fmla="val 16667" name="adj"/>
              </a:avLst>
            </a:prstGeom>
            <a:solidFill>
              <a:schemeClr val="accent6"/>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회원가입</a:t>
              </a:r>
              <a:endParaRPr>
                <a:solidFill>
                  <a:schemeClr val="lt1"/>
                </a:solidFill>
                <a:latin typeface="Malgun Gothic"/>
                <a:ea typeface="Malgun Gothic"/>
                <a:cs typeface="Malgun Gothic"/>
                <a:sym typeface="Malgun Gothic"/>
              </a:endParaRPr>
            </a:p>
          </p:txBody>
        </p:sp>
        <p:sp>
          <p:nvSpPr>
            <p:cNvPr id="122" name="Google Shape;122;p15"/>
            <p:cNvSpPr/>
            <p:nvPr/>
          </p:nvSpPr>
          <p:spPr>
            <a:xfrm>
              <a:off x="7216850" y="2860825"/>
              <a:ext cx="867300" cy="199500"/>
            </a:xfrm>
            <a:prstGeom prst="roundRect">
              <a:avLst>
                <a:gd fmla="val 16667" name="adj"/>
              </a:avLst>
            </a:prstGeom>
            <a:solidFill>
              <a:srgbClr val="729FC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000">
                  <a:solidFill>
                    <a:schemeClr val="lt1"/>
                  </a:solidFill>
                  <a:latin typeface="Malgun Gothic"/>
                  <a:ea typeface="Malgun Gothic"/>
                  <a:cs typeface="Malgun Gothic"/>
                  <a:sym typeface="Malgun Gothic"/>
                </a:rPr>
                <a:t>아이디찾기</a:t>
              </a:r>
              <a:endParaRPr sz="600">
                <a:solidFill>
                  <a:schemeClr val="lt1"/>
                </a:solidFill>
                <a:latin typeface="Malgun Gothic"/>
                <a:ea typeface="Malgun Gothic"/>
                <a:cs typeface="Malgun Gothic"/>
                <a:sym typeface="Malgun Gothic"/>
              </a:endParaRPr>
            </a:p>
          </p:txBody>
        </p:sp>
        <p:sp>
          <p:nvSpPr>
            <p:cNvPr id="123" name="Google Shape;123;p15"/>
            <p:cNvSpPr/>
            <p:nvPr/>
          </p:nvSpPr>
          <p:spPr>
            <a:xfrm>
              <a:off x="7117175" y="3887525"/>
              <a:ext cx="957000" cy="199500"/>
            </a:xfrm>
            <a:prstGeom prst="roundRect">
              <a:avLst>
                <a:gd fmla="val 16667" name="adj"/>
              </a:avLst>
            </a:prstGeom>
            <a:solidFill>
              <a:srgbClr val="729FC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900">
                  <a:solidFill>
                    <a:schemeClr val="lt1"/>
                  </a:solidFill>
                  <a:latin typeface="Malgun Gothic"/>
                  <a:ea typeface="Malgun Gothic"/>
                  <a:cs typeface="Malgun Gothic"/>
                  <a:sym typeface="Malgun Gothic"/>
                </a:rPr>
                <a:t>비밀번호찾기</a:t>
              </a:r>
              <a:endParaRPr sz="900">
                <a:solidFill>
                  <a:schemeClr val="lt1"/>
                </a:solidFill>
                <a:latin typeface="Malgun Gothic"/>
                <a:ea typeface="Malgun Gothic"/>
                <a:cs typeface="Malgun Gothic"/>
                <a:sym typeface="Malgun Gothic"/>
              </a:endParaRPr>
            </a:p>
          </p:txBody>
        </p:sp>
      </p:grpSp>
      <p:sp>
        <p:nvSpPr>
          <p:cNvPr id="124" name="Google Shape;124;p15"/>
          <p:cNvSpPr/>
          <p:nvPr/>
        </p:nvSpPr>
        <p:spPr>
          <a:xfrm>
            <a:off x="4985950" y="947775"/>
            <a:ext cx="329100" cy="324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125" name="Google Shape;125;p15"/>
          <p:cNvSpPr txBox="1"/>
          <p:nvPr/>
        </p:nvSpPr>
        <p:spPr>
          <a:xfrm>
            <a:off x="5654800" y="4218825"/>
            <a:ext cx="8673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Malgun Gothic"/>
              <a:ea typeface="Malgun Gothic"/>
              <a:cs typeface="Malgun Gothic"/>
              <a:sym typeface="Malgun Gothic"/>
            </a:endParaRPr>
          </a:p>
        </p:txBody>
      </p:sp>
      <p:sp>
        <p:nvSpPr>
          <p:cNvPr id="126" name="Google Shape;126;p15"/>
          <p:cNvSpPr/>
          <p:nvPr/>
        </p:nvSpPr>
        <p:spPr>
          <a:xfrm>
            <a:off x="8010200" y="2812250"/>
            <a:ext cx="329100" cy="2592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
        <p:nvSpPr>
          <p:cNvPr id="127" name="Google Shape;127;p15"/>
          <p:cNvSpPr/>
          <p:nvPr/>
        </p:nvSpPr>
        <p:spPr>
          <a:xfrm>
            <a:off x="7876850" y="4747500"/>
            <a:ext cx="378900" cy="3789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4</a:t>
            </a:r>
            <a:endParaRPr>
              <a:latin typeface="Malgun Gothic"/>
              <a:ea typeface="Malgun Gothic"/>
              <a:cs typeface="Malgun Gothic"/>
              <a:sym typeface="Malgun Gothic"/>
            </a:endParaRPr>
          </a:p>
        </p:txBody>
      </p:sp>
      <p:sp>
        <p:nvSpPr>
          <p:cNvPr id="128" name="Google Shape;128;p15"/>
          <p:cNvSpPr/>
          <p:nvPr/>
        </p:nvSpPr>
        <p:spPr>
          <a:xfrm>
            <a:off x="7926650" y="3747475"/>
            <a:ext cx="329100" cy="324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3</a:t>
            </a:r>
            <a:endParaRPr>
              <a:latin typeface="Malgun Gothic"/>
              <a:ea typeface="Malgun Gothic"/>
              <a:cs typeface="Malgun Gothic"/>
              <a:sym typeface="Malgun Gothic"/>
            </a:endParaRPr>
          </a:p>
        </p:txBody>
      </p:sp>
      <p:sp>
        <p:nvSpPr>
          <p:cNvPr id="129" name="Google Shape;129;p15"/>
          <p:cNvSpPr/>
          <p:nvPr/>
        </p:nvSpPr>
        <p:spPr>
          <a:xfrm>
            <a:off x="5183375" y="4675000"/>
            <a:ext cx="378900" cy="3789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5</a:t>
            </a:r>
            <a:endParaRPr>
              <a:latin typeface="Malgun Gothic"/>
              <a:ea typeface="Malgun Gothic"/>
              <a:cs typeface="Malgun Gothic"/>
              <a:sym typeface="Malgun Gothic"/>
            </a:endParaRPr>
          </a:p>
        </p:txBody>
      </p:sp>
      <p:sp>
        <p:nvSpPr>
          <p:cNvPr id="130" name="Google Shape;130;p15"/>
          <p:cNvSpPr/>
          <p:nvPr/>
        </p:nvSpPr>
        <p:spPr>
          <a:xfrm>
            <a:off x="1405500" y="6454125"/>
            <a:ext cx="2115000" cy="3240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dk1"/>
                </a:solidFill>
                <a:latin typeface="Malgun Gothic"/>
                <a:ea typeface="Malgun Gothic"/>
                <a:cs typeface="Malgun Gothic"/>
                <a:sym typeface="Malgun Gothic"/>
              </a:rPr>
              <a:t>🔗 Aboub us</a:t>
            </a:r>
            <a:endParaRPr>
              <a:solidFill>
                <a:schemeClr val="dk1"/>
              </a:solidFill>
              <a:latin typeface="Malgun Gothic"/>
              <a:ea typeface="Malgun Gothic"/>
              <a:cs typeface="Malgun Gothic"/>
              <a:sym typeface="Malgun Gothic"/>
            </a:endParaRPr>
          </a:p>
        </p:txBody>
      </p:sp>
      <p:sp>
        <p:nvSpPr>
          <p:cNvPr id="131" name="Google Shape;131;p15"/>
          <p:cNvSpPr/>
          <p:nvPr/>
        </p:nvSpPr>
        <p:spPr>
          <a:xfrm>
            <a:off x="5106650" y="6454125"/>
            <a:ext cx="2115000" cy="324000"/>
          </a:xfrm>
          <a:prstGeom prst="roundRect">
            <a:avLst>
              <a:gd fmla="val 16667"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 장애인 부모연대</a:t>
            </a:r>
            <a:endParaRPr>
              <a:solidFill>
                <a:schemeClr val="lt1"/>
              </a:solidFill>
              <a:latin typeface="Malgun Gothic"/>
              <a:ea typeface="Malgun Gothic"/>
              <a:cs typeface="Malgun Gothic"/>
              <a:sym typeface="Malgun Gothic"/>
            </a:endParaRPr>
          </a:p>
        </p:txBody>
      </p:sp>
      <p:sp>
        <p:nvSpPr>
          <p:cNvPr id="132" name="Google Shape;132;p15"/>
          <p:cNvSpPr/>
          <p:nvPr/>
        </p:nvSpPr>
        <p:spPr>
          <a:xfrm>
            <a:off x="1076400" y="6343325"/>
            <a:ext cx="329100" cy="324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6</a:t>
            </a:r>
            <a:endParaRPr>
              <a:latin typeface="Malgun Gothic"/>
              <a:ea typeface="Malgun Gothic"/>
              <a:cs typeface="Malgun Gothic"/>
              <a:sym typeface="Malgun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graphicFrame>
        <p:nvGraphicFramePr>
          <p:cNvPr id="138" name="Google Shape;138;p16"/>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회원가입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res-2</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회원가입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사이트이용자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ctr">
                        <a:spcBef>
                          <a:spcPts val="0"/>
                        </a:spcBef>
                        <a:spcAft>
                          <a:spcPts val="0"/>
                        </a:spcAft>
                        <a:buNone/>
                      </a:pPr>
                      <a:r>
                        <a:rPr lang="ko-KR" sz="2500"/>
                        <a:t>회원가입</a:t>
                      </a:r>
                      <a:endParaRPr sz="2500"/>
                    </a:p>
                    <a:p>
                      <a:pPr indent="0" lvl="0" marL="0" marR="0" rtl="0" algn="ctr">
                        <a:spcBef>
                          <a:spcPts val="0"/>
                        </a:spcBef>
                        <a:spcAft>
                          <a:spcPts val="0"/>
                        </a:spcAft>
                        <a:buNone/>
                      </a:pPr>
                      <a:r>
                        <a:rPr lang="ko-KR" sz="1300"/>
                        <a:t>새로운 계정을 만들어 보세요</a:t>
                      </a:r>
                      <a:endParaRPr sz="1300"/>
                    </a:p>
                    <a:p>
                      <a:pPr indent="0" lvl="0" marL="0" marR="0" rtl="0" algn="ctr">
                        <a:spcBef>
                          <a:spcPts val="0"/>
                        </a:spcBef>
                        <a:spcAft>
                          <a:spcPts val="0"/>
                        </a:spcAft>
                        <a:buNone/>
                      </a:pPr>
                      <a:r>
                        <a:t/>
                      </a:r>
                      <a:endParaRPr sz="1300"/>
                    </a:p>
                    <a:p>
                      <a:pPr indent="0" lvl="0" marL="0" marR="0" rtl="0" algn="ctr">
                        <a:spcBef>
                          <a:spcPts val="0"/>
                        </a:spcBef>
                        <a:spcAft>
                          <a:spcPts val="0"/>
                        </a:spcAft>
                        <a:buNone/>
                      </a:pPr>
                      <a:r>
                        <a:t/>
                      </a:r>
                      <a:endParaRPr sz="1300"/>
                    </a:p>
                    <a:p>
                      <a:pPr indent="0" lvl="0" marL="0" marR="0" rtl="0" algn="ctr">
                        <a:spcBef>
                          <a:spcPts val="0"/>
                        </a:spcBef>
                        <a:spcAft>
                          <a:spcPts val="0"/>
                        </a:spcAft>
                        <a:buNone/>
                      </a:pPr>
                      <a:r>
                        <a:t/>
                      </a:r>
                      <a:endParaRPr sz="1300"/>
                    </a:p>
                    <a:p>
                      <a:pPr indent="0" lvl="0" marL="0" marR="0" rtl="0" algn="ctr">
                        <a:spcBef>
                          <a:spcPts val="0"/>
                        </a:spcBef>
                        <a:spcAft>
                          <a:spcPts val="0"/>
                        </a:spcAft>
                        <a:buNone/>
                      </a:pPr>
                      <a:r>
                        <a:t/>
                      </a:r>
                      <a:endParaRPr sz="1300"/>
                    </a:p>
                    <a:p>
                      <a:pPr indent="0" lvl="0" marL="0" rtl="0" algn="ctr">
                        <a:spcBef>
                          <a:spcPts val="0"/>
                        </a:spcBef>
                        <a:spcAft>
                          <a:spcPts val="0"/>
                        </a:spcAft>
                        <a:buNone/>
                      </a:pPr>
                      <a:r>
                        <a:rPr lang="ko-KR" sz="1000">
                          <a:latin typeface="Malgun Gothic"/>
                          <a:ea typeface="Malgun Gothic"/>
                          <a:cs typeface="Malgun Gothic"/>
                          <a:sym typeface="Malgun Gothic"/>
                        </a:rPr>
                        <a:t>이름</a:t>
                      </a:r>
                      <a:endParaRPr sz="1000">
                        <a:latin typeface="Malgun Gothic"/>
                        <a:ea typeface="Malgun Gothic"/>
                        <a:cs typeface="Malgun Gothic"/>
                        <a:sym typeface="Malgun Gothic"/>
                      </a:endParaRPr>
                    </a:p>
                    <a:p>
                      <a:pPr indent="0" lvl="0" marL="0" rtl="0" algn="ctr">
                        <a:spcBef>
                          <a:spcPts val="0"/>
                        </a:spcBef>
                        <a:spcAft>
                          <a:spcPts val="0"/>
                        </a:spcAft>
                        <a:buNone/>
                      </a:pPr>
                      <a:r>
                        <a:t/>
                      </a:r>
                      <a:endParaRPr sz="1000">
                        <a:latin typeface="Malgun Gothic"/>
                        <a:ea typeface="Malgun Gothic"/>
                        <a:cs typeface="Malgun Gothic"/>
                        <a:sym typeface="Malgun Gothic"/>
                      </a:endParaRPr>
                    </a:p>
                    <a:p>
                      <a:pPr indent="0" lvl="0" marL="0" rtl="0" algn="ctr">
                        <a:spcBef>
                          <a:spcPts val="0"/>
                        </a:spcBef>
                        <a:spcAft>
                          <a:spcPts val="0"/>
                        </a:spcAft>
                        <a:buNone/>
                      </a:pPr>
                      <a:r>
                        <a:t/>
                      </a:r>
                      <a:endParaRPr sz="1000">
                        <a:latin typeface="Malgun Gothic"/>
                        <a:ea typeface="Malgun Gothic"/>
                        <a:cs typeface="Malgun Gothic"/>
                        <a:sym typeface="Malgun Gothic"/>
                      </a:endParaRPr>
                    </a:p>
                    <a:p>
                      <a:pPr indent="0" lvl="0" marL="0" rtl="0" algn="l">
                        <a:spcBef>
                          <a:spcPts val="0"/>
                        </a:spcBef>
                        <a:spcAft>
                          <a:spcPts val="0"/>
                        </a:spcAft>
                        <a:buNone/>
                      </a:pPr>
                      <a:r>
                        <a:t/>
                      </a:r>
                      <a:endParaRPr sz="1200">
                        <a:latin typeface="Malgun Gothic"/>
                        <a:ea typeface="Malgun Gothic"/>
                        <a:cs typeface="Malgun Gothic"/>
                        <a:sym typeface="Malgun Gothic"/>
                      </a:endParaRPr>
                    </a:p>
                    <a:p>
                      <a:pPr indent="0" lvl="0" marL="0" marR="0" rtl="0" algn="ctr">
                        <a:spcBef>
                          <a:spcPts val="0"/>
                        </a:spcBef>
                        <a:spcAft>
                          <a:spcPts val="0"/>
                        </a:spcAft>
                        <a:buNone/>
                      </a:pPr>
                      <a:r>
                        <a:rPr lang="ko-KR" sz="1300"/>
                        <a:t>ㅁㄴㅇㄻㄴㄹㅇ</a:t>
                      </a:r>
                      <a:r>
                        <a:rPr lang="ko-KR" sz="1200">
                          <a:latin typeface="Malgun Gothic"/>
                          <a:ea typeface="Malgun Gothic"/>
                          <a:cs typeface="Malgun Gothic"/>
                          <a:sym typeface="Malgun Gothic"/>
                        </a:rPr>
                        <a:t>이메일</a:t>
                      </a:r>
                      <a:endParaRPr sz="1200">
                        <a:latin typeface="Malgun Gothic"/>
                        <a:ea typeface="Malgun Gothic"/>
                        <a:cs typeface="Malgun Gothic"/>
                        <a:sym typeface="Malgun Gothic"/>
                      </a:endParaRPr>
                    </a:p>
                    <a:p>
                      <a:pPr indent="0" lvl="0" marL="0" marR="0" rtl="0" algn="ctr">
                        <a:spcBef>
                          <a:spcPts val="0"/>
                        </a:spcBef>
                        <a:spcAft>
                          <a:spcPts val="0"/>
                        </a:spcAft>
                        <a:buNone/>
                      </a:pPr>
                      <a:r>
                        <a:t/>
                      </a:r>
                      <a:endParaRPr sz="1300"/>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회원가입 유형을 선택한다.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이름과 아이디를 입력하고 아이디 중복검사 한다. 중복검사를 하지 않으면 가입하기를 눌렀을때 경고로 안내한다. 아이디는 4글자 이상 15글자 이하로 값을 제한한다.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비밀번호를 입력하고 비밀번호 확인을 통해 일치하는지 확인하며, 불일치시 안내한다.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이메일 주소를 입력한 후 email 인증을 통해 유효성을 검사한다.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연락처(핸드폰번호)를 입력한다.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생년월일을 입력한다.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주소를 입력한다.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연락처는 문자발송이 가능하도록 핸드폰 번호로 입력받는다.(핸드폰 문자 형식이 아닐시, 유효성 검사 후 재입력 요청)</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주소지를 입력하면 선택할 수 있는 입력기관을 셀렉트바에서 선택 가능하다.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셀렉트바에 보여지는 기관리스트는 상세주소 까지 입력을 마친 후에 거리기반으로 노출값을 정한다.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추후 소속기관은 기관관리자 통해 수정이 가능하다.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pic>
        <p:nvPicPr>
          <p:cNvPr id="139" name="Google Shape;139;p16"/>
          <p:cNvPicPr preferRelativeResize="0"/>
          <p:nvPr/>
        </p:nvPicPr>
        <p:blipFill>
          <a:blip r:embed="rId3">
            <a:alphaModFix/>
          </a:blip>
          <a:stretch>
            <a:fillRect/>
          </a:stretch>
        </p:blipFill>
        <p:spPr>
          <a:xfrm>
            <a:off x="1006775" y="1116438"/>
            <a:ext cx="6259900" cy="5493725"/>
          </a:xfrm>
          <a:prstGeom prst="rect">
            <a:avLst/>
          </a:prstGeom>
          <a:noFill/>
          <a:ln>
            <a:noFill/>
          </a:ln>
        </p:spPr>
      </p:pic>
      <p:pic>
        <p:nvPicPr>
          <p:cNvPr id="140" name="Google Shape;140;p16"/>
          <p:cNvPicPr preferRelativeResize="0"/>
          <p:nvPr/>
        </p:nvPicPr>
        <p:blipFill>
          <a:blip r:embed="rId4">
            <a:alphaModFix/>
          </a:blip>
          <a:stretch>
            <a:fillRect/>
          </a:stretch>
        </p:blipFill>
        <p:spPr>
          <a:xfrm>
            <a:off x="1695887" y="1345850"/>
            <a:ext cx="1295325" cy="409575"/>
          </a:xfrm>
          <a:prstGeom prst="rect">
            <a:avLst/>
          </a:prstGeom>
          <a:noFill/>
          <a:ln>
            <a:noFill/>
          </a:ln>
        </p:spPr>
      </p:pic>
      <p:sp>
        <p:nvSpPr>
          <p:cNvPr id="141" name="Google Shape;141;p16"/>
          <p:cNvSpPr txBox="1"/>
          <p:nvPr/>
        </p:nvSpPr>
        <p:spPr>
          <a:xfrm>
            <a:off x="2009350" y="1916900"/>
            <a:ext cx="588000" cy="3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000">
                <a:solidFill>
                  <a:schemeClr val="dk1"/>
                </a:solidFill>
                <a:latin typeface="Malgun Gothic"/>
                <a:ea typeface="Malgun Gothic"/>
                <a:cs typeface="Malgun Gothic"/>
                <a:sym typeface="Malgun Gothic"/>
              </a:rPr>
              <a:t>이름</a:t>
            </a:r>
            <a:endParaRPr sz="1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t/>
            </a:r>
            <a:endParaRPr sz="1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t/>
            </a:r>
            <a:endParaRPr sz="1000">
              <a:solidFill>
                <a:schemeClr val="dk1"/>
              </a:solidFill>
              <a:latin typeface="Malgun Gothic"/>
              <a:ea typeface="Malgun Gothic"/>
              <a:cs typeface="Malgun Gothic"/>
              <a:sym typeface="Malgun Gothic"/>
            </a:endParaRPr>
          </a:p>
        </p:txBody>
      </p:sp>
      <p:sp>
        <p:nvSpPr>
          <p:cNvPr id="142" name="Google Shape;142;p16"/>
          <p:cNvSpPr txBox="1"/>
          <p:nvPr/>
        </p:nvSpPr>
        <p:spPr>
          <a:xfrm>
            <a:off x="2026976" y="2299294"/>
            <a:ext cx="588000" cy="3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000">
                <a:solidFill>
                  <a:schemeClr val="dk1"/>
                </a:solidFill>
                <a:latin typeface="Malgun Gothic"/>
                <a:ea typeface="Malgun Gothic"/>
                <a:cs typeface="Malgun Gothic"/>
                <a:sym typeface="Malgun Gothic"/>
              </a:rPr>
              <a:t>아이디</a:t>
            </a:r>
            <a:endParaRPr sz="1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t/>
            </a:r>
            <a:endParaRPr sz="1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t/>
            </a:r>
            <a:endParaRPr sz="1000">
              <a:solidFill>
                <a:schemeClr val="dk1"/>
              </a:solidFill>
              <a:latin typeface="Malgun Gothic"/>
              <a:ea typeface="Malgun Gothic"/>
              <a:cs typeface="Malgun Gothic"/>
              <a:sym typeface="Malgun Gothic"/>
            </a:endParaRPr>
          </a:p>
        </p:txBody>
      </p:sp>
      <p:sp>
        <p:nvSpPr>
          <p:cNvPr id="143" name="Google Shape;143;p16"/>
          <p:cNvSpPr txBox="1"/>
          <p:nvPr/>
        </p:nvSpPr>
        <p:spPr>
          <a:xfrm>
            <a:off x="2009349" y="2758574"/>
            <a:ext cx="763200" cy="1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비밀번호</a:t>
            </a:r>
            <a:endParaRPr sz="1000">
              <a:solidFill>
                <a:schemeClr val="dk1"/>
              </a:solidFill>
              <a:latin typeface="Malgun Gothic"/>
              <a:ea typeface="Malgun Gothic"/>
              <a:cs typeface="Malgun Gothic"/>
              <a:sym typeface="Malgun Gothic"/>
            </a:endParaRPr>
          </a:p>
        </p:txBody>
      </p:sp>
      <p:pic>
        <p:nvPicPr>
          <p:cNvPr id="144" name="Google Shape;144;p16"/>
          <p:cNvPicPr preferRelativeResize="0"/>
          <p:nvPr/>
        </p:nvPicPr>
        <p:blipFill>
          <a:blip r:embed="rId5">
            <a:alphaModFix/>
          </a:blip>
          <a:stretch>
            <a:fillRect/>
          </a:stretch>
        </p:blipFill>
        <p:spPr>
          <a:xfrm>
            <a:off x="2884663" y="2215967"/>
            <a:ext cx="2952750" cy="323850"/>
          </a:xfrm>
          <a:prstGeom prst="rect">
            <a:avLst/>
          </a:prstGeom>
          <a:noFill/>
          <a:ln>
            <a:noFill/>
          </a:ln>
        </p:spPr>
      </p:pic>
      <p:pic>
        <p:nvPicPr>
          <p:cNvPr id="145" name="Google Shape;145;p16"/>
          <p:cNvPicPr preferRelativeResize="0"/>
          <p:nvPr/>
        </p:nvPicPr>
        <p:blipFill>
          <a:blip r:embed="rId6">
            <a:alphaModFix/>
          </a:blip>
          <a:stretch>
            <a:fillRect/>
          </a:stretch>
        </p:blipFill>
        <p:spPr>
          <a:xfrm>
            <a:off x="2906899" y="1828781"/>
            <a:ext cx="2952750" cy="323850"/>
          </a:xfrm>
          <a:prstGeom prst="rect">
            <a:avLst/>
          </a:prstGeom>
          <a:noFill/>
          <a:ln>
            <a:noFill/>
          </a:ln>
        </p:spPr>
      </p:pic>
      <p:pic>
        <p:nvPicPr>
          <p:cNvPr id="146" name="Google Shape;146;p16"/>
          <p:cNvPicPr preferRelativeResize="0"/>
          <p:nvPr/>
        </p:nvPicPr>
        <p:blipFill>
          <a:blip r:embed="rId7">
            <a:alphaModFix/>
          </a:blip>
          <a:stretch>
            <a:fillRect/>
          </a:stretch>
        </p:blipFill>
        <p:spPr>
          <a:xfrm>
            <a:off x="2884638" y="3509058"/>
            <a:ext cx="2952750" cy="333375"/>
          </a:xfrm>
          <a:prstGeom prst="rect">
            <a:avLst/>
          </a:prstGeom>
          <a:noFill/>
          <a:ln>
            <a:noFill/>
          </a:ln>
        </p:spPr>
      </p:pic>
      <p:pic>
        <p:nvPicPr>
          <p:cNvPr id="147" name="Google Shape;147;p16"/>
          <p:cNvPicPr preferRelativeResize="0"/>
          <p:nvPr/>
        </p:nvPicPr>
        <p:blipFill>
          <a:blip r:embed="rId8">
            <a:alphaModFix/>
          </a:blip>
          <a:stretch>
            <a:fillRect/>
          </a:stretch>
        </p:blipFill>
        <p:spPr>
          <a:xfrm>
            <a:off x="2884650" y="3916223"/>
            <a:ext cx="2952750" cy="323850"/>
          </a:xfrm>
          <a:prstGeom prst="rect">
            <a:avLst/>
          </a:prstGeom>
          <a:noFill/>
          <a:ln>
            <a:noFill/>
          </a:ln>
        </p:spPr>
      </p:pic>
      <p:pic>
        <p:nvPicPr>
          <p:cNvPr id="148" name="Google Shape;148;p16"/>
          <p:cNvPicPr preferRelativeResize="0"/>
          <p:nvPr/>
        </p:nvPicPr>
        <p:blipFill>
          <a:blip r:embed="rId9">
            <a:alphaModFix/>
          </a:blip>
          <a:stretch>
            <a:fillRect/>
          </a:stretch>
        </p:blipFill>
        <p:spPr>
          <a:xfrm>
            <a:off x="2884638" y="3034986"/>
            <a:ext cx="2952750" cy="323850"/>
          </a:xfrm>
          <a:prstGeom prst="rect">
            <a:avLst/>
          </a:prstGeom>
          <a:noFill/>
          <a:ln>
            <a:noFill/>
          </a:ln>
        </p:spPr>
      </p:pic>
      <p:pic>
        <p:nvPicPr>
          <p:cNvPr id="149" name="Google Shape;149;p16"/>
          <p:cNvPicPr preferRelativeResize="0"/>
          <p:nvPr/>
        </p:nvPicPr>
        <p:blipFill>
          <a:blip r:embed="rId9">
            <a:alphaModFix/>
          </a:blip>
          <a:stretch>
            <a:fillRect/>
          </a:stretch>
        </p:blipFill>
        <p:spPr>
          <a:xfrm>
            <a:off x="2884650" y="2670728"/>
            <a:ext cx="2952750" cy="323850"/>
          </a:xfrm>
          <a:prstGeom prst="rect">
            <a:avLst/>
          </a:prstGeom>
          <a:noFill/>
          <a:ln>
            <a:noFill/>
          </a:ln>
        </p:spPr>
      </p:pic>
      <p:sp>
        <p:nvSpPr>
          <p:cNvPr id="150" name="Google Shape;150;p16"/>
          <p:cNvSpPr txBox="1"/>
          <p:nvPr/>
        </p:nvSpPr>
        <p:spPr>
          <a:xfrm>
            <a:off x="1864888" y="3085486"/>
            <a:ext cx="957300" cy="2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비밀번호확인</a:t>
            </a:r>
            <a:endParaRPr sz="1000">
              <a:solidFill>
                <a:schemeClr val="dk1"/>
              </a:solidFill>
              <a:latin typeface="Malgun Gothic"/>
              <a:ea typeface="Malgun Gothic"/>
              <a:cs typeface="Malgun Gothic"/>
              <a:sym typeface="Malgun Gothic"/>
            </a:endParaRPr>
          </a:p>
        </p:txBody>
      </p:sp>
      <p:sp>
        <p:nvSpPr>
          <p:cNvPr id="151" name="Google Shape;151;p16"/>
          <p:cNvSpPr txBox="1"/>
          <p:nvPr/>
        </p:nvSpPr>
        <p:spPr>
          <a:xfrm>
            <a:off x="1921750" y="3471425"/>
            <a:ext cx="763200" cy="1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이메일</a:t>
            </a:r>
            <a:endParaRPr sz="1200">
              <a:solidFill>
                <a:schemeClr val="dk1"/>
              </a:solidFill>
              <a:latin typeface="Malgun Gothic"/>
              <a:ea typeface="Malgun Gothic"/>
              <a:cs typeface="Malgun Gothic"/>
              <a:sym typeface="Malgun Gothic"/>
            </a:endParaRPr>
          </a:p>
        </p:txBody>
      </p:sp>
      <p:sp>
        <p:nvSpPr>
          <p:cNvPr id="152" name="Google Shape;152;p16"/>
          <p:cNvSpPr txBox="1"/>
          <p:nvPr/>
        </p:nvSpPr>
        <p:spPr>
          <a:xfrm>
            <a:off x="2000252" y="3902439"/>
            <a:ext cx="668400" cy="1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연락처</a:t>
            </a:r>
            <a:endParaRPr sz="1200">
              <a:solidFill>
                <a:schemeClr val="dk1"/>
              </a:solidFill>
              <a:latin typeface="Malgun Gothic"/>
              <a:ea typeface="Malgun Gothic"/>
              <a:cs typeface="Malgun Gothic"/>
              <a:sym typeface="Malgun Gothic"/>
            </a:endParaRPr>
          </a:p>
        </p:txBody>
      </p:sp>
      <p:pic>
        <p:nvPicPr>
          <p:cNvPr id="153" name="Google Shape;153;p16"/>
          <p:cNvPicPr preferRelativeResize="0"/>
          <p:nvPr/>
        </p:nvPicPr>
        <p:blipFill>
          <a:blip r:embed="rId10">
            <a:alphaModFix/>
          </a:blip>
          <a:stretch>
            <a:fillRect/>
          </a:stretch>
        </p:blipFill>
        <p:spPr>
          <a:xfrm>
            <a:off x="3015400" y="6213460"/>
            <a:ext cx="957300" cy="349491"/>
          </a:xfrm>
          <a:prstGeom prst="rect">
            <a:avLst/>
          </a:prstGeom>
          <a:noFill/>
          <a:ln>
            <a:noFill/>
          </a:ln>
        </p:spPr>
      </p:pic>
      <p:pic>
        <p:nvPicPr>
          <p:cNvPr id="154" name="Google Shape;154;p16"/>
          <p:cNvPicPr preferRelativeResize="0"/>
          <p:nvPr/>
        </p:nvPicPr>
        <p:blipFill>
          <a:blip r:embed="rId11">
            <a:alphaModFix/>
          </a:blip>
          <a:stretch>
            <a:fillRect/>
          </a:stretch>
        </p:blipFill>
        <p:spPr>
          <a:xfrm>
            <a:off x="4524324" y="6213450"/>
            <a:ext cx="957326" cy="349500"/>
          </a:xfrm>
          <a:prstGeom prst="rect">
            <a:avLst/>
          </a:prstGeom>
          <a:noFill/>
          <a:ln>
            <a:noFill/>
          </a:ln>
        </p:spPr>
      </p:pic>
      <p:pic>
        <p:nvPicPr>
          <p:cNvPr id="155" name="Google Shape;155;p16"/>
          <p:cNvPicPr preferRelativeResize="0"/>
          <p:nvPr/>
        </p:nvPicPr>
        <p:blipFill>
          <a:blip r:embed="rId12">
            <a:alphaModFix/>
          </a:blip>
          <a:stretch>
            <a:fillRect/>
          </a:stretch>
        </p:blipFill>
        <p:spPr>
          <a:xfrm>
            <a:off x="2822200" y="5575332"/>
            <a:ext cx="2952750" cy="333375"/>
          </a:xfrm>
          <a:prstGeom prst="rect">
            <a:avLst/>
          </a:prstGeom>
          <a:noFill/>
          <a:ln>
            <a:noFill/>
          </a:ln>
        </p:spPr>
      </p:pic>
      <p:sp>
        <p:nvSpPr>
          <p:cNvPr id="156" name="Google Shape;156;p16"/>
          <p:cNvSpPr txBox="1"/>
          <p:nvPr/>
        </p:nvSpPr>
        <p:spPr>
          <a:xfrm>
            <a:off x="1969138" y="5617417"/>
            <a:ext cx="668400" cy="1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기관</a:t>
            </a:r>
            <a:endParaRPr sz="1200">
              <a:solidFill>
                <a:schemeClr val="dk1"/>
              </a:solidFill>
              <a:latin typeface="Malgun Gothic"/>
              <a:ea typeface="Malgun Gothic"/>
              <a:cs typeface="Malgun Gothic"/>
              <a:sym typeface="Malgun Gothic"/>
            </a:endParaRPr>
          </a:p>
        </p:txBody>
      </p:sp>
      <p:sp>
        <p:nvSpPr>
          <p:cNvPr id="157" name="Google Shape;157;p16"/>
          <p:cNvSpPr/>
          <p:nvPr/>
        </p:nvSpPr>
        <p:spPr>
          <a:xfrm>
            <a:off x="3401050" y="1345888"/>
            <a:ext cx="1584900" cy="409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58" name="Google Shape;158;p16"/>
          <p:cNvSpPr/>
          <p:nvPr/>
        </p:nvSpPr>
        <p:spPr>
          <a:xfrm>
            <a:off x="5481650" y="1293825"/>
            <a:ext cx="1565100" cy="409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59" name="Google Shape;159;p16"/>
          <p:cNvSpPr txBox="1"/>
          <p:nvPr/>
        </p:nvSpPr>
        <p:spPr>
          <a:xfrm>
            <a:off x="3588725" y="1345888"/>
            <a:ext cx="12954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a:solidFill>
                  <a:schemeClr val="dk1"/>
                </a:solidFill>
                <a:latin typeface="Malgun Gothic"/>
                <a:ea typeface="Malgun Gothic"/>
                <a:cs typeface="Malgun Gothic"/>
                <a:sym typeface="Malgun Gothic"/>
              </a:rPr>
              <a:t>기관담당자</a:t>
            </a:r>
            <a:endParaRPr>
              <a:solidFill>
                <a:schemeClr val="dk1"/>
              </a:solidFill>
              <a:latin typeface="Malgun Gothic"/>
              <a:ea typeface="Malgun Gothic"/>
              <a:cs typeface="Malgun Gothic"/>
              <a:sym typeface="Malgun Gothic"/>
            </a:endParaRPr>
          </a:p>
          <a:p>
            <a:pPr indent="0" lvl="0" marL="0" rtl="0" algn="l">
              <a:spcBef>
                <a:spcPts val="0"/>
              </a:spcBef>
              <a:spcAft>
                <a:spcPts val="0"/>
              </a:spcAft>
              <a:buNone/>
            </a:pPr>
            <a:r>
              <a:t/>
            </a:r>
            <a:endParaRPr>
              <a:solidFill>
                <a:schemeClr val="dk1"/>
              </a:solidFill>
              <a:latin typeface="Malgun Gothic"/>
              <a:ea typeface="Malgun Gothic"/>
              <a:cs typeface="Malgun Gothic"/>
              <a:sym typeface="Malgun Gothic"/>
            </a:endParaRPr>
          </a:p>
        </p:txBody>
      </p:sp>
      <p:sp>
        <p:nvSpPr>
          <p:cNvPr id="160" name="Google Shape;160;p16"/>
          <p:cNvSpPr txBox="1"/>
          <p:nvPr/>
        </p:nvSpPr>
        <p:spPr>
          <a:xfrm>
            <a:off x="5582100" y="1338925"/>
            <a:ext cx="1295400" cy="3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500">
                <a:solidFill>
                  <a:schemeClr val="dk1"/>
                </a:solidFill>
                <a:latin typeface="Malgun Gothic"/>
                <a:ea typeface="Malgun Gothic"/>
                <a:cs typeface="Malgun Gothic"/>
                <a:sym typeface="Malgun Gothic"/>
              </a:rPr>
              <a:t>기관관리자</a:t>
            </a:r>
            <a:endParaRPr sz="1500">
              <a:solidFill>
                <a:schemeClr val="dk1"/>
              </a:solidFill>
              <a:latin typeface="Malgun Gothic"/>
              <a:ea typeface="Malgun Gothic"/>
              <a:cs typeface="Malgun Gothic"/>
              <a:sym typeface="Malgun Gothic"/>
            </a:endParaRPr>
          </a:p>
        </p:txBody>
      </p:sp>
      <p:sp>
        <p:nvSpPr>
          <p:cNvPr id="161" name="Google Shape;161;p16"/>
          <p:cNvSpPr/>
          <p:nvPr/>
        </p:nvSpPr>
        <p:spPr>
          <a:xfrm>
            <a:off x="2882725" y="4731275"/>
            <a:ext cx="2794500" cy="324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000">
                <a:latin typeface="Malgun Gothic"/>
                <a:ea typeface="Malgun Gothic"/>
                <a:cs typeface="Malgun Gothic"/>
                <a:sym typeface="Malgun Gothic"/>
              </a:rPr>
              <a:t>대구 중구 중앙로 77길</a:t>
            </a:r>
            <a:endParaRPr sz="1000">
              <a:latin typeface="Malgun Gothic"/>
              <a:ea typeface="Malgun Gothic"/>
              <a:cs typeface="Malgun Gothic"/>
              <a:sym typeface="Malgun Gothic"/>
            </a:endParaRPr>
          </a:p>
        </p:txBody>
      </p:sp>
      <p:sp>
        <p:nvSpPr>
          <p:cNvPr id="162" name="Google Shape;162;p16"/>
          <p:cNvSpPr txBox="1"/>
          <p:nvPr/>
        </p:nvSpPr>
        <p:spPr>
          <a:xfrm>
            <a:off x="2009350" y="4734129"/>
            <a:ext cx="668400" cy="2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주소</a:t>
            </a:r>
            <a:endParaRPr sz="1000">
              <a:solidFill>
                <a:schemeClr val="dk1"/>
              </a:solidFill>
              <a:latin typeface="Malgun Gothic"/>
              <a:ea typeface="Malgun Gothic"/>
              <a:cs typeface="Malgun Gothic"/>
              <a:sym typeface="Malgun Gothic"/>
            </a:endParaRPr>
          </a:p>
        </p:txBody>
      </p:sp>
      <p:sp>
        <p:nvSpPr>
          <p:cNvPr id="163" name="Google Shape;163;p16"/>
          <p:cNvSpPr/>
          <p:nvPr/>
        </p:nvSpPr>
        <p:spPr>
          <a:xfrm>
            <a:off x="2900700" y="4304563"/>
            <a:ext cx="2831700" cy="324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100">
                <a:latin typeface="Malgun Gothic"/>
                <a:ea typeface="Malgun Gothic"/>
                <a:cs typeface="Malgun Gothic"/>
                <a:sym typeface="Malgun Gothic"/>
              </a:rPr>
              <a:t>📅 1900년 00월 00일</a:t>
            </a:r>
            <a:endParaRPr sz="1100">
              <a:latin typeface="Malgun Gothic"/>
              <a:ea typeface="Malgun Gothic"/>
              <a:cs typeface="Malgun Gothic"/>
              <a:sym typeface="Malgun Gothic"/>
            </a:endParaRPr>
          </a:p>
        </p:txBody>
      </p:sp>
      <p:sp>
        <p:nvSpPr>
          <p:cNvPr id="164" name="Google Shape;164;p16"/>
          <p:cNvSpPr txBox="1"/>
          <p:nvPr/>
        </p:nvSpPr>
        <p:spPr>
          <a:xfrm>
            <a:off x="1921750" y="4366069"/>
            <a:ext cx="763200" cy="2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생년월일</a:t>
            </a:r>
            <a:endParaRPr sz="1000">
              <a:solidFill>
                <a:schemeClr val="dk1"/>
              </a:solidFill>
              <a:latin typeface="Malgun Gothic"/>
              <a:ea typeface="Malgun Gothic"/>
              <a:cs typeface="Malgun Gothic"/>
              <a:sym typeface="Malgun Gothic"/>
            </a:endParaRPr>
          </a:p>
        </p:txBody>
      </p:sp>
      <p:sp>
        <p:nvSpPr>
          <p:cNvPr id="165" name="Google Shape;165;p16"/>
          <p:cNvSpPr/>
          <p:nvPr/>
        </p:nvSpPr>
        <p:spPr>
          <a:xfrm>
            <a:off x="1415450" y="1176225"/>
            <a:ext cx="368700" cy="324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166" name="Google Shape;166;p16"/>
          <p:cNvSpPr/>
          <p:nvPr/>
        </p:nvSpPr>
        <p:spPr>
          <a:xfrm>
            <a:off x="1654700" y="2159500"/>
            <a:ext cx="368700" cy="266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
        <p:nvSpPr>
          <p:cNvPr id="167" name="Google Shape;167;p16"/>
          <p:cNvSpPr/>
          <p:nvPr/>
        </p:nvSpPr>
        <p:spPr>
          <a:xfrm>
            <a:off x="1618850" y="2782163"/>
            <a:ext cx="338700" cy="3333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3</a:t>
            </a:r>
            <a:endParaRPr>
              <a:latin typeface="Malgun Gothic"/>
              <a:ea typeface="Malgun Gothic"/>
              <a:cs typeface="Malgun Gothic"/>
              <a:sym typeface="Malgun Gothic"/>
            </a:endParaRPr>
          </a:p>
        </p:txBody>
      </p:sp>
      <p:sp>
        <p:nvSpPr>
          <p:cNvPr id="168" name="Google Shape;168;p16"/>
          <p:cNvSpPr/>
          <p:nvPr/>
        </p:nvSpPr>
        <p:spPr>
          <a:xfrm>
            <a:off x="1618850" y="3457700"/>
            <a:ext cx="267000" cy="266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4</a:t>
            </a:r>
            <a:endParaRPr>
              <a:latin typeface="Malgun Gothic"/>
              <a:ea typeface="Malgun Gothic"/>
              <a:cs typeface="Malgun Gothic"/>
              <a:sym typeface="Malgun Gothic"/>
            </a:endParaRPr>
          </a:p>
        </p:txBody>
      </p:sp>
      <p:sp>
        <p:nvSpPr>
          <p:cNvPr id="169" name="Google Shape;169;p16"/>
          <p:cNvSpPr/>
          <p:nvPr/>
        </p:nvSpPr>
        <p:spPr>
          <a:xfrm>
            <a:off x="1654700" y="3911888"/>
            <a:ext cx="267000" cy="266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5</a:t>
            </a:r>
            <a:endParaRPr>
              <a:latin typeface="Malgun Gothic"/>
              <a:ea typeface="Malgun Gothic"/>
              <a:cs typeface="Malgun Gothic"/>
              <a:sym typeface="Malgun Gothic"/>
            </a:endParaRPr>
          </a:p>
        </p:txBody>
      </p:sp>
      <p:sp>
        <p:nvSpPr>
          <p:cNvPr id="170" name="Google Shape;170;p16"/>
          <p:cNvSpPr/>
          <p:nvPr/>
        </p:nvSpPr>
        <p:spPr>
          <a:xfrm>
            <a:off x="6538800" y="4755900"/>
            <a:ext cx="338700" cy="266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6</a:t>
            </a:r>
            <a:endParaRPr>
              <a:latin typeface="Malgun Gothic"/>
              <a:ea typeface="Malgun Gothic"/>
              <a:cs typeface="Malgun Gothic"/>
              <a:sym typeface="Malgun Gothic"/>
            </a:endParaRPr>
          </a:p>
        </p:txBody>
      </p:sp>
      <p:sp>
        <p:nvSpPr>
          <p:cNvPr id="171" name="Google Shape;171;p16"/>
          <p:cNvSpPr/>
          <p:nvPr/>
        </p:nvSpPr>
        <p:spPr>
          <a:xfrm>
            <a:off x="1654700" y="4755900"/>
            <a:ext cx="267000" cy="266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7</a:t>
            </a:r>
            <a:endParaRPr>
              <a:latin typeface="Malgun Gothic"/>
              <a:ea typeface="Malgun Gothic"/>
              <a:cs typeface="Malgun Gothic"/>
              <a:sym typeface="Malgun Gothic"/>
            </a:endParaRPr>
          </a:p>
        </p:txBody>
      </p:sp>
      <p:sp>
        <p:nvSpPr>
          <p:cNvPr id="172" name="Google Shape;172;p16"/>
          <p:cNvSpPr/>
          <p:nvPr/>
        </p:nvSpPr>
        <p:spPr>
          <a:xfrm>
            <a:off x="5783125" y="4743525"/>
            <a:ext cx="588000" cy="2667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주소검색</a:t>
            </a:r>
            <a:endParaRPr sz="700">
              <a:latin typeface="Malgun Gothic"/>
              <a:ea typeface="Malgun Gothic"/>
              <a:cs typeface="Malgun Gothic"/>
              <a:sym typeface="Malgun Gothic"/>
            </a:endParaRPr>
          </a:p>
        </p:txBody>
      </p:sp>
      <p:sp>
        <p:nvSpPr>
          <p:cNvPr id="173" name="Google Shape;173;p16"/>
          <p:cNvSpPr/>
          <p:nvPr/>
        </p:nvSpPr>
        <p:spPr>
          <a:xfrm>
            <a:off x="5935800" y="3542399"/>
            <a:ext cx="795900" cy="2154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email 인증</a:t>
            </a:r>
            <a:endParaRPr sz="700">
              <a:latin typeface="Malgun Gothic"/>
              <a:ea typeface="Malgun Gothic"/>
              <a:cs typeface="Malgun Gothic"/>
              <a:sym typeface="Malgun Gothic"/>
            </a:endParaRPr>
          </a:p>
        </p:txBody>
      </p:sp>
      <p:sp>
        <p:nvSpPr>
          <p:cNvPr id="174" name="Google Shape;174;p16"/>
          <p:cNvSpPr/>
          <p:nvPr/>
        </p:nvSpPr>
        <p:spPr>
          <a:xfrm>
            <a:off x="2885828" y="5157975"/>
            <a:ext cx="2794500" cy="324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000">
                <a:solidFill>
                  <a:schemeClr val="accent3"/>
                </a:solidFill>
                <a:latin typeface="Malgun Gothic"/>
                <a:ea typeface="Malgun Gothic"/>
                <a:cs typeface="Malgun Gothic"/>
                <a:sym typeface="Malgun Gothic"/>
              </a:rPr>
              <a:t>상세주소</a:t>
            </a:r>
            <a:endParaRPr sz="1000">
              <a:solidFill>
                <a:schemeClr val="accent3"/>
              </a:solidFill>
              <a:latin typeface="Malgun Gothic"/>
              <a:ea typeface="Malgun Gothic"/>
              <a:cs typeface="Malgun Gothic"/>
              <a:sym typeface="Malgun Gothic"/>
            </a:endParaRPr>
          </a:p>
        </p:txBody>
      </p:sp>
      <p:sp>
        <p:nvSpPr>
          <p:cNvPr id="175" name="Google Shape;175;p16"/>
          <p:cNvSpPr/>
          <p:nvPr/>
        </p:nvSpPr>
        <p:spPr>
          <a:xfrm>
            <a:off x="5935800" y="2328899"/>
            <a:ext cx="795900" cy="2154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중복검사</a:t>
            </a:r>
            <a:endParaRPr sz="700">
              <a:latin typeface="Malgun Gothic"/>
              <a:ea typeface="Malgun Gothic"/>
              <a:cs typeface="Malgun Gothic"/>
              <a:sym typeface="Malgun Gothic"/>
            </a:endParaRPr>
          </a:p>
        </p:txBody>
      </p:sp>
      <p:sp>
        <p:nvSpPr>
          <p:cNvPr id="176" name="Google Shape;176;p16"/>
          <p:cNvSpPr txBox="1"/>
          <p:nvPr/>
        </p:nvSpPr>
        <p:spPr>
          <a:xfrm>
            <a:off x="2861536" y="3258640"/>
            <a:ext cx="24699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000">
                <a:solidFill>
                  <a:srgbClr val="FF0000"/>
                </a:solidFill>
                <a:latin typeface="Malgun Gothic"/>
                <a:ea typeface="Malgun Gothic"/>
                <a:cs typeface="Malgun Gothic"/>
                <a:sym typeface="Malgun Gothic"/>
              </a:rPr>
              <a:t>! </a:t>
            </a:r>
            <a:r>
              <a:rPr b="1" lang="ko-KR" sz="1000">
                <a:solidFill>
                  <a:srgbClr val="FF0000"/>
                </a:solidFill>
                <a:latin typeface="Malgun Gothic"/>
                <a:ea typeface="Malgun Gothic"/>
                <a:cs typeface="Malgun Gothic"/>
                <a:sym typeface="Malgun Gothic"/>
              </a:rPr>
              <a:t>비밀번호가 일치하지 않습니다.</a:t>
            </a:r>
            <a:endParaRPr b="1" sz="1000">
              <a:solidFill>
                <a:srgbClr val="FF0000"/>
              </a:solidFill>
              <a:latin typeface="Malgun Gothic"/>
              <a:ea typeface="Malgun Gothic"/>
              <a:cs typeface="Malgun Gothic"/>
              <a:sym typeface="Malgun Gothic"/>
            </a:endParaRPr>
          </a:p>
        </p:txBody>
      </p:sp>
      <p:sp>
        <p:nvSpPr>
          <p:cNvPr id="177" name="Google Shape;177;p16"/>
          <p:cNvSpPr txBox="1"/>
          <p:nvPr/>
        </p:nvSpPr>
        <p:spPr>
          <a:xfrm>
            <a:off x="2916925" y="2423251"/>
            <a:ext cx="2794500" cy="1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000">
                <a:solidFill>
                  <a:srgbClr val="FF0000"/>
                </a:solidFill>
                <a:latin typeface="Malgun Gothic"/>
                <a:ea typeface="Malgun Gothic"/>
                <a:cs typeface="Malgun Gothic"/>
                <a:sym typeface="Malgun Gothic"/>
              </a:rPr>
              <a:t>! 4</a:t>
            </a:r>
            <a:r>
              <a:rPr b="1" lang="ko-KR" sz="1000">
                <a:solidFill>
                  <a:srgbClr val="FF0000"/>
                </a:solidFill>
                <a:latin typeface="Malgun Gothic"/>
                <a:ea typeface="Malgun Gothic"/>
                <a:cs typeface="Malgun Gothic"/>
                <a:sym typeface="Malgun Gothic"/>
              </a:rPr>
              <a:t>글자에서 15글자 사이의 값을 입력하세요.</a:t>
            </a:r>
            <a:endParaRPr b="1" sz="1000">
              <a:solidFill>
                <a:srgbClr val="FF0000"/>
              </a:solidFill>
              <a:latin typeface="Malgun Gothic"/>
              <a:ea typeface="Malgun Gothic"/>
              <a:cs typeface="Malgun Gothic"/>
              <a:sym typeface="Malgun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graphicFrame>
        <p:nvGraphicFramePr>
          <p:cNvPr id="183" name="Google Shape;183;p17"/>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view-004</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회원가입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res-2</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회원가입 페이지 - </a:t>
                      </a:r>
                      <a:r>
                        <a:rPr lang="ko-KR"/>
                        <a:t>유효성 검사</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사이트이용자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ctr">
                        <a:spcBef>
                          <a:spcPts val="0"/>
                        </a:spcBef>
                        <a:spcAft>
                          <a:spcPts val="0"/>
                        </a:spcAft>
                        <a:buNone/>
                      </a:pPr>
                      <a:r>
                        <a:rPr lang="ko-KR" sz="2500"/>
                        <a:t>회원가입</a:t>
                      </a:r>
                      <a:endParaRPr sz="2500"/>
                    </a:p>
                    <a:p>
                      <a:pPr indent="0" lvl="0" marL="0" marR="0" rtl="0" algn="ctr">
                        <a:spcBef>
                          <a:spcPts val="0"/>
                        </a:spcBef>
                        <a:spcAft>
                          <a:spcPts val="0"/>
                        </a:spcAft>
                        <a:buNone/>
                      </a:pPr>
                      <a:r>
                        <a:rPr lang="ko-KR" sz="1300"/>
                        <a:t>새로운 계정을 만들어 보세요</a:t>
                      </a:r>
                      <a:endParaRPr sz="1300"/>
                    </a:p>
                    <a:p>
                      <a:pPr indent="0" lvl="0" marL="0" marR="0" rtl="0" algn="ctr">
                        <a:spcBef>
                          <a:spcPts val="0"/>
                        </a:spcBef>
                        <a:spcAft>
                          <a:spcPts val="0"/>
                        </a:spcAft>
                        <a:buNone/>
                      </a:pPr>
                      <a:r>
                        <a:t/>
                      </a:r>
                      <a:endParaRPr sz="1300"/>
                    </a:p>
                    <a:p>
                      <a:pPr indent="0" lvl="0" marL="0" marR="0" rtl="0" algn="ctr">
                        <a:spcBef>
                          <a:spcPts val="0"/>
                        </a:spcBef>
                        <a:spcAft>
                          <a:spcPts val="0"/>
                        </a:spcAft>
                        <a:buNone/>
                      </a:pPr>
                      <a:r>
                        <a:t/>
                      </a:r>
                      <a:endParaRPr sz="1300"/>
                    </a:p>
                    <a:p>
                      <a:pPr indent="0" lvl="0" marL="0" marR="0" rtl="0" algn="ctr">
                        <a:spcBef>
                          <a:spcPts val="0"/>
                        </a:spcBef>
                        <a:spcAft>
                          <a:spcPts val="0"/>
                        </a:spcAft>
                        <a:buNone/>
                      </a:pPr>
                      <a:r>
                        <a:t/>
                      </a:r>
                      <a:endParaRPr sz="1300"/>
                    </a:p>
                    <a:p>
                      <a:pPr indent="0" lvl="0" marL="0" marR="0" rtl="0" algn="ctr">
                        <a:spcBef>
                          <a:spcPts val="0"/>
                        </a:spcBef>
                        <a:spcAft>
                          <a:spcPts val="0"/>
                        </a:spcAft>
                        <a:buNone/>
                      </a:pPr>
                      <a:r>
                        <a:t/>
                      </a:r>
                      <a:endParaRPr sz="1300"/>
                    </a:p>
                    <a:p>
                      <a:pPr indent="0" lvl="0" marL="0" rtl="0" algn="ctr">
                        <a:spcBef>
                          <a:spcPts val="0"/>
                        </a:spcBef>
                        <a:spcAft>
                          <a:spcPts val="0"/>
                        </a:spcAft>
                        <a:buNone/>
                      </a:pPr>
                      <a:r>
                        <a:rPr lang="ko-KR" sz="1000">
                          <a:latin typeface="Malgun Gothic"/>
                          <a:ea typeface="Malgun Gothic"/>
                          <a:cs typeface="Malgun Gothic"/>
                          <a:sym typeface="Malgun Gothic"/>
                        </a:rPr>
                        <a:t>이름</a:t>
                      </a:r>
                      <a:endParaRPr sz="1000">
                        <a:latin typeface="Malgun Gothic"/>
                        <a:ea typeface="Malgun Gothic"/>
                        <a:cs typeface="Malgun Gothic"/>
                        <a:sym typeface="Malgun Gothic"/>
                      </a:endParaRPr>
                    </a:p>
                    <a:p>
                      <a:pPr indent="0" lvl="0" marL="0" rtl="0" algn="ctr">
                        <a:spcBef>
                          <a:spcPts val="0"/>
                        </a:spcBef>
                        <a:spcAft>
                          <a:spcPts val="0"/>
                        </a:spcAft>
                        <a:buNone/>
                      </a:pPr>
                      <a:r>
                        <a:t/>
                      </a:r>
                      <a:endParaRPr sz="1000">
                        <a:latin typeface="Malgun Gothic"/>
                        <a:ea typeface="Malgun Gothic"/>
                        <a:cs typeface="Malgun Gothic"/>
                        <a:sym typeface="Malgun Gothic"/>
                      </a:endParaRPr>
                    </a:p>
                    <a:p>
                      <a:pPr indent="0" lvl="0" marL="0" rtl="0" algn="ctr">
                        <a:spcBef>
                          <a:spcPts val="0"/>
                        </a:spcBef>
                        <a:spcAft>
                          <a:spcPts val="0"/>
                        </a:spcAft>
                        <a:buNone/>
                      </a:pPr>
                      <a:r>
                        <a:t/>
                      </a:r>
                      <a:endParaRPr sz="1000">
                        <a:latin typeface="Malgun Gothic"/>
                        <a:ea typeface="Malgun Gothic"/>
                        <a:cs typeface="Malgun Gothic"/>
                        <a:sym typeface="Malgun Gothic"/>
                      </a:endParaRPr>
                    </a:p>
                    <a:p>
                      <a:pPr indent="0" lvl="0" marL="0" rtl="0" algn="l">
                        <a:spcBef>
                          <a:spcPts val="0"/>
                        </a:spcBef>
                        <a:spcAft>
                          <a:spcPts val="0"/>
                        </a:spcAft>
                        <a:buNone/>
                      </a:pPr>
                      <a:r>
                        <a:t/>
                      </a:r>
                      <a:endParaRPr sz="1200">
                        <a:latin typeface="Malgun Gothic"/>
                        <a:ea typeface="Malgun Gothic"/>
                        <a:cs typeface="Malgun Gothic"/>
                        <a:sym typeface="Malgun Gothic"/>
                      </a:endParaRPr>
                    </a:p>
                    <a:p>
                      <a:pPr indent="0" lvl="0" marL="0" marR="0" rtl="0" algn="ctr">
                        <a:spcBef>
                          <a:spcPts val="0"/>
                        </a:spcBef>
                        <a:spcAft>
                          <a:spcPts val="0"/>
                        </a:spcAft>
                        <a:buNone/>
                      </a:pPr>
                      <a:r>
                        <a:rPr lang="ko-KR" sz="1300"/>
                        <a:t>ㅁㄴㅇㄻㄴㄹㅇ</a:t>
                      </a:r>
                      <a:r>
                        <a:rPr lang="ko-KR" sz="1200">
                          <a:latin typeface="Malgun Gothic"/>
                          <a:ea typeface="Malgun Gothic"/>
                          <a:cs typeface="Malgun Gothic"/>
                          <a:sym typeface="Malgun Gothic"/>
                        </a:rPr>
                        <a:t>이메일</a:t>
                      </a:r>
                      <a:endParaRPr sz="1200">
                        <a:latin typeface="Malgun Gothic"/>
                        <a:ea typeface="Malgun Gothic"/>
                        <a:cs typeface="Malgun Gothic"/>
                        <a:sym typeface="Malgun Gothic"/>
                      </a:endParaRPr>
                    </a:p>
                    <a:p>
                      <a:pPr indent="0" lvl="0" marL="0" marR="0" rtl="0" algn="ctr">
                        <a:spcBef>
                          <a:spcPts val="0"/>
                        </a:spcBef>
                        <a:spcAft>
                          <a:spcPts val="0"/>
                        </a:spcAft>
                        <a:buNone/>
                      </a:pPr>
                      <a:r>
                        <a:t/>
                      </a:r>
                      <a:endParaRPr sz="1300"/>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아이디 중복을 검사하지 않고 가입하기를 누른 경우 경고창으로 안내한다.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아이디값이 기존DB에 없을시 사용가능 안내한다.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아이디 값이 기존 DB에 존재시, 이미 등록되었음을 안내한다.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입력한 이메일로 인증번호를 전송한다. 인증번호는 발송 후 3분 이내에 입력하여야 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이메일로 보낸 인증번호와 일치하게 입력하면 유효함을 안내한다.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인증번호가 일치하지 않으면 불일치함을 안내한다. 인증번호 재전송을 통해 재시도 가능하다.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pic>
        <p:nvPicPr>
          <p:cNvPr id="184" name="Google Shape;184;p17"/>
          <p:cNvPicPr preferRelativeResize="0"/>
          <p:nvPr/>
        </p:nvPicPr>
        <p:blipFill>
          <a:blip r:embed="rId3">
            <a:alphaModFix/>
          </a:blip>
          <a:stretch>
            <a:fillRect/>
          </a:stretch>
        </p:blipFill>
        <p:spPr>
          <a:xfrm>
            <a:off x="1006775" y="1116438"/>
            <a:ext cx="6259900" cy="5493725"/>
          </a:xfrm>
          <a:prstGeom prst="rect">
            <a:avLst/>
          </a:prstGeom>
          <a:noFill/>
          <a:ln>
            <a:noFill/>
          </a:ln>
        </p:spPr>
      </p:pic>
      <p:pic>
        <p:nvPicPr>
          <p:cNvPr id="185" name="Google Shape;185;p17"/>
          <p:cNvPicPr preferRelativeResize="0"/>
          <p:nvPr/>
        </p:nvPicPr>
        <p:blipFill>
          <a:blip r:embed="rId4">
            <a:alphaModFix/>
          </a:blip>
          <a:stretch>
            <a:fillRect/>
          </a:stretch>
        </p:blipFill>
        <p:spPr>
          <a:xfrm>
            <a:off x="1695887" y="1345850"/>
            <a:ext cx="1295325" cy="409575"/>
          </a:xfrm>
          <a:prstGeom prst="rect">
            <a:avLst/>
          </a:prstGeom>
          <a:noFill/>
          <a:ln>
            <a:noFill/>
          </a:ln>
        </p:spPr>
      </p:pic>
      <p:sp>
        <p:nvSpPr>
          <p:cNvPr id="186" name="Google Shape;186;p17"/>
          <p:cNvSpPr txBox="1"/>
          <p:nvPr/>
        </p:nvSpPr>
        <p:spPr>
          <a:xfrm>
            <a:off x="2009350" y="1916900"/>
            <a:ext cx="588000" cy="3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000">
                <a:solidFill>
                  <a:schemeClr val="dk1"/>
                </a:solidFill>
                <a:latin typeface="Malgun Gothic"/>
                <a:ea typeface="Malgun Gothic"/>
                <a:cs typeface="Malgun Gothic"/>
                <a:sym typeface="Malgun Gothic"/>
              </a:rPr>
              <a:t>이름</a:t>
            </a:r>
            <a:endParaRPr sz="1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t/>
            </a:r>
            <a:endParaRPr sz="1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t/>
            </a:r>
            <a:endParaRPr sz="1000">
              <a:solidFill>
                <a:schemeClr val="dk1"/>
              </a:solidFill>
              <a:latin typeface="Malgun Gothic"/>
              <a:ea typeface="Malgun Gothic"/>
              <a:cs typeface="Malgun Gothic"/>
              <a:sym typeface="Malgun Gothic"/>
            </a:endParaRPr>
          </a:p>
        </p:txBody>
      </p:sp>
      <p:sp>
        <p:nvSpPr>
          <p:cNvPr id="187" name="Google Shape;187;p17"/>
          <p:cNvSpPr txBox="1"/>
          <p:nvPr/>
        </p:nvSpPr>
        <p:spPr>
          <a:xfrm>
            <a:off x="2009338" y="2369850"/>
            <a:ext cx="588000" cy="3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000">
                <a:solidFill>
                  <a:schemeClr val="dk1"/>
                </a:solidFill>
                <a:latin typeface="Malgun Gothic"/>
                <a:ea typeface="Malgun Gothic"/>
                <a:cs typeface="Malgun Gothic"/>
                <a:sym typeface="Malgun Gothic"/>
              </a:rPr>
              <a:t>아이디</a:t>
            </a:r>
            <a:endParaRPr sz="1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t/>
            </a:r>
            <a:endParaRPr sz="1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t/>
            </a:r>
            <a:endParaRPr sz="1000">
              <a:solidFill>
                <a:schemeClr val="dk1"/>
              </a:solidFill>
              <a:latin typeface="Malgun Gothic"/>
              <a:ea typeface="Malgun Gothic"/>
              <a:cs typeface="Malgun Gothic"/>
              <a:sym typeface="Malgun Gothic"/>
            </a:endParaRPr>
          </a:p>
        </p:txBody>
      </p:sp>
      <p:sp>
        <p:nvSpPr>
          <p:cNvPr id="188" name="Google Shape;188;p17"/>
          <p:cNvSpPr txBox="1"/>
          <p:nvPr/>
        </p:nvSpPr>
        <p:spPr>
          <a:xfrm>
            <a:off x="2009349" y="2758574"/>
            <a:ext cx="763200" cy="1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비밀번호</a:t>
            </a:r>
            <a:endParaRPr sz="1000">
              <a:solidFill>
                <a:schemeClr val="dk1"/>
              </a:solidFill>
              <a:latin typeface="Malgun Gothic"/>
              <a:ea typeface="Malgun Gothic"/>
              <a:cs typeface="Malgun Gothic"/>
              <a:sym typeface="Malgun Gothic"/>
            </a:endParaRPr>
          </a:p>
        </p:txBody>
      </p:sp>
      <p:pic>
        <p:nvPicPr>
          <p:cNvPr id="189" name="Google Shape;189;p17"/>
          <p:cNvPicPr preferRelativeResize="0"/>
          <p:nvPr/>
        </p:nvPicPr>
        <p:blipFill>
          <a:blip r:embed="rId5">
            <a:alphaModFix/>
          </a:blip>
          <a:stretch>
            <a:fillRect/>
          </a:stretch>
        </p:blipFill>
        <p:spPr>
          <a:xfrm>
            <a:off x="2884663" y="2321800"/>
            <a:ext cx="2952750" cy="323850"/>
          </a:xfrm>
          <a:prstGeom prst="rect">
            <a:avLst/>
          </a:prstGeom>
          <a:noFill/>
          <a:ln>
            <a:noFill/>
          </a:ln>
        </p:spPr>
      </p:pic>
      <p:pic>
        <p:nvPicPr>
          <p:cNvPr id="190" name="Google Shape;190;p17"/>
          <p:cNvPicPr preferRelativeResize="0"/>
          <p:nvPr/>
        </p:nvPicPr>
        <p:blipFill>
          <a:blip r:embed="rId6">
            <a:alphaModFix/>
          </a:blip>
          <a:stretch>
            <a:fillRect/>
          </a:stretch>
        </p:blipFill>
        <p:spPr>
          <a:xfrm>
            <a:off x="2924538" y="1916975"/>
            <a:ext cx="2952750" cy="323850"/>
          </a:xfrm>
          <a:prstGeom prst="rect">
            <a:avLst/>
          </a:prstGeom>
          <a:noFill/>
          <a:ln>
            <a:noFill/>
          </a:ln>
        </p:spPr>
      </p:pic>
      <p:pic>
        <p:nvPicPr>
          <p:cNvPr id="191" name="Google Shape;191;p17"/>
          <p:cNvPicPr preferRelativeResize="0"/>
          <p:nvPr/>
        </p:nvPicPr>
        <p:blipFill>
          <a:blip r:embed="rId7">
            <a:alphaModFix/>
          </a:blip>
          <a:stretch>
            <a:fillRect/>
          </a:stretch>
        </p:blipFill>
        <p:spPr>
          <a:xfrm>
            <a:off x="2884638" y="3509058"/>
            <a:ext cx="2952750" cy="333375"/>
          </a:xfrm>
          <a:prstGeom prst="rect">
            <a:avLst/>
          </a:prstGeom>
          <a:noFill/>
          <a:ln>
            <a:noFill/>
          </a:ln>
        </p:spPr>
      </p:pic>
      <p:pic>
        <p:nvPicPr>
          <p:cNvPr id="192" name="Google Shape;192;p17"/>
          <p:cNvPicPr preferRelativeResize="0"/>
          <p:nvPr/>
        </p:nvPicPr>
        <p:blipFill>
          <a:blip r:embed="rId8">
            <a:alphaModFix/>
          </a:blip>
          <a:stretch>
            <a:fillRect/>
          </a:stretch>
        </p:blipFill>
        <p:spPr>
          <a:xfrm>
            <a:off x="2884650" y="3916223"/>
            <a:ext cx="2952750" cy="323850"/>
          </a:xfrm>
          <a:prstGeom prst="rect">
            <a:avLst/>
          </a:prstGeom>
          <a:noFill/>
          <a:ln>
            <a:noFill/>
          </a:ln>
        </p:spPr>
      </p:pic>
      <p:pic>
        <p:nvPicPr>
          <p:cNvPr id="193" name="Google Shape;193;p17"/>
          <p:cNvPicPr preferRelativeResize="0"/>
          <p:nvPr/>
        </p:nvPicPr>
        <p:blipFill>
          <a:blip r:embed="rId9">
            <a:alphaModFix/>
          </a:blip>
          <a:stretch>
            <a:fillRect/>
          </a:stretch>
        </p:blipFill>
        <p:spPr>
          <a:xfrm>
            <a:off x="2884638" y="3114361"/>
            <a:ext cx="2952750" cy="323850"/>
          </a:xfrm>
          <a:prstGeom prst="rect">
            <a:avLst/>
          </a:prstGeom>
          <a:noFill/>
          <a:ln>
            <a:noFill/>
          </a:ln>
        </p:spPr>
      </p:pic>
      <p:pic>
        <p:nvPicPr>
          <p:cNvPr id="194" name="Google Shape;194;p17"/>
          <p:cNvPicPr preferRelativeResize="0"/>
          <p:nvPr/>
        </p:nvPicPr>
        <p:blipFill>
          <a:blip r:embed="rId9">
            <a:alphaModFix/>
          </a:blip>
          <a:stretch>
            <a:fillRect/>
          </a:stretch>
        </p:blipFill>
        <p:spPr>
          <a:xfrm>
            <a:off x="2884650" y="2723644"/>
            <a:ext cx="2952750" cy="323850"/>
          </a:xfrm>
          <a:prstGeom prst="rect">
            <a:avLst/>
          </a:prstGeom>
          <a:noFill/>
          <a:ln>
            <a:noFill/>
          </a:ln>
        </p:spPr>
      </p:pic>
      <p:sp>
        <p:nvSpPr>
          <p:cNvPr id="195" name="Google Shape;195;p17"/>
          <p:cNvSpPr txBox="1"/>
          <p:nvPr/>
        </p:nvSpPr>
        <p:spPr>
          <a:xfrm>
            <a:off x="1864888" y="3085486"/>
            <a:ext cx="957300" cy="2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비밀번호확인</a:t>
            </a:r>
            <a:endParaRPr sz="1000">
              <a:solidFill>
                <a:schemeClr val="dk1"/>
              </a:solidFill>
              <a:latin typeface="Malgun Gothic"/>
              <a:ea typeface="Malgun Gothic"/>
              <a:cs typeface="Malgun Gothic"/>
              <a:sym typeface="Malgun Gothic"/>
            </a:endParaRPr>
          </a:p>
        </p:txBody>
      </p:sp>
      <p:sp>
        <p:nvSpPr>
          <p:cNvPr id="196" name="Google Shape;196;p17"/>
          <p:cNvSpPr txBox="1"/>
          <p:nvPr/>
        </p:nvSpPr>
        <p:spPr>
          <a:xfrm>
            <a:off x="1921750" y="3471425"/>
            <a:ext cx="763200" cy="1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이메일</a:t>
            </a:r>
            <a:endParaRPr sz="1200">
              <a:solidFill>
                <a:schemeClr val="dk1"/>
              </a:solidFill>
              <a:latin typeface="Malgun Gothic"/>
              <a:ea typeface="Malgun Gothic"/>
              <a:cs typeface="Malgun Gothic"/>
              <a:sym typeface="Malgun Gothic"/>
            </a:endParaRPr>
          </a:p>
        </p:txBody>
      </p:sp>
      <p:sp>
        <p:nvSpPr>
          <p:cNvPr id="197" name="Google Shape;197;p17"/>
          <p:cNvSpPr txBox="1"/>
          <p:nvPr/>
        </p:nvSpPr>
        <p:spPr>
          <a:xfrm>
            <a:off x="2000252" y="3902439"/>
            <a:ext cx="668400" cy="1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연락처</a:t>
            </a:r>
            <a:endParaRPr sz="1200">
              <a:solidFill>
                <a:schemeClr val="dk1"/>
              </a:solidFill>
              <a:latin typeface="Malgun Gothic"/>
              <a:ea typeface="Malgun Gothic"/>
              <a:cs typeface="Malgun Gothic"/>
              <a:sym typeface="Malgun Gothic"/>
            </a:endParaRPr>
          </a:p>
        </p:txBody>
      </p:sp>
      <p:pic>
        <p:nvPicPr>
          <p:cNvPr id="198" name="Google Shape;198;p17"/>
          <p:cNvPicPr preferRelativeResize="0"/>
          <p:nvPr/>
        </p:nvPicPr>
        <p:blipFill>
          <a:blip r:embed="rId10">
            <a:alphaModFix/>
          </a:blip>
          <a:stretch>
            <a:fillRect/>
          </a:stretch>
        </p:blipFill>
        <p:spPr>
          <a:xfrm>
            <a:off x="3015400" y="6213460"/>
            <a:ext cx="957300" cy="349491"/>
          </a:xfrm>
          <a:prstGeom prst="rect">
            <a:avLst/>
          </a:prstGeom>
          <a:noFill/>
          <a:ln>
            <a:noFill/>
          </a:ln>
        </p:spPr>
      </p:pic>
      <p:pic>
        <p:nvPicPr>
          <p:cNvPr id="199" name="Google Shape;199;p17"/>
          <p:cNvPicPr preferRelativeResize="0"/>
          <p:nvPr/>
        </p:nvPicPr>
        <p:blipFill>
          <a:blip r:embed="rId11">
            <a:alphaModFix/>
          </a:blip>
          <a:stretch>
            <a:fillRect/>
          </a:stretch>
        </p:blipFill>
        <p:spPr>
          <a:xfrm>
            <a:off x="4524324" y="6213450"/>
            <a:ext cx="957326" cy="349500"/>
          </a:xfrm>
          <a:prstGeom prst="rect">
            <a:avLst/>
          </a:prstGeom>
          <a:noFill/>
          <a:ln>
            <a:noFill/>
          </a:ln>
        </p:spPr>
      </p:pic>
      <p:pic>
        <p:nvPicPr>
          <p:cNvPr id="200" name="Google Shape;200;p17"/>
          <p:cNvPicPr preferRelativeResize="0"/>
          <p:nvPr/>
        </p:nvPicPr>
        <p:blipFill>
          <a:blip r:embed="rId12">
            <a:alphaModFix/>
          </a:blip>
          <a:stretch>
            <a:fillRect/>
          </a:stretch>
        </p:blipFill>
        <p:spPr>
          <a:xfrm>
            <a:off x="2822200" y="5575332"/>
            <a:ext cx="2952750" cy="333375"/>
          </a:xfrm>
          <a:prstGeom prst="rect">
            <a:avLst/>
          </a:prstGeom>
          <a:noFill/>
          <a:ln>
            <a:noFill/>
          </a:ln>
        </p:spPr>
      </p:pic>
      <p:sp>
        <p:nvSpPr>
          <p:cNvPr id="201" name="Google Shape;201;p17"/>
          <p:cNvSpPr txBox="1"/>
          <p:nvPr/>
        </p:nvSpPr>
        <p:spPr>
          <a:xfrm>
            <a:off x="1969138" y="5617417"/>
            <a:ext cx="668400" cy="1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기관</a:t>
            </a:r>
            <a:endParaRPr sz="1200">
              <a:solidFill>
                <a:schemeClr val="dk1"/>
              </a:solidFill>
              <a:latin typeface="Malgun Gothic"/>
              <a:ea typeface="Malgun Gothic"/>
              <a:cs typeface="Malgun Gothic"/>
              <a:sym typeface="Malgun Gothic"/>
            </a:endParaRPr>
          </a:p>
        </p:txBody>
      </p:sp>
      <p:sp>
        <p:nvSpPr>
          <p:cNvPr id="202" name="Google Shape;202;p17"/>
          <p:cNvSpPr/>
          <p:nvPr/>
        </p:nvSpPr>
        <p:spPr>
          <a:xfrm>
            <a:off x="3401050" y="1345888"/>
            <a:ext cx="1584900" cy="409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03" name="Google Shape;203;p17"/>
          <p:cNvSpPr/>
          <p:nvPr/>
        </p:nvSpPr>
        <p:spPr>
          <a:xfrm>
            <a:off x="5481650" y="1293825"/>
            <a:ext cx="1565100" cy="409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04" name="Google Shape;204;p17"/>
          <p:cNvSpPr txBox="1"/>
          <p:nvPr/>
        </p:nvSpPr>
        <p:spPr>
          <a:xfrm>
            <a:off x="3588725" y="1345888"/>
            <a:ext cx="12954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a:solidFill>
                  <a:schemeClr val="dk1"/>
                </a:solidFill>
                <a:latin typeface="Malgun Gothic"/>
                <a:ea typeface="Malgun Gothic"/>
                <a:cs typeface="Malgun Gothic"/>
                <a:sym typeface="Malgun Gothic"/>
              </a:rPr>
              <a:t>기관담당자</a:t>
            </a:r>
            <a:endParaRPr>
              <a:solidFill>
                <a:schemeClr val="dk1"/>
              </a:solidFill>
              <a:latin typeface="Malgun Gothic"/>
              <a:ea typeface="Malgun Gothic"/>
              <a:cs typeface="Malgun Gothic"/>
              <a:sym typeface="Malgun Gothic"/>
            </a:endParaRPr>
          </a:p>
          <a:p>
            <a:pPr indent="0" lvl="0" marL="0" rtl="0" algn="l">
              <a:spcBef>
                <a:spcPts val="0"/>
              </a:spcBef>
              <a:spcAft>
                <a:spcPts val="0"/>
              </a:spcAft>
              <a:buNone/>
            </a:pPr>
            <a:r>
              <a:t/>
            </a:r>
            <a:endParaRPr>
              <a:solidFill>
                <a:schemeClr val="dk1"/>
              </a:solidFill>
              <a:latin typeface="Malgun Gothic"/>
              <a:ea typeface="Malgun Gothic"/>
              <a:cs typeface="Malgun Gothic"/>
              <a:sym typeface="Malgun Gothic"/>
            </a:endParaRPr>
          </a:p>
        </p:txBody>
      </p:sp>
      <p:sp>
        <p:nvSpPr>
          <p:cNvPr id="205" name="Google Shape;205;p17"/>
          <p:cNvSpPr txBox="1"/>
          <p:nvPr/>
        </p:nvSpPr>
        <p:spPr>
          <a:xfrm>
            <a:off x="5582100" y="1338925"/>
            <a:ext cx="1295400" cy="32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500">
                <a:solidFill>
                  <a:schemeClr val="dk1"/>
                </a:solidFill>
                <a:latin typeface="Malgun Gothic"/>
                <a:ea typeface="Malgun Gothic"/>
                <a:cs typeface="Malgun Gothic"/>
                <a:sym typeface="Malgun Gothic"/>
              </a:rPr>
              <a:t>기관관리자</a:t>
            </a:r>
            <a:endParaRPr sz="1500">
              <a:solidFill>
                <a:schemeClr val="dk1"/>
              </a:solidFill>
              <a:latin typeface="Malgun Gothic"/>
              <a:ea typeface="Malgun Gothic"/>
              <a:cs typeface="Malgun Gothic"/>
              <a:sym typeface="Malgun Gothic"/>
            </a:endParaRPr>
          </a:p>
        </p:txBody>
      </p:sp>
      <p:sp>
        <p:nvSpPr>
          <p:cNvPr id="206" name="Google Shape;206;p17"/>
          <p:cNvSpPr/>
          <p:nvPr/>
        </p:nvSpPr>
        <p:spPr>
          <a:xfrm>
            <a:off x="2882725" y="4731275"/>
            <a:ext cx="2794500" cy="324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000">
                <a:latin typeface="Malgun Gothic"/>
                <a:ea typeface="Malgun Gothic"/>
                <a:cs typeface="Malgun Gothic"/>
                <a:sym typeface="Malgun Gothic"/>
              </a:rPr>
              <a:t>대구 중구 중앙로 77길</a:t>
            </a:r>
            <a:endParaRPr sz="1000">
              <a:latin typeface="Malgun Gothic"/>
              <a:ea typeface="Malgun Gothic"/>
              <a:cs typeface="Malgun Gothic"/>
              <a:sym typeface="Malgun Gothic"/>
            </a:endParaRPr>
          </a:p>
        </p:txBody>
      </p:sp>
      <p:sp>
        <p:nvSpPr>
          <p:cNvPr id="207" name="Google Shape;207;p17"/>
          <p:cNvSpPr txBox="1"/>
          <p:nvPr/>
        </p:nvSpPr>
        <p:spPr>
          <a:xfrm>
            <a:off x="2009350" y="4734129"/>
            <a:ext cx="668400" cy="2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주소</a:t>
            </a:r>
            <a:endParaRPr sz="1000">
              <a:solidFill>
                <a:schemeClr val="dk1"/>
              </a:solidFill>
              <a:latin typeface="Malgun Gothic"/>
              <a:ea typeface="Malgun Gothic"/>
              <a:cs typeface="Malgun Gothic"/>
              <a:sym typeface="Malgun Gothic"/>
            </a:endParaRPr>
          </a:p>
        </p:txBody>
      </p:sp>
      <p:sp>
        <p:nvSpPr>
          <p:cNvPr id="208" name="Google Shape;208;p17"/>
          <p:cNvSpPr/>
          <p:nvPr/>
        </p:nvSpPr>
        <p:spPr>
          <a:xfrm>
            <a:off x="2900700" y="4304563"/>
            <a:ext cx="2831700" cy="324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100">
                <a:latin typeface="Malgun Gothic"/>
                <a:ea typeface="Malgun Gothic"/>
                <a:cs typeface="Malgun Gothic"/>
                <a:sym typeface="Malgun Gothic"/>
              </a:rPr>
              <a:t>📅 1900년 00월 00일</a:t>
            </a:r>
            <a:endParaRPr sz="1100">
              <a:latin typeface="Malgun Gothic"/>
              <a:ea typeface="Malgun Gothic"/>
              <a:cs typeface="Malgun Gothic"/>
              <a:sym typeface="Malgun Gothic"/>
            </a:endParaRPr>
          </a:p>
        </p:txBody>
      </p:sp>
      <p:sp>
        <p:nvSpPr>
          <p:cNvPr id="209" name="Google Shape;209;p17"/>
          <p:cNvSpPr txBox="1"/>
          <p:nvPr/>
        </p:nvSpPr>
        <p:spPr>
          <a:xfrm>
            <a:off x="1921750" y="4366069"/>
            <a:ext cx="763200" cy="2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생년월일</a:t>
            </a:r>
            <a:endParaRPr sz="1000">
              <a:solidFill>
                <a:schemeClr val="dk1"/>
              </a:solidFill>
              <a:latin typeface="Malgun Gothic"/>
              <a:ea typeface="Malgun Gothic"/>
              <a:cs typeface="Malgun Gothic"/>
              <a:sym typeface="Malgun Gothic"/>
            </a:endParaRPr>
          </a:p>
        </p:txBody>
      </p:sp>
      <p:sp>
        <p:nvSpPr>
          <p:cNvPr id="210" name="Google Shape;210;p17"/>
          <p:cNvSpPr/>
          <p:nvPr/>
        </p:nvSpPr>
        <p:spPr>
          <a:xfrm>
            <a:off x="5783125" y="4743525"/>
            <a:ext cx="588000" cy="2667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주소검색</a:t>
            </a:r>
            <a:endParaRPr sz="700">
              <a:latin typeface="Malgun Gothic"/>
              <a:ea typeface="Malgun Gothic"/>
              <a:cs typeface="Malgun Gothic"/>
              <a:sym typeface="Malgun Gothic"/>
            </a:endParaRPr>
          </a:p>
        </p:txBody>
      </p:sp>
      <p:sp>
        <p:nvSpPr>
          <p:cNvPr id="211" name="Google Shape;211;p17"/>
          <p:cNvSpPr/>
          <p:nvPr/>
        </p:nvSpPr>
        <p:spPr>
          <a:xfrm>
            <a:off x="5935800" y="3542399"/>
            <a:ext cx="795900" cy="2154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email 인증</a:t>
            </a:r>
            <a:endParaRPr sz="700">
              <a:latin typeface="Malgun Gothic"/>
              <a:ea typeface="Malgun Gothic"/>
              <a:cs typeface="Malgun Gothic"/>
              <a:sym typeface="Malgun Gothic"/>
            </a:endParaRPr>
          </a:p>
        </p:txBody>
      </p:sp>
      <p:sp>
        <p:nvSpPr>
          <p:cNvPr id="212" name="Google Shape;212;p17"/>
          <p:cNvSpPr/>
          <p:nvPr/>
        </p:nvSpPr>
        <p:spPr>
          <a:xfrm>
            <a:off x="2885828" y="5157975"/>
            <a:ext cx="2794500" cy="324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000">
                <a:solidFill>
                  <a:schemeClr val="accent3"/>
                </a:solidFill>
                <a:latin typeface="Malgun Gothic"/>
                <a:ea typeface="Malgun Gothic"/>
                <a:cs typeface="Malgun Gothic"/>
                <a:sym typeface="Malgun Gothic"/>
              </a:rPr>
              <a:t>상세주소</a:t>
            </a:r>
            <a:endParaRPr sz="1000">
              <a:solidFill>
                <a:schemeClr val="accent3"/>
              </a:solidFill>
              <a:latin typeface="Malgun Gothic"/>
              <a:ea typeface="Malgun Gothic"/>
              <a:cs typeface="Malgun Gothic"/>
              <a:sym typeface="Malgun Gothic"/>
            </a:endParaRPr>
          </a:p>
        </p:txBody>
      </p:sp>
      <p:sp>
        <p:nvSpPr>
          <p:cNvPr id="213" name="Google Shape;213;p17"/>
          <p:cNvSpPr/>
          <p:nvPr/>
        </p:nvSpPr>
        <p:spPr>
          <a:xfrm>
            <a:off x="5935800" y="2424149"/>
            <a:ext cx="795900" cy="2154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중복검사</a:t>
            </a:r>
            <a:endParaRPr sz="700">
              <a:latin typeface="Malgun Gothic"/>
              <a:ea typeface="Malgun Gothic"/>
              <a:cs typeface="Malgun Gothic"/>
              <a:sym typeface="Malgun Gothic"/>
            </a:endParaRPr>
          </a:p>
        </p:txBody>
      </p:sp>
      <p:pic>
        <p:nvPicPr>
          <p:cNvPr id="214" name="Google Shape;214;p17"/>
          <p:cNvPicPr preferRelativeResize="0"/>
          <p:nvPr/>
        </p:nvPicPr>
        <p:blipFill>
          <a:blip r:embed="rId13">
            <a:alphaModFix/>
          </a:blip>
          <a:stretch>
            <a:fillRect/>
          </a:stretch>
        </p:blipFill>
        <p:spPr>
          <a:xfrm>
            <a:off x="140350" y="692071"/>
            <a:ext cx="8503199" cy="6117410"/>
          </a:xfrm>
          <a:prstGeom prst="rect">
            <a:avLst/>
          </a:prstGeom>
          <a:noFill/>
          <a:ln>
            <a:noFill/>
          </a:ln>
        </p:spPr>
      </p:pic>
      <p:grpSp>
        <p:nvGrpSpPr>
          <p:cNvPr id="215" name="Google Shape;215;p17"/>
          <p:cNvGrpSpPr/>
          <p:nvPr/>
        </p:nvGrpSpPr>
        <p:grpSpPr>
          <a:xfrm>
            <a:off x="3071350" y="871100"/>
            <a:ext cx="2430600" cy="1848600"/>
            <a:chOff x="254350" y="791000"/>
            <a:chExt cx="2430600" cy="1848600"/>
          </a:xfrm>
        </p:grpSpPr>
        <p:sp>
          <p:nvSpPr>
            <p:cNvPr id="216" name="Google Shape;216;p17"/>
            <p:cNvSpPr/>
            <p:nvPr/>
          </p:nvSpPr>
          <p:spPr>
            <a:xfrm>
              <a:off x="254350" y="791000"/>
              <a:ext cx="2430600" cy="1848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17" name="Google Shape;217;p17"/>
            <p:cNvSpPr txBox="1"/>
            <p:nvPr/>
          </p:nvSpPr>
          <p:spPr>
            <a:xfrm>
              <a:off x="480100" y="871175"/>
              <a:ext cx="19791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800">
                  <a:solidFill>
                    <a:schemeClr val="dk1"/>
                  </a:solidFill>
                  <a:latin typeface="Malgun Gothic"/>
                  <a:ea typeface="Malgun Gothic"/>
                  <a:cs typeface="Malgun Gothic"/>
                  <a:sym typeface="Malgun Gothic"/>
                </a:rPr>
                <a:t>입력하신 아이디</a:t>
              </a:r>
              <a:endParaRPr sz="1800">
                <a:solidFill>
                  <a:schemeClr val="dk1"/>
                </a:solidFill>
                <a:latin typeface="Malgun Gothic"/>
                <a:ea typeface="Malgun Gothic"/>
                <a:cs typeface="Malgun Gothic"/>
                <a:sym typeface="Malgun Gothic"/>
              </a:endParaRPr>
            </a:p>
          </p:txBody>
        </p:sp>
        <p:sp>
          <p:nvSpPr>
            <p:cNvPr id="218" name="Google Shape;218;p17"/>
            <p:cNvSpPr txBox="1"/>
            <p:nvPr/>
          </p:nvSpPr>
          <p:spPr>
            <a:xfrm>
              <a:off x="488914" y="1233906"/>
              <a:ext cx="19791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sz="1800">
                  <a:solidFill>
                    <a:schemeClr val="dk1"/>
                  </a:solidFill>
                  <a:latin typeface="Malgun Gothic"/>
                  <a:ea typeface="Malgun Gothic"/>
                  <a:cs typeface="Malgun Gothic"/>
                  <a:sym typeface="Malgun Gothic"/>
                </a:rPr>
                <a:t>hong1234</a:t>
              </a:r>
              <a:endParaRPr b="1" sz="1800">
                <a:solidFill>
                  <a:schemeClr val="dk1"/>
                </a:solidFill>
                <a:latin typeface="Malgun Gothic"/>
                <a:ea typeface="Malgun Gothic"/>
                <a:cs typeface="Malgun Gothic"/>
                <a:sym typeface="Malgun Gothic"/>
              </a:endParaRPr>
            </a:p>
          </p:txBody>
        </p:sp>
        <p:sp>
          <p:nvSpPr>
            <p:cNvPr id="219" name="Google Shape;219;p17"/>
            <p:cNvSpPr txBox="1"/>
            <p:nvPr/>
          </p:nvSpPr>
          <p:spPr>
            <a:xfrm>
              <a:off x="553125" y="1620513"/>
              <a:ext cx="19791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sz="1800">
                  <a:solidFill>
                    <a:srgbClr val="0000FF"/>
                  </a:solidFill>
                  <a:latin typeface="Malgun Gothic"/>
                  <a:ea typeface="Malgun Gothic"/>
                  <a:cs typeface="Malgun Gothic"/>
                  <a:sym typeface="Malgun Gothic"/>
                </a:rPr>
                <a:t>사용가능합니다.</a:t>
              </a:r>
              <a:endParaRPr b="1" sz="1800">
                <a:solidFill>
                  <a:srgbClr val="0000FF"/>
                </a:solidFill>
                <a:latin typeface="Malgun Gothic"/>
                <a:ea typeface="Malgun Gothic"/>
                <a:cs typeface="Malgun Gothic"/>
                <a:sym typeface="Malgun Gothic"/>
              </a:endParaRPr>
            </a:p>
          </p:txBody>
        </p:sp>
        <p:sp>
          <p:nvSpPr>
            <p:cNvPr id="220" name="Google Shape;220;p17"/>
            <p:cNvSpPr/>
            <p:nvPr/>
          </p:nvSpPr>
          <p:spPr>
            <a:xfrm>
              <a:off x="1056172" y="2064333"/>
              <a:ext cx="877800" cy="4722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계속</a:t>
              </a:r>
              <a:endParaRPr>
                <a:solidFill>
                  <a:schemeClr val="lt1"/>
                </a:solidFill>
                <a:latin typeface="Malgun Gothic"/>
                <a:ea typeface="Malgun Gothic"/>
                <a:cs typeface="Malgun Gothic"/>
                <a:sym typeface="Malgun Gothic"/>
              </a:endParaRPr>
            </a:p>
          </p:txBody>
        </p:sp>
      </p:grpSp>
      <p:grpSp>
        <p:nvGrpSpPr>
          <p:cNvPr id="221" name="Google Shape;221;p17"/>
          <p:cNvGrpSpPr/>
          <p:nvPr/>
        </p:nvGrpSpPr>
        <p:grpSpPr>
          <a:xfrm>
            <a:off x="5702050" y="875050"/>
            <a:ext cx="2430600" cy="1848600"/>
            <a:chOff x="254350" y="791000"/>
            <a:chExt cx="2430600" cy="1848600"/>
          </a:xfrm>
        </p:grpSpPr>
        <p:sp>
          <p:nvSpPr>
            <p:cNvPr id="222" name="Google Shape;222;p17"/>
            <p:cNvSpPr/>
            <p:nvPr/>
          </p:nvSpPr>
          <p:spPr>
            <a:xfrm>
              <a:off x="254350" y="791000"/>
              <a:ext cx="2430600" cy="1848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23" name="Google Shape;223;p17"/>
            <p:cNvSpPr txBox="1"/>
            <p:nvPr/>
          </p:nvSpPr>
          <p:spPr>
            <a:xfrm>
              <a:off x="480100" y="871175"/>
              <a:ext cx="19791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800">
                  <a:solidFill>
                    <a:schemeClr val="dk1"/>
                  </a:solidFill>
                  <a:latin typeface="Malgun Gothic"/>
                  <a:ea typeface="Malgun Gothic"/>
                  <a:cs typeface="Malgun Gothic"/>
                  <a:sym typeface="Malgun Gothic"/>
                </a:rPr>
                <a:t>입력하신 아이디</a:t>
              </a:r>
              <a:endParaRPr sz="1800">
                <a:solidFill>
                  <a:schemeClr val="dk1"/>
                </a:solidFill>
                <a:latin typeface="Malgun Gothic"/>
                <a:ea typeface="Malgun Gothic"/>
                <a:cs typeface="Malgun Gothic"/>
                <a:sym typeface="Malgun Gothic"/>
              </a:endParaRPr>
            </a:p>
          </p:txBody>
        </p:sp>
        <p:sp>
          <p:nvSpPr>
            <p:cNvPr id="224" name="Google Shape;224;p17"/>
            <p:cNvSpPr txBox="1"/>
            <p:nvPr/>
          </p:nvSpPr>
          <p:spPr>
            <a:xfrm>
              <a:off x="488914" y="1233906"/>
              <a:ext cx="19791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sz="1800">
                  <a:solidFill>
                    <a:schemeClr val="dk1"/>
                  </a:solidFill>
                  <a:latin typeface="Malgun Gothic"/>
                  <a:ea typeface="Malgun Gothic"/>
                  <a:cs typeface="Malgun Gothic"/>
                  <a:sym typeface="Malgun Gothic"/>
                </a:rPr>
                <a:t>hong1234</a:t>
              </a:r>
              <a:endParaRPr b="1" sz="1800">
                <a:solidFill>
                  <a:schemeClr val="dk1"/>
                </a:solidFill>
                <a:latin typeface="Malgun Gothic"/>
                <a:ea typeface="Malgun Gothic"/>
                <a:cs typeface="Malgun Gothic"/>
                <a:sym typeface="Malgun Gothic"/>
              </a:endParaRPr>
            </a:p>
          </p:txBody>
        </p:sp>
        <p:sp>
          <p:nvSpPr>
            <p:cNvPr id="225" name="Google Shape;225;p17"/>
            <p:cNvSpPr txBox="1"/>
            <p:nvPr/>
          </p:nvSpPr>
          <p:spPr>
            <a:xfrm>
              <a:off x="553125" y="1620513"/>
              <a:ext cx="19791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a:solidFill>
                    <a:srgbClr val="FF0000"/>
                  </a:solidFill>
                  <a:latin typeface="Malgun Gothic"/>
                  <a:ea typeface="Malgun Gothic"/>
                  <a:cs typeface="Malgun Gothic"/>
                  <a:sym typeface="Malgun Gothic"/>
                </a:rPr>
                <a:t>이미 등록되었습니다.</a:t>
              </a:r>
              <a:endParaRPr b="1">
                <a:solidFill>
                  <a:srgbClr val="FF0000"/>
                </a:solidFill>
                <a:latin typeface="Malgun Gothic"/>
                <a:ea typeface="Malgun Gothic"/>
                <a:cs typeface="Malgun Gothic"/>
                <a:sym typeface="Malgun Gothic"/>
              </a:endParaRPr>
            </a:p>
          </p:txBody>
        </p:sp>
        <p:sp>
          <p:nvSpPr>
            <p:cNvPr id="226" name="Google Shape;226;p17"/>
            <p:cNvSpPr/>
            <p:nvPr/>
          </p:nvSpPr>
          <p:spPr>
            <a:xfrm>
              <a:off x="1056172" y="2064333"/>
              <a:ext cx="877800" cy="4722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solidFill>
                    <a:schemeClr val="lt1"/>
                  </a:solidFill>
                  <a:latin typeface="Malgun Gothic"/>
                  <a:ea typeface="Malgun Gothic"/>
                  <a:cs typeface="Malgun Gothic"/>
                  <a:sym typeface="Malgun Gothic"/>
                </a:rPr>
                <a:t>뒤로가기</a:t>
              </a:r>
              <a:endParaRPr sz="1200">
                <a:solidFill>
                  <a:schemeClr val="lt1"/>
                </a:solidFill>
                <a:latin typeface="Malgun Gothic"/>
                <a:ea typeface="Malgun Gothic"/>
                <a:cs typeface="Malgun Gothic"/>
                <a:sym typeface="Malgun Gothic"/>
              </a:endParaRPr>
            </a:p>
          </p:txBody>
        </p:sp>
      </p:grpSp>
      <p:grpSp>
        <p:nvGrpSpPr>
          <p:cNvPr id="227" name="Google Shape;227;p17"/>
          <p:cNvGrpSpPr/>
          <p:nvPr/>
        </p:nvGrpSpPr>
        <p:grpSpPr>
          <a:xfrm>
            <a:off x="355650" y="3114314"/>
            <a:ext cx="2430600" cy="2839265"/>
            <a:chOff x="254350" y="791000"/>
            <a:chExt cx="2430600" cy="1848600"/>
          </a:xfrm>
        </p:grpSpPr>
        <p:sp>
          <p:nvSpPr>
            <p:cNvPr id="228" name="Google Shape;228;p17"/>
            <p:cNvSpPr/>
            <p:nvPr/>
          </p:nvSpPr>
          <p:spPr>
            <a:xfrm>
              <a:off x="254350" y="791000"/>
              <a:ext cx="2430600" cy="1848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29" name="Google Shape;229;p17"/>
            <p:cNvSpPr txBox="1"/>
            <p:nvPr/>
          </p:nvSpPr>
          <p:spPr>
            <a:xfrm>
              <a:off x="480100" y="871175"/>
              <a:ext cx="19791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800">
                  <a:solidFill>
                    <a:schemeClr val="dk1"/>
                  </a:solidFill>
                  <a:latin typeface="Malgun Gothic"/>
                  <a:ea typeface="Malgun Gothic"/>
                  <a:cs typeface="Malgun Gothic"/>
                  <a:sym typeface="Malgun Gothic"/>
                </a:rPr>
                <a:t>Hdd1234@.com</a:t>
              </a:r>
              <a:endParaRPr sz="1800">
                <a:solidFill>
                  <a:schemeClr val="dk1"/>
                </a:solidFill>
                <a:latin typeface="Malgun Gothic"/>
                <a:ea typeface="Malgun Gothic"/>
                <a:cs typeface="Malgun Gothic"/>
                <a:sym typeface="Malgun Gothic"/>
              </a:endParaRPr>
            </a:p>
          </p:txBody>
        </p:sp>
        <p:sp>
          <p:nvSpPr>
            <p:cNvPr id="230" name="Google Shape;230;p17"/>
            <p:cNvSpPr txBox="1"/>
            <p:nvPr/>
          </p:nvSpPr>
          <p:spPr>
            <a:xfrm>
              <a:off x="480089" y="1086044"/>
              <a:ext cx="19791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sz="1800">
                  <a:solidFill>
                    <a:schemeClr val="dk1"/>
                  </a:solidFill>
                  <a:latin typeface="Malgun Gothic"/>
                  <a:ea typeface="Malgun Gothic"/>
                  <a:cs typeface="Malgun Gothic"/>
                  <a:sym typeface="Malgun Gothic"/>
                </a:rPr>
                <a:t>으로 인증번호를 전송하였습니다.</a:t>
              </a:r>
              <a:endParaRPr b="1" sz="1800">
                <a:solidFill>
                  <a:schemeClr val="dk1"/>
                </a:solidFill>
                <a:latin typeface="Malgun Gothic"/>
                <a:ea typeface="Malgun Gothic"/>
                <a:cs typeface="Malgun Gothic"/>
                <a:sym typeface="Malgun Gothic"/>
              </a:endParaRPr>
            </a:p>
          </p:txBody>
        </p:sp>
        <p:sp>
          <p:nvSpPr>
            <p:cNvPr id="231" name="Google Shape;231;p17"/>
            <p:cNvSpPr/>
            <p:nvPr/>
          </p:nvSpPr>
          <p:spPr>
            <a:xfrm>
              <a:off x="1581400" y="2025399"/>
              <a:ext cx="877800" cy="2667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계속</a:t>
              </a:r>
              <a:endParaRPr>
                <a:solidFill>
                  <a:schemeClr val="lt1"/>
                </a:solidFill>
                <a:latin typeface="Malgun Gothic"/>
                <a:ea typeface="Malgun Gothic"/>
                <a:cs typeface="Malgun Gothic"/>
                <a:sym typeface="Malgun Gothic"/>
              </a:endParaRPr>
            </a:p>
          </p:txBody>
        </p:sp>
        <p:sp>
          <p:nvSpPr>
            <p:cNvPr id="232" name="Google Shape;232;p17"/>
            <p:cNvSpPr txBox="1"/>
            <p:nvPr/>
          </p:nvSpPr>
          <p:spPr>
            <a:xfrm>
              <a:off x="317075" y="1556300"/>
              <a:ext cx="8778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sz="1800">
                  <a:solidFill>
                    <a:srgbClr val="0000FF"/>
                  </a:solidFill>
                  <a:latin typeface="Malgun Gothic"/>
                  <a:ea typeface="Malgun Gothic"/>
                  <a:cs typeface="Malgun Gothic"/>
                  <a:sym typeface="Malgun Gothic"/>
                </a:rPr>
                <a:t>인증</a:t>
              </a:r>
              <a:endParaRPr b="1" sz="1800">
                <a:solidFill>
                  <a:srgbClr val="0000FF"/>
                </a:solidFill>
                <a:latin typeface="Malgun Gothic"/>
                <a:ea typeface="Malgun Gothic"/>
                <a:cs typeface="Malgun Gothic"/>
                <a:sym typeface="Malgun Gothic"/>
              </a:endParaRPr>
            </a:p>
            <a:p>
              <a:pPr indent="0" lvl="0" marL="0" rtl="0" algn="ctr">
                <a:spcBef>
                  <a:spcPts val="0"/>
                </a:spcBef>
                <a:spcAft>
                  <a:spcPts val="0"/>
                </a:spcAft>
                <a:buNone/>
              </a:pPr>
              <a:r>
                <a:rPr b="1" lang="ko-KR" sz="1800">
                  <a:solidFill>
                    <a:srgbClr val="0000FF"/>
                  </a:solidFill>
                  <a:latin typeface="Malgun Gothic"/>
                  <a:ea typeface="Malgun Gothic"/>
                  <a:cs typeface="Malgun Gothic"/>
                  <a:sym typeface="Malgun Gothic"/>
                </a:rPr>
                <a:t>번호</a:t>
              </a:r>
              <a:endParaRPr b="1" sz="1800">
                <a:solidFill>
                  <a:srgbClr val="0000FF"/>
                </a:solidFill>
                <a:latin typeface="Malgun Gothic"/>
                <a:ea typeface="Malgun Gothic"/>
                <a:cs typeface="Malgun Gothic"/>
                <a:sym typeface="Malgun Gothic"/>
              </a:endParaRPr>
            </a:p>
          </p:txBody>
        </p:sp>
      </p:grpSp>
      <p:sp>
        <p:nvSpPr>
          <p:cNvPr id="233" name="Google Shape;233;p17"/>
          <p:cNvSpPr/>
          <p:nvPr/>
        </p:nvSpPr>
        <p:spPr>
          <a:xfrm>
            <a:off x="1135550" y="4410300"/>
            <a:ext cx="1425000" cy="465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grpSp>
        <p:nvGrpSpPr>
          <p:cNvPr id="234" name="Google Shape;234;p17"/>
          <p:cNvGrpSpPr/>
          <p:nvPr/>
        </p:nvGrpSpPr>
        <p:grpSpPr>
          <a:xfrm>
            <a:off x="3069388" y="3505250"/>
            <a:ext cx="2430600" cy="1848600"/>
            <a:chOff x="254350" y="791000"/>
            <a:chExt cx="2430600" cy="1848600"/>
          </a:xfrm>
        </p:grpSpPr>
        <p:sp>
          <p:nvSpPr>
            <p:cNvPr id="235" name="Google Shape;235;p17"/>
            <p:cNvSpPr/>
            <p:nvPr/>
          </p:nvSpPr>
          <p:spPr>
            <a:xfrm>
              <a:off x="254350" y="791000"/>
              <a:ext cx="2430600" cy="1848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36" name="Google Shape;236;p17"/>
            <p:cNvSpPr txBox="1"/>
            <p:nvPr/>
          </p:nvSpPr>
          <p:spPr>
            <a:xfrm>
              <a:off x="480100" y="871175"/>
              <a:ext cx="19791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800">
                  <a:solidFill>
                    <a:schemeClr val="dk1"/>
                  </a:solidFill>
                  <a:latin typeface="Malgun Gothic"/>
                  <a:ea typeface="Malgun Gothic"/>
                  <a:cs typeface="Malgun Gothic"/>
                  <a:sym typeface="Malgun Gothic"/>
                </a:rPr>
                <a:t>이메일 인증이</a:t>
              </a:r>
              <a:endParaRPr sz="1800">
                <a:solidFill>
                  <a:schemeClr val="dk1"/>
                </a:solidFill>
                <a:latin typeface="Malgun Gothic"/>
                <a:ea typeface="Malgun Gothic"/>
                <a:cs typeface="Malgun Gothic"/>
                <a:sym typeface="Malgun Gothic"/>
              </a:endParaRPr>
            </a:p>
            <a:p>
              <a:pPr indent="0" lvl="0" marL="0" rtl="0" algn="l">
                <a:spcBef>
                  <a:spcPts val="0"/>
                </a:spcBef>
                <a:spcAft>
                  <a:spcPts val="0"/>
                </a:spcAft>
                <a:buNone/>
              </a:pPr>
              <a:r>
                <a:rPr lang="ko-KR" sz="1800">
                  <a:solidFill>
                    <a:schemeClr val="dk1"/>
                  </a:solidFill>
                  <a:latin typeface="Malgun Gothic"/>
                  <a:ea typeface="Malgun Gothic"/>
                  <a:cs typeface="Malgun Gothic"/>
                  <a:sym typeface="Malgun Gothic"/>
                </a:rPr>
                <a:t>완료되었습니다.</a:t>
              </a:r>
              <a:endParaRPr sz="1800">
                <a:solidFill>
                  <a:schemeClr val="dk1"/>
                </a:solidFill>
                <a:latin typeface="Malgun Gothic"/>
                <a:ea typeface="Malgun Gothic"/>
                <a:cs typeface="Malgun Gothic"/>
                <a:sym typeface="Malgun Gothic"/>
              </a:endParaRPr>
            </a:p>
          </p:txBody>
        </p:sp>
        <p:sp>
          <p:nvSpPr>
            <p:cNvPr id="237" name="Google Shape;237;p17"/>
            <p:cNvSpPr/>
            <p:nvPr/>
          </p:nvSpPr>
          <p:spPr>
            <a:xfrm>
              <a:off x="1056172" y="2064333"/>
              <a:ext cx="877800" cy="4722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계속</a:t>
              </a:r>
              <a:endParaRPr>
                <a:solidFill>
                  <a:schemeClr val="lt1"/>
                </a:solidFill>
                <a:latin typeface="Malgun Gothic"/>
                <a:ea typeface="Malgun Gothic"/>
                <a:cs typeface="Malgun Gothic"/>
                <a:sym typeface="Malgun Gothic"/>
              </a:endParaRPr>
            </a:p>
          </p:txBody>
        </p:sp>
      </p:grpSp>
      <p:sp>
        <p:nvSpPr>
          <p:cNvPr id="238" name="Google Shape;238;p17"/>
          <p:cNvSpPr/>
          <p:nvPr/>
        </p:nvSpPr>
        <p:spPr>
          <a:xfrm>
            <a:off x="5846838" y="3514069"/>
            <a:ext cx="2430600" cy="1848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39" name="Google Shape;239;p17"/>
          <p:cNvSpPr txBox="1"/>
          <p:nvPr/>
        </p:nvSpPr>
        <p:spPr>
          <a:xfrm>
            <a:off x="6072600" y="3658591"/>
            <a:ext cx="1979100" cy="92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800">
                <a:solidFill>
                  <a:srgbClr val="434343"/>
                </a:solidFill>
                <a:latin typeface="Malgun Gothic"/>
                <a:ea typeface="Malgun Gothic"/>
                <a:cs typeface="Malgun Gothic"/>
                <a:sym typeface="Malgun Gothic"/>
              </a:rPr>
              <a:t>인증번호가  일치하지 않습니다. </a:t>
            </a:r>
            <a:endParaRPr sz="1800">
              <a:solidFill>
                <a:srgbClr val="434343"/>
              </a:solidFill>
              <a:latin typeface="Malgun Gothic"/>
              <a:ea typeface="Malgun Gothic"/>
              <a:cs typeface="Malgun Gothic"/>
              <a:sym typeface="Malgun Gothic"/>
            </a:endParaRPr>
          </a:p>
        </p:txBody>
      </p:sp>
      <p:sp>
        <p:nvSpPr>
          <p:cNvPr id="240" name="Google Shape;240;p17"/>
          <p:cNvSpPr/>
          <p:nvPr/>
        </p:nvSpPr>
        <p:spPr>
          <a:xfrm>
            <a:off x="6477025" y="4660650"/>
            <a:ext cx="1162200" cy="5583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뒤로가기</a:t>
            </a:r>
            <a:endParaRPr>
              <a:solidFill>
                <a:schemeClr val="lt1"/>
              </a:solidFill>
              <a:latin typeface="Malgun Gothic"/>
              <a:ea typeface="Malgun Gothic"/>
              <a:cs typeface="Malgun Gothic"/>
              <a:sym typeface="Malgun Gothic"/>
            </a:endParaRPr>
          </a:p>
        </p:txBody>
      </p:sp>
      <p:sp>
        <p:nvSpPr>
          <p:cNvPr id="241" name="Google Shape;241;p17"/>
          <p:cNvSpPr/>
          <p:nvPr/>
        </p:nvSpPr>
        <p:spPr>
          <a:xfrm>
            <a:off x="618025" y="5010226"/>
            <a:ext cx="877800" cy="4095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재전송</a:t>
            </a:r>
            <a:endParaRPr>
              <a:solidFill>
                <a:schemeClr val="lt1"/>
              </a:solidFill>
              <a:latin typeface="Malgun Gothic"/>
              <a:ea typeface="Malgun Gothic"/>
              <a:cs typeface="Malgun Gothic"/>
              <a:sym typeface="Malgun Gothic"/>
            </a:endParaRPr>
          </a:p>
        </p:txBody>
      </p:sp>
      <p:sp>
        <p:nvSpPr>
          <p:cNvPr id="242" name="Google Shape;242;p17"/>
          <p:cNvSpPr txBox="1"/>
          <p:nvPr/>
        </p:nvSpPr>
        <p:spPr>
          <a:xfrm>
            <a:off x="581389" y="5477481"/>
            <a:ext cx="19791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sz="1800">
                <a:solidFill>
                  <a:schemeClr val="dk1"/>
                </a:solidFill>
                <a:latin typeface="Malgun Gothic"/>
                <a:ea typeface="Malgun Gothic"/>
                <a:cs typeface="Malgun Gothic"/>
                <a:sym typeface="Malgun Gothic"/>
              </a:rPr>
              <a:t>남은시간 2:30</a:t>
            </a:r>
            <a:endParaRPr b="1" sz="1800">
              <a:solidFill>
                <a:schemeClr val="dk1"/>
              </a:solidFill>
              <a:latin typeface="Malgun Gothic"/>
              <a:ea typeface="Malgun Gothic"/>
              <a:cs typeface="Malgun Gothic"/>
              <a:sym typeface="Malgun Gothic"/>
            </a:endParaRPr>
          </a:p>
        </p:txBody>
      </p:sp>
      <p:grpSp>
        <p:nvGrpSpPr>
          <p:cNvPr id="243" name="Google Shape;243;p17"/>
          <p:cNvGrpSpPr/>
          <p:nvPr/>
        </p:nvGrpSpPr>
        <p:grpSpPr>
          <a:xfrm>
            <a:off x="355700" y="813550"/>
            <a:ext cx="2430600" cy="1848600"/>
            <a:chOff x="254350" y="791000"/>
            <a:chExt cx="2430600" cy="1848600"/>
          </a:xfrm>
        </p:grpSpPr>
        <p:sp>
          <p:nvSpPr>
            <p:cNvPr id="244" name="Google Shape;244;p17"/>
            <p:cNvSpPr/>
            <p:nvPr/>
          </p:nvSpPr>
          <p:spPr>
            <a:xfrm>
              <a:off x="254350" y="791000"/>
              <a:ext cx="2430600" cy="1848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45" name="Google Shape;245;p17"/>
            <p:cNvSpPr txBox="1"/>
            <p:nvPr/>
          </p:nvSpPr>
          <p:spPr>
            <a:xfrm>
              <a:off x="480050" y="1022975"/>
              <a:ext cx="1979100" cy="40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600">
                  <a:solidFill>
                    <a:schemeClr val="dk1"/>
                  </a:solidFill>
                  <a:latin typeface="Malgun Gothic"/>
                  <a:ea typeface="Malgun Gothic"/>
                  <a:cs typeface="Malgun Gothic"/>
                  <a:sym typeface="Malgun Gothic"/>
                </a:rPr>
                <a:t>아이디 중복검사를 반드시 해주시기 바랍니다.</a:t>
              </a:r>
              <a:endParaRPr sz="1600">
                <a:solidFill>
                  <a:schemeClr val="dk1"/>
                </a:solidFill>
                <a:latin typeface="Malgun Gothic"/>
                <a:ea typeface="Malgun Gothic"/>
                <a:cs typeface="Malgun Gothic"/>
                <a:sym typeface="Malgun Gothic"/>
              </a:endParaRPr>
            </a:p>
          </p:txBody>
        </p:sp>
        <p:sp>
          <p:nvSpPr>
            <p:cNvPr id="246" name="Google Shape;246;p17"/>
            <p:cNvSpPr/>
            <p:nvPr/>
          </p:nvSpPr>
          <p:spPr>
            <a:xfrm>
              <a:off x="1056172" y="2064333"/>
              <a:ext cx="877800" cy="4722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solidFill>
                    <a:schemeClr val="lt1"/>
                  </a:solidFill>
                  <a:latin typeface="Malgun Gothic"/>
                  <a:ea typeface="Malgun Gothic"/>
                  <a:cs typeface="Malgun Gothic"/>
                  <a:sym typeface="Malgun Gothic"/>
                </a:rPr>
                <a:t>뒤로가기</a:t>
              </a:r>
              <a:endParaRPr sz="1200">
                <a:solidFill>
                  <a:schemeClr val="lt1"/>
                </a:solidFill>
                <a:latin typeface="Malgun Gothic"/>
                <a:ea typeface="Malgun Gothic"/>
                <a:cs typeface="Malgun Gothic"/>
                <a:sym typeface="Malgun Gothic"/>
              </a:endParaRPr>
            </a:p>
          </p:txBody>
        </p:sp>
      </p:grpSp>
      <p:sp>
        <p:nvSpPr>
          <p:cNvPr id="247" name="Google Shape;247;p17"/>
          <p:cNvSpPr/>
          <p:nvPr/>
        </p:nvSpPr>
        <p:spPr>
          <a:xfrm>
            <a:off x="212700" y="813550"/>
            <a:ext cx="368700" cy="324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248" name="Google Shape;248;p17"/>
          <p:cNvSpPr/>
          <p:nvPr/>
        </p:nvSpPr>
        <p:spPr>
          <a:xfrm>
            <a:off x="2924550" y="814025"/>
            <a:ext cx="368700" cy="324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
        <p:nvSpPr>
          <p:cNvPr id="249" name="Google Shape;249;p17"/>
          <p:cNvSpPr/>
          <p:nvPr/>
        </p:nvSpPr>
        <p:spPr>
          <a:xfrm>
            <a:off x="5636400" y="813550"/>
            <a:ext cx="368700" cy="324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3</a:t>
            </a:r>
            <a:endParaRPr>
              <a:latin typeface="Malgun Gothic"/>
              <a:ea typeface="Malgun Gothic"/>
              <a:cs typeface="Malgun Gothic"/>
              <a:sym typeface="Malgun Gothic"/>
            </a:endParaRPr>
          </a:p>
        </p:txBody>
      </p:sp>
      <p:sp>
        <p:nvSpPr>
          <p:cNvPr id="250" name="Google Shape;250;p17"/>
          <p:cNvSpPr/>
          <p:nvPr/>
        </p:nvSpPr>
        <p:spPr>
          <a:xfrm>
            <a:off x="400125" y="2976875"/>
            <a:ext cx="368700" cy="324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4</a:t>
            </a:r>
            <a:endParaRPr>
              <a:latin typeface="Malgun Gothic"/>
              <a:ea typeface="Malgun Gothic"/>
              <a:cs typeface="Malgun Gothic"/>
              <a:sym typeface="Malgun Gothic"/>
            </a:endParaRPr>
          </a:p>
        </p:txBody>
      </p:sp>
      <p:sp>
        <p:nvSpPr>
          <p:cNvPr id="251" name="Google Shape;251;p17"/>
          <p:cNvSpPr/>
          <p:nvPr/>
        </p:nvSpPr>
        <p:spPr>
          <a:xfrm>
            <a:off x="3015400" y="3313113"/>
            <a:ext cx="368700" cy="324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5</a:t>
            </a:r>
            <a:endParaRPr>
              <a:latin typeface="Malgun Gothic"/>
              <a:ea typeface="Malgun Gothic"/>
              <a:cs typeface="Malgun Gothic"/>
              <a:sym typeface="Malgun Gothic"/>
            </a:endParaRPr>
          </a:p>
        </p:txBody>
      </p:sp>
      <p:sp>
        <p:nvSpPr>
          <p:cNvPr id="252" name="Google Shape;252;p17"/>
          <p:cNvSpPr/>
          <p:nvPr/>
        </p:nvSpPr>
        <p:spPr>
          <a:xfrm>
            <a:off x="5783150" y="3409582"/>
            <a:ext cx="368700" cy="324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6</a:t>
            </a:r>
            <a:endParaRPr>
              <a:latin typeface="Malgun Gothic"/>
              <a:ea typeface="Malgun Gothic"/>
              <a:cs typeface="Malgun Gothic"/>
              <a:sym typeface="Malgun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graphicFrame>
        <p:nvGraphicFramePr>
          <p:cNvPr id="258" name="Google Shape;258;p18"/>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view-005</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아이디 찾기</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아이디 찾기</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사이트이용자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이름+이메일 입력시, 이메일로 인증번호 전송</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인증번호 확인시, 이메일로 아이디 전송</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인증번호 불일치시, alert으로 재확인 안내</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보안정책상, 이름+이메일을 반드시 기억해야하며, 두개 값을 모른다면 해당 계정의 주인으로 판단하지 않아 정보 제공 불가.</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pic>
        <p:nvPicPr>
          <p:cNvPr id="259" name="Google Shape;259;p18"/>
          <p:cNvPicPr preferRelativeResize="0"/>
          <p:nvPr/>
        </p:nvPicPr>
        <p:blipFill>
          <a:blip r:embed="rId3">
            <a:alphaModFix/>
          </a:blip>
          <a:stretch>
            <a:fillRect/>
          </a:stretch>
        </p:blipFill>
        <p:spPr>
          <a:xfrm>
            <a:off x="976900" y="1136350"/>
            <a:ext cx="6509125" cy="5493725"/>
          </a:xfrm>
          <a:prstGeom prst="rect">
            <a:avLst/>
          </a:prstGeom>
          <a:noFill/>
          <a:ln>
            <a:noFill/>
          </a:ln>
        </p:spPr>
      </p:pic>
      <p:sp>
        <p:nvSpPr>
          <p:cNvPr id="260" name="Google Shape;260;p18"/>
          <p:cNvSpPr txBox="1"/>
          <p:nvPr/>
        </p:nvSpPr>
        <p:spPr>
          <a:xfrm>
            <a:off x="2454688" y="1295850"/>
            <a:ext cx="3812700" cy="6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800">
                <a:solidFill>
                  <a:schemeClr val="dk1"/>
                </a:solidFill>
                <a:latin typeface="Malgun Gothic"/>
                <a:ea typeface="Malgun Gothic"/>
                <a:cs typeface="Malgun Gothic"/>
                <a:sym typeface="Malgun Gothic"/>
              </a:rPr>
              <a:t>회원등록정보로 아이디를 찾을 수 있</a:t>
            </a:r>
            <a:r>
              <a:rPr b="1" lang="ko-KR" sz="1800">
                <a:solidFill>
                  <a:schemeClr val="dk1"/>
                </a:solidFill>
                <a:latin typeface="Malgun Gothic"/>
                <a:ea typeface="Malgun Gothic"/>
                <a:cs typeface="Malgun Gothic"/>
                <a:sym typeface="Malgun Gothic"/>
              </a:rPr>
              <a:t>습니다.</a:t>
            </a:r>
            <a:endParaRPr b="1" sz="1800">
              <a:solidFill>
                <a:schemeClr val="dk1"/>
              </a:solidFill>
              <a:latin typeface="Malgun Gothic"/>
              <a:ea typeface="Malgun Gothic"/>
              <a:cs typeface="Malgun Gothic"/>
              <a:sym typeface="Malgun Gothic"/>
            </a:endParaRPr>
          </a:p>
        </p:txBody>
      </p:sp>
      <p:pic>
        <p:nvPicPr>
          <p:cNvPr id="261" name="Google Shape;261;p18"/>
          <p:cNvPicPr preferRelativeResize="0"/>
          <p:nvPr/>
        </p:nvPicPr>
        <p:blipFill rotWithShape="1">
          <a:blip r:embed="rId4">
            <a:alphaModFix/>
          </a:blip>
          <a:srcRect b="0" l="28921" r="0" t="45289"/>
          <a:stretch/>
        </p:blipFill>
        <p:spPr>
          <a:xfrm>
            <a:off x="3373050" y="2721275"/>
            <a:ext cx="2469875" cy="239225"/>
          </a:xfrm>
          <a:prstGeom prst="rect">
            <a:avLst/>
          </a:prstGeom>
          <a:noFill/>
          <a:ln cap="flat" cmpd="sng" w="9525">
            <a:solidFill>
              <a:srgbClr val="808080"/>
            </a:solidFill>
            <a:prstDash val="solid"/>
            <a:round/>
            <a:headEnd len="sm" w="sm" type="none"/>
            <a:tailEnd len="sm" w="sm" type="none"/>
          </a:ln>
        </p:spPr>
      </p:pic>
      <p:pic>
        <p:nvPicPr>
          <p:cNvPr id="262" name="Google Shape;262;p18"/>
          <p:cNvPicPr preferRelativeResize="0"/>
          <p:nvPr/>
        </p:nvPicPr>
        <p:blipFill>
          <a:blip r:embed="rId4">
            <a:alphaModFix/>
          </a:blip>
          <a:stretch>
            <a:fillRect/>
          </a:stretch>
        </p:blipFill>
        <p:spPr>
          <a:xfrm>
            <a:off x="3408338" y="3331425"/>
            <a:ext cx="2399300" cy="301900"/>
          </a:xfrm>
          <a:prstGeom prst="rect">
            <a:avLst/>
          </a:prstGeom>
          <a:noFill/>
          <a:ln cap="flat" cmpd="sng" w="9525">
            <a:solidFill>
              <a:srgbClr val="808080"/>
            </a:solidFill>
            <a:prstDash val="solid"/>
            <a:round/>
            <a:headEnd len="sm" w="sm" type="none"/>
            <a:tailEnd len="sm" w="sm" type="none"/>
          </a:ln>
        </p:spPr>
      </p:pic>
      <p:sp>
        <p:nvSpPr>
          <p:cNvPr id="263" name="Google Shape;263;p18"/>
          <p:cNvSpPr txBox="1"/>
          <p:nvPr/>
        </p:nvSpPr>
        <p:spPr>
          <a:xfrm>
            <a:off x="2093275" y="2681313"/>
            <a:ext cx="11862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이름</a:t>
            </a:r>
            <a:endParaRPr sz="1200">
              <a:solidFill>
                <a:schemeClr val="dk1"/>
              </a:solidFill>
              <a:latin typeface="Malgun Gothic"/>
              <a:ea typeface="Malgun Gothic"/>
              <a:cs typeface="Malgun Gothic"/>
              <a:sym typeface="Malgun Gothic"/>
            </a:endParaRPr>
          </a:p>
        </p:txBody>
      </p:sp>
      <p:sp>
        <p:nvSpPr>
          <p:cNvPr id="264" name="Google Shape;264;p18"/>
          <p:cNvSpPr txBox="1"/>
          <p:nvPr/>
        </p:nvSpPr>
        <p:spPr>
          <a:xfrm>
            <a:off x="2093275" y="3362675"/>
            <a:ext cx="10266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이메일주소</a:t>
            </a:r>
            <a:endParaRPr sz="1200">
              <a:solidFill>
                <a:schemeClr val="dk1"/>
              </a:solidFill>
              <a:latin typeface="Malgun Gothic"/>
              <a:ea typeface="Malgun Gothic"/>
              <a:cs typeface="Malgun Gothic"/>
              <a:sym typeface="Malgun Gothic"/>
            </a:endParaRPr>
          </a:p>
        </p:txBody>
      </p:sp>
      <p:pic>
        <p:nvPicPr>
          <p:cNvPr id="265" name="Google Shape;265;p18"/>
          <p:cNvPicPr preferRelativeResize="0"/>
          <p:nvPr/>
        </p:nvPicPr>
        <p:blipFill rotWithShape="1">
          <a:blip r:embed="rId5">
            <a:alphaModFix/>
          </a:blip>
          <a:srcRect b="0" l="-115420" r="115420" t="0"/>
          <a:stretch/>
        </p:blipFill>
        <p:spPr>
          <a:xfrm>
            <a:off x="2755025" y="5549275"/>
            <a:ext cx="1200150" cy="438150"/>
          </a:xfrm>
          <a:prstGeom prst="rect">
            <a:avLst/>
          </a:prstGeom>
          <a:noFill/>
          <a:ln>
            <a:noFill/>
          </a:ln>
        </p:spPr>
      </p:pic>
      <p:sp>
        <p:nvSpPr>
          <p:cNvPr id="266" name="Google Shape;266;p18"/>
          <p:cNvSpPr/>
          <p:nvPr/>
        </p:nvSpPr>
        <p:spPr>
          <a:xfrm>
            <a:off x="3373050" y="4366563"/>
            <a:ext cx="2399400" cy="358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67" name="Google Shape;267;p18"/>
          <p:cNvSpPr txBox="1"/>
          <p:nvPr/>
        </p:nvSpPr>
        <p:spPr>
          <a:xfrm>
            <a:off x="2163025" y="4298975"/>
            <a:ext cx="8871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인증번호</a:t>
            </a:r>
            <a:endParaRPr sz="1000">
              <a:solidFill>
                <a:schemeClr val="dk1"/>
              </a:solidFill>
              <a:latin typeface="Malgun Gothic"/>
              <a:ea typeface="Malgun Gothic"/>
              <a:cs typeface="Malgun Gothic"/>
              <a:sym typeface="Malgun Gothic"/>
            </a:endParaRPr>
          </a:p>
        </p:txBody>
      </p:sp>
      <p:sp>
        <p:nvSpPr>
          <p:cNvPr id="268" name="Google Shape;268;p18"/>
          <p:cNvSpPr/>
          <p:nvPr/>
        </p:nvSpPr>
        <p:spPr>
          <a:xfrm>
            <a:off x="2044050" y="2362475"/>
            <a:ext cx="468600" cy="358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269" name="Google Shape;269;p18"/>
          <p:cNvSpPr/>
          <p:nvPr/>
        </p:nvSpPr>
        <p:spPr>
          <a:xfrm>
            <a:off x="3472200" y="3863041"/>
            <a:ext cx="2201100" cy="3588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인증번호 이메일로 받기</a:t>
            </a:r>
            <a:endParaRPr>
              <a:solidFill>
                <a:schemeClr val="lt1"/>
              </a:solidFill>
              <a:latin typeface="Malgun Gothic"/>
              <a:ea typeface="Malgun Gothic"/>
              <a:cs typeface="Malgun Gothic"/>
              <a:sym typeface="Malgun Gothic"/>
            </a:endParaRPr>
          </a:p>
        </p:txBody>
      </p:sp>
      <p:sp>
        <p:nvSpPr>
          <p:cNvPr id="270" name="Google Shape;270;p18"/>
          <p:cNvSpPr/>
          <p:nvPr/>
        </p:nvSpPr>
        <p:spPr>
          <a:xfrm>
            <a:off x="3745600" y="5064800"/>
            <a:ext cx="1453200" cy="358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확인</a:t>
            </a:r>
            <a:endParaRPr>
              <a:solidFill>
                <a:schemeClr val="lt1"/>
              </a:solidFill>
              <a:latin typeface="Malgun Gothic"/>
              <a:ea typeface="Malgun Gothic"/>
              <a:cs typeface="Malgun Gothic"/>
              <a:sym typeface="Malgun Gothic"/>
            </a:endParaRPr>
          </a:p>
        </p:txBody>
      </p:sp>
      <p:grpSp>
        <p:nvGrpSpPr>
          <p:cNvPr id="271" name="Google Shape;271;p18"/>
          <p:cNvGrpSpPr/>
          <p:nvPr/>
        </p:nvGrpSpPr>
        <p:grpSpPr>
          <a:xfrm>
            <a:off x="6000875" y="1809188"/>
            <a:ext cx="2286000" cy="2063400"/>
            <a:chOff x="6289825" y="1804200"/>
            <a:chExt cx="2286000" cy="2063400"/>
          </a:xfrm>
        </p:grpSpPr>
        <p:sp>
          <p:nvSpPr>
            <p:cNvPr id="272" name="Google Shape;272;p18"/>
            <p:cNvSpPr/>
            <p:nvPr/>
          </p:nvSpPr>
          <p:spPr>
            <a:xfrm>
              <a:off x="6289825" y="1804200"/>
              <a:ext cx="2286000" cy="2063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73" name="Google Shape;273;p18"/>
            <p:cNvSpPr txBox="1"/>
            <p:nvPr/>
          </p:nvSpPr>
          <p:spPr>
            <a:xfrm>
              <a:off x="6578900" y="2093275"/>
              <a:ext cx="1824300" cy="8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인증번호가 </a:t>
              </a:r>
              <a:r>
                <a:rPr lang="ko-KR" sz="1200">
                  <a:solidFill>
                    <a:schemeClr val="dk1"/>
                  </a:solidFill>
                  <a:latin typeface="Malgun Gothic"/>
                  <a:ea typeface="Malgun Gothic"/>
                  <a:cs typeface="Malgun Gothic"/>
                  <a:sym typeface="Malgun Gothic"/>
                </a:rPr>
                <a:t>다릅니다. </a:t>
              </a:r>
              <a:r>
                <a:rPr lang="ko-KR" sz="1200">
                  <a:solidFill>
                    <a:schemeClr val="dk1"/>
                  </a:solidFill>
                  <a:latin typeface="Malgun Gothic"/>
                  <a:ea typeface="Malgun Gothic"/>
                  <a:cs typeface="Malgun Gothic"/>
                  <a:sym typeface="Malgun Gothic"/>
                </a:rPr>
                <a:t>다시 </a:t>
              </a:r>
              <a:r>
                <a:rPr lang="ko-KR" sz="1200">
                  <a:solidFill>
                    <a:schemeClr val="dk1"/>
                  </a:solidFill>
                  <a:latin typeface="Malgun Gothic"/>
                  <a:ea typeface="Malgun Gothic"/>
                  <a:cs typeface="Malgun Gothic"/>
                  <a:sym typeface="Malgun Gothic"/>
                </a:rPr>
                <a:t>확인해 주세요.</a:t>
              </a:r>
              <a:endParaRPr sz="1200">
                <a:solidFill>
                  <a:schemeClr val="dk1"/>
                </a:solidFill>
                <a:latin typeface="Malgun Gothic"/>
                <a:ea typeface="Malgun Gothic"/>
                <a:cs typeface="Malgun Gothic"/>
                <a:sym typeface="Malgun Gothic"/>
              </a:endParaRPr>
            </a:p>
          </p:txBody>
        </p:sp>
        <p:sp>
          <p:nvSpPr>
            <p:cNvPr id="274" name="Google Shape;274;p18"/>
            <p:cNvSpPr/>
            <p:nvPr/>
          </p:nvSpPr>
          <p:spPr>
            <a:xfrm>
              <a:off x="6638700" y="2870800"/>
              <a:ext cx="1764600" cy="6288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확인</a:t>
              </a:r>
              <a:endParaRPr>
                <a:solidFill>
                  <a:schemeClr val="lt1"/>
                </a:solidFill>
                <a:latin typeface="Malgun Gothic"/>
                <a:ea typeface="Malgun Gothic"/>
                <a:cs typeface="Malgun Gothic"/>
                <a:sym typeface="Malgun Gothic"/>
              </a:endParaRPr>
            </a:p>
          </p:txBody>
        </p:sp>
      </p:grpSp>
      <p:sp>
        <p:nvSpPr>
          <p:cNvPr id="275" name="Google Shape;275;p18"/>
          <p:cNvSpPr txBox="1"/>
          <p:nvPr/>
        </p:nvSpPr>
        <p:spPr>
          <a:xfrm>
            <a:off x="3414200" y="2991850"/>
            <a:ext cx="24699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000">
                <a:solidFill>
                  <a:srgbClr val="FF0000"/>
                </a:solidFill>
                <a:latin typeface="Malgun Gothic"/>
                <a:ea typeface="Malgun Gothic"/>
                <a:cs typeface="Malgun Gothic"/>
                <a:sym typeface="Malgun Gothic"/>
              </a:rPr>
              <a:t>! 가입되어 있는 정보가 없습니다.</a:t>
            </a:r>
            <a:endParaRPr b="1" sz="1000">
              <a:solidFill>
                <a:srgbClr val="FF0000"/>
              </a:solidFill>
              <a:latin typeface="Malgun Gothic"/>
              <a:ea typeface="Malgun Gothic"/>
              <a:cs typeface="Malgun Gothic"/>
              <a:sym typeface="Malgun Gothic"/>
            </a:endParaRPr>
          </a:p>
        </p:txBody>
      </p:sp>
      <p:sp>
        <p:nvSpPr>
          <p:cNvPr id="276" name="Google Shape;276;p18"/>
          <p:cNvSpPr txBox="1"/>
          <p:nvPr/>
        </p:nvSpPr>
        <p:spPr>
          <a:xfrm>
            <a:off x="3422132" y="3560659"/>
            <a:ext cx="24699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000">
                <a:solidFill>
                  <a:srgbClr val="FF0000"/>
                </a:solidFill>
                <a:latin typeface="Malgun Gothic"/>
                <a:ea typeface="Malgun Gothic"/>
                <a:cs typeface="Malgun Gothic"/>
                <a:sym typeface="Malgun Gothic"/>
              </a:rPr>
              <a:t>! 가입되어 있는 정보가 없습니다.</a:t>
            </a:r>
            <a:endParaRPr b="1" sz="1000">
              <a:solidFill>
                <a:srgbClr val="FF0000"/>
              </a:solidFill>
              <a:latin typeface="Malgun Gothic"/>
              <a:ea typeface="Malgun Gothic"/>
              <a:cs typeface="Malgun Gothic"/>
              <a:sym typeface="Malgun Gothic"/>
            </a:endParaRPr>
          </a:p>
        </p:txBody>
      </p:sp>
      <p:sp>
        <p:nvSpPr>
          <p:cNvPr id="277" name="Google Shape;277;p18"/>
          <p:cNvSpPr/>
          <p:nvPr/>
        </p:nvSpPr>
        <p:spPr>
          <a:xfrm>
            <a:off x="3335200" y="4870100"/>
            <a:ext cx="468600" cy="358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
        <p:nvSpPr>
          <p:cNvPr id="278" name="Google Shape;278;p18"/>
          <p:cNvSpPr/>
          <p:nvPr/>
        </p:nvSpPr>
        <p:spPr>
          <a:xfrm>
            <a:off x="5892025" y="1691225"/>
            <a:ext cx="468600" cy="358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3</a:t>
            </a:r>
            <a:endParaRPr>
              <a:latin typeface="Malgun Gothic"/>
              <a:ea typeface="Malgun Gothic"/>
              <a:cs typeface="Malgun Gothic"/>
              <a:sym typeface="Malgun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graphicFrame>
        <p:nvGraphicFramePr>
          <p:cNvPr id="284" name="Google Shape;284;p19"/>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view-006</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비밀번호 재설정</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비밀번호 재설정 요청</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사이트이용자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아이디</a:t>
                      </a:r>
                      <a:r>
                        <a:rPr lang="ko-KR" sz="1000">
                          <a:solidFill>
                            <a:srgbClr val="2F5496"/>
                          </a:solidFill>
                        </a:rPr>
                        <a:t>+이메일 입력시, 이메일로 인증번호 전송</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인증번호 확인시, 이메일로 </a:t>
                      </a:r>
                      <a:r>
                        <a:rPr lang="ko-KR" sz="1000">
                          <a:solidFill>
                            <a:srgbClr val="2F5496"/>
                          </a:solidFill>
                        </a:rPr>
                        <a:t>비밀번호 재설정 링크 송부</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인증번호 불일치시, alert으로 재확인 안내</a:t>
                      </a:r>
                      <a:endParaRPr sz="1000">
                        <a:solidFill>
                          <a:srgbClr val="2F5496"/>
                        </a:solidFill>
                      </a:endParaRPr>
                    </a:p>
                    <a:p>
                      <a:pPr indent="0" lvl="0" marL="0" marR="0" rtl="0" algn="l">
                        <a:spcBef>
                          <a:spcPts val="0"/>
                        </a:spcBef>
                        <a:spcAft>
                          <a:spcPts val="0"/>
                        </a:spcAft>
                        <a:buNone/>
                      </a:pPr>
                      <a:r>
                        <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비밀번호 관련 </a:t>
                      </a:r>
                      <a:r>
                        <a:rPr lang="ko-KR" sz="1000">
                          <a:solidFill>
                            <a:srgbClr val="2F5496"/>
                          </a:solidFill>
                        </a:rPr>
                        <a:t>정보 제공 불가. </a:t>
                      </a:r>
                      <a:r>
                        <a:rPr lang="ko-KR" sz="1000">
                          <a:solidFill>
                            <a:srgbClr val="2F5496"/>
                          </a:solidFill>
                        </a:rPr>
                        <a:t>재설정만 가능</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pic>
        <p:nvPicPr>
          <p:cNvPr id="285" name="Google Shape;285;p19"/>
          <p:cNvPicPr preferRelativeResize="0"/>
          <p:nvPr/>
        </p:nvPicPr>
        <p:blipFill>
          <a:blip r:embed="rId3">
            <a:alphaModFix/>
          </a:blip>
          <a:stretch>
            <a:fillRect/>
          </a:stretch>
        </p:blipFill>
        <p:spPr>
          <a:xfrm>
            <a:off x="976900" y="1136350"/>
            <a:ext cx="6509125" cy="5493725"/>
          </a:xfrm>
          <a:prstGeom prst="rect">
            <a:avLst/>
          </a:prstGeom>
          <a:noFill/>
          <a:ln>
            <a:noFill/>
          </a:ln>
        </p:spPr>
      </p:pic>
      <p:sp>
        <p:nvSpPr>
          <p:cNvPr id="286" name="Google Shape;286;p19"/>
          <p:cNvSpPr txBox="1"/>
          <p:nvPr/>
        </p:nvSpPr>
        <p:spPr>
          <a:xfrm>
            <a:off x="2454688" y="1295850"/>
            <a:ext cx="3812700" cy="6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800">
                <a:solidFill>
                  <a:schemeClr val="dk1"/>
                </a:solidFill>
                <a:latin typeface="Malgun Gothic"/>
                <a:ea typeface="Malgun Gothic"/>
                <a:cs typeface="Malgun Gothic"/>
                <a:sym typeface="Malgun Gothic"/>
              </a:rPr>
              <a:t>회원등록정보로 </a:t>
            </a:r>
            <a:r>
              <a:rPr b="1" lang="ko-KR" sz="1800">
                <a:solidFill>
                  <a:schemeClr val="dk1"/>
                </a:solidFill>
                <a:latin typeface="Malgun Gothic"/>
                <a:ea typeface="Malgun Gothic"/>
                <a:cs typeface="Malgun Gothic"/>
                <a:sym typeface="Malgun Gothic"/>
              </a:rPr>
              <a:t>비밀번호</a:t>
            </a:r>
            <a:r>
              <a:rPr b="1" lang="ko-KR" sz="1800">
                <a:solidFill>
                  <a:schemeClr val="dk1"/>
                </a:solidFill>
                <a:latin typeface="Malgun Gothic"/>
                <a:ea typeface="Malgun Gothic"/>
                <a:cs typeface="Malgun Gothic"/>
                <a:sym typeface="Malgun Gothic"/>
              </a:rPr>
              <a:t>를 </a:t>
            </a:r>
            <a:r>
              <a:rPr b="1" lang="ko-KR" sz="1800">
                <a:solidFill>
                  <a:schemeClr val="dk1"/>
                </a:solidFill>
                <a:latin typeface="Malgun Gothic"/>
                <a:ea typeface="Malgun Gothic"/>
                <a:cs typeface="Malgun Gothic"/>
                <a:sym typeface="Malgun Gothic"/>
              </a:rPr>
              <a:t>재설정 할 수 있습니다</a:t>
            </a:r>
            <a:endParaRPr b="1" sz="1800">
              <a:solidFill>
                <a:schemeClr val="dk1"/>
              </a:solidFill>
              <a:latin typeface="Malgun Gothic"/>
              <a:ea typeface="Malgun Gothic"/>
              <a:cs typeface="Malgun Gothic"/>
              <a:sym typeface="Malgun Gothic"/>
            </a:endParaRPr>
          </a:p>
        </p:txBody>
      </p:sp>
      <p:pic>
        <p:nvPicPr>
          <p:cNvPr id="287" name="Google Shape;287;p19"/>
          <p:cNvPicPr preferRelativeResize="0"/>
          <p:nvPr/>
        </p:nvPicPr>
        <p:blipFill rotWithShape="1">
          <a:blip r:embed="rId4">
            <a:alphaModFix/>
          </a:blip>
          <a:srcRect b="0" l="28921" r="0" t="45289"/>
          <a:stretch/>
        </p:blipFill>
        <p:spPr>
          <a:xfrm>
            <a:off x="3373050" y="2721275"/>
            <a:ext cx="2469875" cy="239225"/>
          </a:xfrm>
          <a:prstGeom prst="rect">
            <a:avLst/>
          </a:prstGeom>
          <a:noFill/>
          <a:ln cap="flat" cmpd="sng" w="9525">
            <a:solidFill>
              <a:srgbClr val="808080"/>
            </a:solidFill>
            <a:prstDash val="solid"/>
            <a:round/>
            <a:headEnd len="sm" w="sm" type="none"/>
            <a:tailEnd len="sm" w="sm" type="none"/>
          </a:ln>
        </p:spPr>
      </p:pic>
      <p:pic>
        <p:nvPicPr>
          <p:cNvPr id="288" name="Google Shape;288;p19"/>
          <p:cNvPicPr preferRelativeResize="0"/>
          <p:nvPr/>
        </p:nvPicPr>
        <p:blipFill>
          <a:blip r:embed="rId4">
            <a:alphaModFix/>
          </a:blip>
          <a:stretch>
            <a:fillRect/>
          </a:stretch>
        </p:blipFill>
        <p:spPr>
          <a:xfrm>
            <a:off x="3408338" y="3331425"/>
            <a:ext cx="2399300" cy="301900"/>
          </a:xfrm>
          <a:prstGeom prst="rect">
            <a:avLst/>
          </a:prstGeom>
          <a:noFill/>
          <a:ln cap="flat" cmpd="sng" w="9525">
            <a:solidFill>
              <a:srgbClr val="808080"/>
            </a:solidFill>
            <a:prstDash val="solid"/>
            <a:round/>
            <a:headEnd len="sm" w="sm" type="none"/>
            <a:tailEnd len="sm" w="sm" type="none"/>
          </a:ln>
        </p:spPr>
      </p:pic>
      <p:sp>
        <p:nvSpPr>
          <p:cNvPr id="289" name="Google Shape;289;p19"/>
          <p:cNvSpPr txBox="1"/>
          <p:nvPr/>
        </p:nvSpPr>
        <p:spPr>
          <a:xfrm>
            <a:off x="2093275" y="2681313"/>
            <a:ext cx="11862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아이디</a:t>
            </a:r>
            <a:endParaRPr sz="1200">
              <a:solidFill>
                <a:schemeClr val="dk1"/>
              </a:solidFill>
              <a:latin typeface="Malgun Gothic"/>
              <a:ea typeface="Malgun Gothic"/>
              <a:cs typeface="Malgun Gothic"/>
              <a:sym typeface="Malgun Gothic"/>
            </a:endParaRPr>
          </a:p>
        </p:txBody>
      </p:sp>
      <p:sp>
        <p:nvSpPr>
          <p:cNvPr id="290" name="Google Shape;290;p19"/>
          <p:cNvSpPr txBox="1"/>
          <p:nvPr/>
        </p:nvSpPr>
        <p:spPr>
          <a:xfrm>
            <a:off x="2093275" y="3362675"/>
            <a:ext cx="10266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이메일주소</a:t>
            </a:r>
            <a:endParaRPr sz="1200">
              <a:solidFill>
                <a:schemeClr val="dk1"/>
              </a:solidFill>
              <a:latin typeface="Malgun Gothic"/>
              <a:ea typeface="Malgun Gothic"/>
              <a:cs typeface="Malgun Gothic"/>
              <a:sym typeface="Malgun Gothic"/>
            </a:endParaRPr>
          </a:p>
        </p:txBody>
      </p:sp>
      <p:pic>
        <p:nvPicPr>
          <p:cNvPr id="291" name="Google Shape;291;p19"/>
          <p:cNvPicPr preferRelativeResize="0"/>
          <p:nvPr/>
        </p:nvPicPr>
        <p:blipFill rotWithShape="1">
          <a:blip r:embed="rId5">
            <a:alphaModFix/>
          </a:blip>
          <a:srcRect b="0" l="-115420" r="115420" t="0"/>
          <a:stretch/>
        </p:blipFill>
        <p:spPr>
          <a:xfrm>
            <a:off x="2755025" y="5549275"/>
            <a:ext cx="1200150" cy="438150"/>
          </a:xfrm>
          <a:prstGeom prst="rect">
            <a:avLst/>
          </a:prstGeom>
          <a:noFill/>
          <a:ln>
            <a:noFill/>
          </a:ln>
        </p:spPr>
      </p:pic>
      <p:sp>
        <p:nvSpPr>
          <p:cNvPr id="292" name="Google Shape;292;p19"/>
          <p:cNvSpPr/>
          <p:nvPr/>
        </p:nvSpPr>
        <p:spPr>
          <a:xfrm>
            <a:off x="3373050" y="4366563"/>
            <a:ext cx="2399400" cy="358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93" name="Google Shape;293;p19"/>
          <p:cNvSpPr txBox="1"/>
          <p:nvPr/>
        </p:nvSpPr>
        <p:spPr>
          <a:xfrm>
            <a:off x="2163025" y="4298975"/>
            <a:ext cx="8871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인증번호</a:t>
            </a:r>
            <a:endParaRPr sz="1000">
              <a:solidFill>
                <a:schemeClr val="dk1"/>
              </a:solidFill>
              <a:latin typeface="Malgun Gothic"/>
              <a:ea typeface="Malgun Gothic"/>
              <a:cs typeface="Malgun Gothic"/>
              <a:sym typeface="Malgun Gothic"/>
            </a:endParaRPr>
          </a:p>
        </p:txBody>
      </p:sp>
      <p:sp>
        <p:nvSpPr>
          <p:cNvPr id="294" name="Google Shape;294;p19"/>
          <p:cNvSpPr/>
          <p:nvPr/>
        </p:nvSpPr>
        <p:spPr>
          <a:xfrm>
            <a:off x="2044050" y="2362475"/>
            <a:ext cx="468600" cy="358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295" name="Google Shape;295;p19"/>
          <p:cNvSpPr/>
          <p:nvPr/>
        </p:nvSpPr>
        <p:spPr>
          <a:xfrm>
            <a:off x="3472200" y="3863041"/>
            <a:ext cx="2201100" cy="3588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인증번호 이메일로 받기</a:t>
            </a:r>
            <a:endParaRPr>
              <a:solidFill>
                <a:schemeClr val="lt1"/>
              </a:solidFill>
              <a:latin typeface="Malgun Gothic"/>
              <a:ea typeface="Malgun Gothic"/>
              <a:cs typeface="Malgun Gothic"/>
              <a:sym typeface="Malgun Gothic"/>
            </a:endParaRPr>
          </a:p>
        </p:txBody>
      </p:sp>
      <p:sp>
        <p:nvSpPr>
          <p:cNvPr id="296" name="Google Shape;296;p19"/>
          <p:cNvSpPr/>
          <p:nvPr/>
        </p:nvSpPr>
        <p:spPr>
          <a:xfrm>
            <a:off x="3745600" y="5064800"/>
            <a:ext cx="1453200" cy="358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확인</a:t>
            </a:r>
            <a:endParaRPr>
              <a:solidFill>
                <a:schemeClr val="lt1"/>
              </a:solidFill>
              <a:latin typeface="Malgun Gothic"/>
              <a:ea typeface="Malgun Gothic"/>
              <a:cs typeface="Malgun Gothic"/>
              <a:sym typeface="Malgun Gothic"/>
            </a:endParaRPr>
          </a:p>
        </p:txBody>
      </p:sp>
      <p:grpSp>
        <p:nvGrpSpPr>
          <p:cNvPr id="297" name="Google Shape;297;p19"/>
          <p:cNvGrpSpPr/>
          <p:nvPr/>
        </p:nvGrpSpPr>
        <p:grpSpPr>
          <a:xfrm>
            <a:off x="6000875" y="1809188"/>
            <a:ext cx="2286000" cy="2063400"/>
            <a:chOff x="6289825" y="1804200"/>
            <a:chExt cx="2286000" cy="2063400"/>
          </a:xfrm>
        </p:grpSpPr>
        <p:sp>
          <p:nvSpPr>
            <p:cNvPr id="298" name="Google Shape;298;p19"/>
            <p:cNvSpPr/>
            <p:nvPr/>
          </p:nvSpPr>
          <p:spPr>
            <a:xfrm>
              <a:off x="6289825" y="1804200"/>
              <a:ext cx="2286000" cy="2063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299" name="Google Shape;299;p19"/>
            <p:cNvSpPr txBox="1"/>
            <p:nvPr/>
          </p:nvSpPr>
          <p:spPr>
            <a:xfrm>
              <a:off x="6578900" y="2093275"/>
              <a:ext cx="1824300" cy="8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200">
                  <a:solidFill>
                    <a:schemeClr val="dk1"/>
                  </a:solidFill>
                  <a:latin typeface="Malgun Gothic"/>
                  <a:ea typeface="Malgun Gothic"/>
                  <a:cs typeface="Malgun Gothic"/>
                  <a:sym typeface="Malgun Gothic"/>
                </a:rPr>
                <a:t>인증번호가 </a:t>
              </a:r>
              <a:r>
                <a:rPr lang="ko-KR" sz="1200">
                  <a:solidFill>
                    <a:schemeClr val="dk1"/>
                  </a:solidFill>
                  <a:latin typeface="Malgun Gothic"/>
                  <a:ea typeface="Malgun Gothic"/>
                  <a:cs typeface="Malgun Gothic"/>
                  <a:sym typeface="Malgun Gothic"/>
                </a:rPr>
                <a:t>다릅니다. </a:t>
              </a:r>
              <a:r>
                <a:rPr lang="ko-KR" sz="1200">
                  <a:solidFill>
                    <a:schemeClr val="dk1"/>
                  </a:solidFill>
                  <a:latin typeface="Malgun Gothic"/>
                  <a:ea typeface="Malgun Gothic"/>
                  <a:cs typeface="Malgun Gothic"/>
                  <a:sym typeface="Malgun Gothic"/>
                </a:rPr>
                <a:t>다시 </a:t>
              </a:r>
              <a:r>
                <a:rPr lang="ko-KR" sz="1200">
                  <a:solidFill>
                    <a:schemeClr val="dk1"/>
                  </a:solidFill>
                  <a:latin typeface="Malgun Gothic"/>
                  <a:ea typeface="Malgun Gothic"/>
                  <a:cs typeface="Malgun Gothic"/>
                  <a:sym typeface="Malgun Gothic"/>
                </a:rPr>
                <a:t>확인해 주세요.</a:t>
              </a:r>
              <a:endParaRPr sz="1200">
                <a:solidFill>
                  <a:schemeClr val="dk1"/>
                </a:solidFill>
                <a:latin typeface="Malgun Gothic"/>
                <a:ea typeface="Malgun Gothic"/>
                <a:cs typeface="Malgun Gothic"/>
                <a:sym typeface="Malgun Gothic"/>
              </a:endParaRPr>
            </a:p>
          </p:txBody>
        </p:sp>
        <p:sp>
          <p:nvSpPr>
            <p:cNvPr id="300" name="Google Shape;300;p19"/>
            <p:cNvSpPr/>
            <p:nvPr/>
          </p:nvSpPr>
          <p:spPr>
            <a:xfrm>
              <a:off x="6638700" y="2870800"/>
              <a:ext cx="1764600" cy="6288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확인</a:t>
              </a:r>
              <a:endParaRPr>
                <a:solidFill>
                  <a:schemeClr val="lt1"/>
                </a:solidFill>
                <a:latin typeface="Malgun Gothic"/>
                <a:ea typeface="Malgun Gothic"/>
                <a:cs typeface="Malgun Gothic"/>
                <a:sym typeface="Malgun Gothic"/>
              </a:endParaRPr>
            </a:p>
          </p:txBody>
        </p:sp>
      </p:grpSp>
      <p:sp>
        <p:nvSpPr>
          <p:cNvPr id="301" name="Google Shape;301;p19"/>
          <p:cNvSpPr txBox="1"/>
          <p:nvPr/>
        </p:nvSpPr>
        <p:spPr>
          <a:xfrm>
            <a:off x="3414200" y="2991850"/>
            <a:ext cx="24699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000">
                <a:solidFill>
                  <a:srgbClr val="FF0000"/>
                </a:solidFill>
                <a:latin typeface="Malgun Gothic"/>
                <a:ea typeface="Malgun Gothic"/>
                <a:cs typeface="Malgun Gothic"/>
                <a:sym typeface="Malgun Gothic"/>
              </a:rPr>
              <a:t>! 가입되어 있는 정보가 없습니다.</a:t>
            </a:r>
            <a:endParaRPr b="1" sz="1000">
              <a:solidFill>
                <a:srgbClr val="FF0000"/>
              </a:solidFill>
              <a:latin typeface="Malgun Gothic"/>
              <a:ea typeface="Malgun Gothic"/>
              <a:cs typeface="Malgun Gothic"/>
              <a:sym typeface="Malgun Gothic"/>
            </a:endParaRPr>
          </a:p>
        </p:txBody>
      </p:sp>
      <p:sp>
        <p:nvSpPr>
          <p:cNvPr id="302" name="Google Shape;302;p19"/>
          <p:cNvSpPr txBox="1"/>
          <p:nvPr/>
        </p:nvSpPr>
        <p:spPr>
          <a:xfrm>
            <a:off x="3422132" y="3560659"/>
            <a:ext cx="24699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000">
                <a:solidFill>
                  <a:srgbClr val="FF0000"/>
                </a:solidFill>
                <a:latin typeface="Malgun Gothic"/>
                <a:ea typeface="Malgun Gothic"/>
                <a:cs typeface="Malgun Gothic"/>
                <a:sym typeface="Malgun Gothic"/>
              </a:rPr>
              <a:t>! 가입되어 있는 정보가 없습니다.</a:t>
            </a:r>
            <a:endParaRPr b="1" sz="1000">
              <a:solidFill>
                <a:srgbClr val="FF0000"/>
              </a:solidFill>
              <a:latin typeface="Malgun Gothic"/>
              <a:ea typeface="Malgun Gothic"/>
              <a:cs typeface="Malgun Gothic"/>
              <a:sym typeface="Malgun Gothic"/>
            </a:endParaRPr>
          </a:p>
        </p:txBody>
      </p:sp>
      <p:sp>
        <p:nvSpPr>
          <p:cNvPr id="303" name="Google Shape;303;p19"/>
          <p:cNvSpPr/>
          <p:nvPr/>
        </p:nvSpPr>
        <p:spPr>
          <a:xfrm>
            <a:off x="3335200" y="4870100"/>
            <a:ext cx="468600" cy="358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
        <p:nvSpPr>
          <p:cNvPr id="304" name="Google Shape;304;p19"/>
          <p:cNvSpPr/>
          <p:nvPr/>
        </p:nvSpPr>
        <p:spPr>
          <a:xfrm>
            <a:off x="5892025" y="1691225"/>
            <a:ext cx="468600" cy="358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3</a:t>
            </a:r>
            <a:endParaRPr>
              <a:latin typeface="Malgun Gothic"/>
              <a:ea typeface="Malgun Gothic"/>
              <a:cs typeface="Malgun Gothic"/>
              <a:sym typeface="Malgun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311" name="Google Shape;311;p2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312" name="Google Shape;312;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313" name="Google Shape;313;p2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graphicFrame>
        <p:nvGraphicFramePr>
          <p:cNvPr id="314" name="Google Shape;314;p20"/>
          <p:cNvGraphicFramePr/>
          <p:nvPr/>
        </p:nvGraphicFramePr>
        <p:xfrm>
          <a:off x="244388" y="2418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ctr">
                        <a:spcBef>
                          <a:spcPts val="0"/>
                        </a:spcBef>
                        <a:spcAft>
                          <a:spcPts val="0"/>
                        </a:spcAft>
                        <a:buNone/>
                      </a:pPr>
                      <a:r>
                        <a:t/>
                      </a:r>
                      <a:endParaRPr sz="2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315" name="Google Shape;315;p20"/>
          <p:cNvGraphicFramePr/>
          <p:nvPr/>
        </p:nvGraphicFramePr>
        <p:xfrm>
          <a:off x="244388" y="2418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view-007</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비밀번호 재설정</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비밀번호 재설정 등록</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사이트이용자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이메일 링크를 눌렀을때 나오는 화면</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새비밀번호를 입력한다.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비밀번호 변경 버튼을 눌러 비밀번호 변경</a:t>
                      </a:r>
                      <a:endParaRPr sz="1000">
                        <a:solidFill>
                          <a:srgbClr val="2F5496"/>
                        </a:solidFill>
                      </a:endParaRPr>
                    </a:p>
                    <a:p>
                      <a:pPr indent="0" lvl="0" marL="0" marR="0" rtl="0" algn="l">
                        <a:spcBef>
                          <a:spcPts val="0"/>
                        </a:spcBef>
                        <a:spcAft>
                          <a:spcPts val="0"/>
                        </a:spcAft>
                        <a:buNone/>
                      </a:pPr>
                      <a:r>
                        <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입력한 비밀번호 일치하지 않을시, 경고 안내</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pic>
        <p:nvPicPr>
          <p:cNvPr id="316" name="Google Shape;316;p20"/>
          <p:cNvPicPr preferRelativeResize="0"/>
          <p:nvPr/>
        </p:nvPicPr>
        <p:blipFill>
          <a:blip r:embed="rId3">
            <a:alphaModFix/>
          </a:blip>
          <a:stretch>
            <a:fillRect/>
          </a:stretch>
        </p:blipFill>
        <p:spPr>
          <a:xfrm>
            <a:off x="1129300" y="1254350"/>
            <a:ext cx="6509125" cy="5493725"/>
          </a:xfrm>
          <a:prstGeom prst="rect">
            <a:avLst/>
          </a:prstGeom>
          <a:noFill/>
          <a:ln>
            <a:noFill/>
          </a:ln>
        </p:spPr>
      </p:pic>
      <p:sp>
        <p:nvSpPr>
          <p:cNvPr id="317" name="Google Shape;317;p20"/>
          <p:cNvSpPr txBox="1"/>
          <p:nvPr/>
        </p:nvSpPr>
        <p:spPr>
          <a:xfrm>
            <a:off x="2607088" y="1448250"/>
            <a:ext cx="3812700" cy="65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sz="1800">
                <a:solidFill>
                  <a:schemeClr val="dk1"/>
                </a:solidFill>
                <a:latin typeface="Malgun Gothic"/>
                <a:ea typeface="Malgun Gothic"/>
                <a:cs typeface="Malgun Gothic"/>
                <a:sym typeface="Malgun Gothic"/>
              </a:rPr>
              <a:t>인증번호가 일치합니다.</a:t>
            </a:r>
            <a:endParaRPr b="1" sz="18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b="1" lang="ko-KR" sz="1800">
                <a:solidFill>
                  <a:schemeClr val="dk1"/>
                </a:solidFill>
                <a:latin typeface="Malgun Gothic"/>
                <a:ea typeface="Malgun Gothic"/>
                <a:cs typeface="Malgun Gothic"/>
                <a:sym typeface="Malgun Gothic"/>
              </a:rPr>
              <a:t>새로운</a:t>
            </a:r>
            <a:r>
              <a:rPr b="1" lang="ko-KR" sz="1800">
                <a:solidFill>
                  <a:schemeClr val="dk1"/>
                </a:solidFill>
                <a:latin typeface="Malgun Gothic"/>
                <a:ea typeface="Malgun Gothic"/>
                <a:cs typeface="Malgun Gothic"/>
                <a:sym typeface="Malgun Gothic"/>
              </a:rPr>
              <a:t> 비밀번호를 등록</a:t>
            </a:r>
            <a:r>
              <a:rPr b="1" lang="ko-KR" sz="1800">
                <a:solidFill>
                  <a:schemeClr val="dk1"/>
                </a:solidFill>
                <a:latin typeface="Malgun Gothic"/>
                <a:ea typeface="Malgun Gothic"/>
                <a:cs typeface="Malgun Gothic"/>
                <a:sym typeface="Malgun Gothic"/>
              </a:rPr>
              <a:t>해주세요.</a:t>
            </a:r>
            <a:endParaRPr b="1" sz="1800">
              <a:solidFill>
                <a:schemeClr val="dk1"/>
              </a:solidFill>
              <a:latin typeface="Malgun Gothic"/>
              <a:ea typeface="Malgun Gothic"/>
              <a:cs typeface="Malgun Gothic"/>
              <a:sym typeface="Malgun Gothic"/>
            </a:endParaRPr>
          </a:p>
        </p:txBody>
      </p:sp>
      <p:sp>
        <p:nvSpPr>
          <p:cNvPr id="318" name="Google Shape;318;p20"/>
          <p:cNvSpPr/>
          <p:nvPr/>
        </p:nvSpPr>
        <p:spPr>
          <a:xfrm>
            <a:off x="1275913" y="1366050"/>
            <a:ext cx="239400" cy="2391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319" name="Google Shape;319;p20"/>
          <p:cNvSpPr/>
          <p:nvPr/>
        </p:nvSpPr>
        <p:spPr>
          <a:xfrm>
            <a:off x="2745125" y="2853863"/>
            <a:ext cx="335100" cy="301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
        <p:nvSpPr>
          <p:cNvPr id="320" name="Google Shape;320;p20"/>
          <p:cNvSpPr/>
          <p:nvPr/>
        </p:nvSpPr>
        <p:spPr>
          <a:xfrm>
            <a:off x="2791000" y="4977825"/>
            <a:ext cx="388800" cy="358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3</a:t>
            </a:r>
            <a:endParaRPr>
              <a:latin typeface="Malgun Gothic"/>
              <a:ea typeface="Malgun Gothic"/>
              <a:cs typeface="Malgun Gothic"/>
              <a:sym typeface="Malgun Gothic"/>
            </a:endParaRPr>
          </a:p>
        </p:txBody>
      </p:sp>
      <p:sp>
        <p:nvSpPr>
          <p:cNvPr id="321" name="Google Shape;321;p20"/>
          <p:cNvSpPr/>
          <p:nvPr/>
        </p:nvSpPr>
        <p:spPr>
          <a:xfrm>
            <a:off x="3179800" y="5273475"/>
            <a:ext cx="1335600" cy="438000"/>
          </a:xfrm>
          <a:prstGeom prst="roundRect">
            <a:avLst>
              <a:gd fmla="val 16667" name="adj"/>
            </a:avLst>
          </a:prstGeom>
          <a:solidFill>
            <a:srgbClr val="729FC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100">
                <a:solidFill>
                  <a:schemeClr val="lt1"/>
                </a:solidFill>
                <a:latin typeface="Malgun Gothic"/>
                <a:ea typeface="Malgun Gothic"/>
                <a:cs typeface="Malgun Gothic"/>
                <a:sym typeface="Malgun Gothic"/>
              </a:rPr>
              <a:t>비밀번호 </a:t>
            </a:r>
            <a:r>
              <a:rPr lang="ko-KR" sz="1100">
                <a:solidFill>
                  <a:schemeClr val="lt1"/>
                </a:solidFill>
                <a:latin typeface="Malgun Gothic"/>
                <a:ea typeface="Malgun Gothic"/>
                <a:cs typeface="Malgun Gothic"/>
                <a:sym typeface="Malgun Gothic"/>
              </a:rPr>
              <a:t>변경</a:t>
            </a:r>
            <a:endParaRPr sz="1100">
              <a:solidFill>
                <a:schemeClr val="lt1"/>
              </a:solidFill>
              <a:latin typeface="Malgun Gothic"/>
              <a:ea typeface="Malgun Gothic"/>
              <a:cs typeface="Malgun Gothic"/>
              <a:sym typeface="Malgun Gothic"/>
            </a:endParaRPr>
          </a:p>
        </p:txBody>
      </p:sp>
      <p:sp>
        <p:nvSpPr>
          <p:cNvPr id="322" name="Google Shape;322;p20"/>
          <p:cNvSpPr/>
          <p:nvPr/>
        </p:nvSpPr>
        <p:spPr>
          <a:xfrm>
            <a:off x="4994200" y="5273475"/>
            <a:ext cx="1335600" cy="4380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100">
                <a:solidFill>
                  <a:schemeClr val="lt1"/>
                </a:solidFill>
                <a:latin typeface="Malgun Gothic"/>
                <a:ea typeface="Malgun Gothic"/>
                <a:cs typeface="Malgun Gothic"/>
                <a:sym typeface="Malgun Gothic"/>
              </a:rPr>
              <a:t>취소</a:t>
            </a:r>
            <a:endParaRPr sz="1100">
              <a:solidFill>
                <a:schemeClr val="lt1"/>
              </a:solidFill>
              <a:latin typeface="Malgun Gothic"/>
              <a:ea typeface="Malgun Gothic"/>
              <a:cs typeface="Malgun Gothic"/>
              <a:sym typeface="Malgun Gothic"/>
            </a:endParaRPr>
          </a:p>
        </p:txBody>
      </p:sp>
      <p:sp>
        <p:nvSpPr>
          <p:cNvPr id="323" name="Google Shape;323;p20"/>
          <p:cNvSpPr/>
          <p:nvPr/>
        </p:nvSpPr>
        <p:spPr>
          <a:xfrm>
            <a:off x="3179800" y="3050225"/>
            <a:ext cx="3150000" cy="568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324" name="Google Shape;324;p20"/>
          <p:cNvSpPr/>
          <p:nvPr/>
        </p:nvSpPr>
        <p:spPr>
          <a:xfrm>
            <a:off x="3179800" y="3963175"/>
            <a:ext cx="3150000" cy="568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325" name="Google Shape;325;p20"/>
          <p:cNvSpPr txBox="1"/>
          <p:nvPr/>
        </p:nvSpPr>
        <p:spPr>
          <a:xfrm>
            <a:off x="1744625" y="3209700"/>
            <a:ext cx="1335600" cy="3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a:solidFill>
                  <a:schemeClr val="dk1"/>
                </a:solidFill>
                <a:latin typeface="Malgun Gothic"/>
                <a:ea typeface="Malgun Gothic"/>
                <a:cs typeface="Malgun Gothic"/>
                <a:sym typeface="Malgun Gothic"/>
              </a:rPr>
              <a:t>새 비밀번호</a:t>
            </a:r>
            <a:endParaRPr>
              <a:solidFill>
                <a:schemeClr val="dk1"/>
              </a:solidFill>
              <a:latin typeface="Malgun Gothic"/>
              <a:ea typeface="Malgun Gothic"/>
              <a:cs typeface="Malgun Gothic"/>
              <a:sym typeface="Malgun Gothic"/>
            </a:endParaRPr>
          </a:p>
        </p:txBody>
      </p:sp>
      <p:sp>
        <p:nvSpPr>
          <p:cNvPr id="326" name="Google Shape;326;p20"/>
          <p:cNvSpPr txBox="1"/>
          <p:nvPr/>
        </p:nvSpPr>
        <p:spPr>
          <a:xfrm>
            <a:off x="1713550" y="3990475"/>
            <a:ext cx="1366800" cy="3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a:solidFill>
                  <a:schemeClr val="dk1"/>
                </a:solidFill>
                <a:latin typeface="Malgun Gothic"/>
                <a:ea typeface="Malgun Gothic"/>
                <a:cs typeface="Malgun Gothic"/>
                <a:sym typeface="Malgun Gothic"/>
              </a:rPr>
              <a:t>비밀번호 확인</a:t>
            </a:r>
            <a:endParaRPr>
              <a:solidFill>
                <a:schemeClr val="dk1"/>
              </a:solidFill>
              <a:latin typeface="Malgun Gothic"/>
              <a:ea typeface="Malgun Gothic"/>
              <a:cs typeface="Malgun Gothic"/>
              <a:sym typeface="Malgun Gothic"/>
            </a:endParaRPr>
          </a:p>
        </p:txBody>
      </p:sp>
      <p:sp>
        <p:nvSpPr>
          <p:cNvPr id="327" name="Google Shape;327;p20"/>
          <p:cNvSpPr txBox="1"/>
          <p:nvPr/>
        </p:nvSpPr>
        <p:spPr>
          <a:xfrm>
            <a:off x="3443611" y="4599190"/>
            <a:ext cx="2469900" cy="1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000">
                <a:solidFill>
                  <a:srgbClr val="FF0000"/>
                </a:solidFill>
                <a:latin typeface="Malgun Gothic"/>
                <a:ea typeface="Malgun Gothic"/>
                <a:cs typeface="Malgun Gothic"/>
                <a:sym typeface="Malgun Gothic"/>
              </a:rPr>
              <a:t>! 비밀번호가 일치하지 않습니다.</a:t>
            </a:r>
            <a:endParaRPr b="1" sz="1000">
              <a:solidFill>
                <a:srgbClr val="FF0000"/>
              </a:solidFill>
              <a:latin typeface="Malgun Gothic"/>
              <a:ea typeface="Malgun Gothic"/>
              <a:cs typeface="Malgun Gothic"/>
              <a:sym typeface="Malgun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graphicFrame>
        <p:nvGraphicFramePr>
          <p:cNvPr id="333" name="Google Shape;333;p21"/>
          <p:cNvGraphicFramePr/>
          <p:nvPr/>
        </p:nvGraphicFramePr>
        <p:xfrm>
          <a:off x="23760" y="69840"/>
          <a:ext cx="3000000" cy="3000000"/>
        </p:xfrm>
        <a:graphic>
          <a:graphicData uri="http://schemas.openxmlformats.org/drawingml/2006/table">
            <a:tbl>
              <a:tblPr>
                <a:noFill/>
                <a:tableStyleId>{55D9632B-3A11-45D4-88F0-56B401F7D582}</a:tableStyleId>
              </a:tblPr>
              <a:tblGrid>
                <a:gridCol w="816125"/>
                <a:gridCol w="3330000"/>
                <a:gridCol w="747000"/>
                <a:gridCol w="3657600"/>
                <a:gridCol w="852125"/>
                <a:gridCol w="1173600"/>
                <a:gridCol w="673200"/>
                <a:gridCol w="741250"/>
              </a:tblGrid>
              <a:tr h="256325">
                <a:tc>
                  <a:txBody>
                    <a:bodyPr/>
                    <a:lstStyle/>
                    <a:p>
                      <a:pPr indent="0" lvl="0" marL="0" marR="0" rtl="0" algn="l">
                        <a:lnSpc>
                          <a:spcPct val="100000"/>
                        </a:lnSpc>
                        <a:spcBef>
                          <a:spcPts val="0"/>
                        </a:spcBef>
                        <a:spcAft>
                          <a:spcPts val="0"/>
                        </a:spcAft>
                        <a:buNone/>
                      </a:pPr>
                      <a:r>
                        <a:rPr b="0" lang="ko-KR" sz="1000" u="none" cap="none" strike="noStrike">
                          <a:solidFill>
                            <a:schemeClr val="dk1"/>
                          </a:solidFill>
                          <a:latin typeface="Arial"/>
                          <a:ea typeface="Arial"/>
                          <a:cs typeface="Arial"/>
                          <a:sym typeface="Arial"/>
                        </a:rPr>
                        <a:t>화면 ID</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cap="none" strike="noStrike">
                          <a:solidFill>
                            <a:schemeClr val="dk1"/>
                          </a:solidFill>
                          <a:latin typeface="Arial"/>
                          <a:ea typeface="Arial"/>
                          <a:cs typeface="Arial"/>
                          <a:sym typeface="Arial"/>
                        </a:rPr>
                        <a:t>view-00</a:t>
                      </a:r>
                      <a:r>
                        <a:rPr lang="ko-KR" sz="1000">
                          <a:solidFill>
                            <a:schemeClr val="dk1"/>
                          </a:solidFill>
                        </a:rPr>
                        <a:t>8</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cap="none" strike="noStrike">
                          <a:solidFill>
                            <a:schemeClr val="dk1"/>
                          </a:solidFill>
                          <a:latin typeface="Arial"/>
                          <a:ea typeface="Arial"/>
                          <a:cs typeface="Arial"/>
                          <a:sym typeface="Arial"/>
                        </a:rPr>
                        <a:t>화면 명</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cap="none" strike="noStrike">
                          <a:solidFill>
                            <a:schemeClr val="dk1"/>
                          </a:solidFill>
                          <a:latin typeface="Arial"/>
                          <a:ea typeface="Arial"/>
                          <a:cs typeface="Arial"/>
                          <a:sym typeface="Arial"/>
                        </a:rPr>
                        <a:t>메인화면 레이아웃 개요</a:t>
                      </a:r>
                      <a:endParaRPr b="0" sz="14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cap="none" strike="noStrike">
                          <a:solidFill>
                            <a:schemeClr val="dk1"/>
                          </a:solidFill>
                          <a:latin typeface="Arial"/>
                          <a:ea typeface="Arial"/>
                          <a:cs typeface="Arial"/>
                          <a:sym typeface="Arial"/>
                        </a:rPr>
                        <a:t>요구사항ID</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b="0" sz="18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16000">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개요</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메인화면 레이아웃</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사용자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b="0" lang="ko-KR" sz="1100" u="none" strike="noStrike">
                          <a:solidFill>
                            <a:srgbClr val="000000"/>
                          </a:solidFill>
                          <a:latin typeface="Malgun Gothic"/>
                          <a:ea typeface="Malgun Gothic"/>
                          <a:cs typeface="Malgun Gothic"/>
                          <a:sym typeface="Malgun Gothic"/>
                        </a:rPr>
                        <a:t>사이트 이용자</a:t>
                      </a:r>
                      <a:endParaRPr b="0" sz="11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개발자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박상원</a:t>
                      </a:r>
                      <a:endParaRPr b="0" sz="13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18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2F5496"/>
                        </a:solidFill>
                        <a:latin typeface="Arial"/>
                        <a:ea typeface="Arial"/>
                        <a:cs typeface="Arial"/>
                        <a:sym typeface="Arial"/>
                      </a:endParaRPr>
                    </a:p>
                    <a:p>
                      <a:pPr indent="0" lvl="0" marL="0" marR="0" rtl="0" algn="l">
                        <a:lnSpc>
                          <a:spcPct val="100000"/>
                        </a:lnSpc>
                        <a:spcBef>
                          <a:spcPts val="0"/>
                        </a:spcBef>
                        <a:spcAft>
                          <a:spcPts val="0"/>
                        </a:spcAft>
                        <a:buNone/>
                      </a:pPr>
                      <a:r>
                        <a:t/>
                      </a:r>
                      <a:endParaRPr sz="1000">
                        <a:solidFill>
                          <a:srgbClr val="2F5496"/>
                        </a:solidFill>
                      </a:endParaRPr>
                    </a:p>
                    <a:p>
                      <a:pPr indent="-292100" lvl="0" marL="457200" marR="0" rtl="0" algn="l">
                        <a:lnSpc>
                          <a:spcPct val="100000"/>
                        </a:lnSpc>
                        <a:spcBef>
                          <a:spcPts val="0"/>
                        </a:spcBef>
                        <a:spcAft>
                          <a:spcPts val="0"/>
                        </a:spcAft>
                        <a:buClr>
                          <a:srgbClr val="2F5496"/>
                        </a:buClr>
                        <a:buSzPts val="1000"/>
                        <a:buChar char="-"/>
                      </a:pPr>
                      <a:r>
                        <a:rPr b="0" lang="ko-KR" sz="1000" u="none" strike="noStrike">
                          <a:solidFill>
                            <a:srgbClr val="2F5496"/>
                          </a:solidFill>
                          <a:latin typeface="Arial"/>
                          <a:ea typeface="Arial"/>
                          <a:cs typeface="Arial"/>
                          <a:sym typeface="Arial"/>
                        </a:rPr>
                        <a:t>sidebar는 검색 기능이 들어갈 곳이라 사용자가 화면을 스크롤 해도 고정된 위치를 가져서 검색에 편하게 접근</a:t>
                      </a:r>
                      <a:r>
                        <a:rPr lang="ko-KR" sz="1000">
                          <a:solidFill>
                            <a:srgbClr val="2F5496"/>
                          </a:solidFill>
                        </a:rPr>
                        <a:t>한다.</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334" name="Google Shape;334;p21"/>
          <p:cNvSpPr/>
          <p:nvPr/>
        </p:nvSpPr>
        <p:spPr>
          <a:xfrm>
            <a:off x="811440" y="1509480"/>
            <a:ext cx="7096200" cy="5370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header</a:t>
            </a:r>
            <a:endParaRPr b="0" i="0" sz="1400" u="none" cap="none" strike="noStrike">
              <a:solidFill>
                <a:srgbClr val="000000"/>
              </a:solidFill>
              <a:latin typeface="Malgun Gothic"/>
              <a:ea typeface="Malgun Gothic"/>
              <a:cs typeface="Malgun Gothic"/>
              <a:sym typeface="Malgun Gothic"/>
            </a:endParaRPr>
          </a:p>
        </p:txBody>
      </p:sp>
      <p:sp>
        <p:nvSpPr>
          <p:cNvPr id="335" name="Google Shape;335;p21"/>
          <p:cNvSpPr/>
          <p:nvPr/>
        </p:nvSpPr>
        <p:spPr>
          <a:xfrm>
            <a:off x="3161880" y="2165040"/>
            <a:ext cx="4739700" cy="33690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Content</a:t>
            </a:r>
            <a:endParaRPr b="0" i="0" sz="1400" u="none" cap="none" strike="noStrike">
              <a:solidFill>
                <a:srgbClr val="000000"/>
              </a:solidFill>
              <a:latin typeface="Malgun Gothic"/>
              <a:ea typeface="Malgun Gothic"/>
              <a:cs typeface="Malgun Gothic"/>
              <a:sym typeface="Malgun Gothic"/>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p:txBody>
      </p:sp>
      <p:sp>
        <p:nvSpPr>
          <p:cNvPr id="336" name="Google Shape;336;p21"/>
          <p:cNvSpPr/>
          <p:nvPr/>
        </p:nvSpPr>
        <p:spPr>
          <a:xfrm>
            <a:off x="3637080" y="3889440"/>
            <a:ext cx="3727500" cy="27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60%</a:t>
            </a:r>
            <a:endParaRPr b="0" i="0" sz="1400" u="none" cap="none" strike="noStrike">
              <a:solidFill>
                <a:srgbClr val="000000"/>
              </a:solidFill>
              <a:latin typeface="Malgun Gothic"/>
              <a:ea typeface="Malgun Gothic"/>
              <a:cs typeface="Malgun Gothic"/>
              <a:sym typeface="Malgun Gothic"/>
            </a:endParaRPr>
          </a:p>
        </p:txBody>
      </p:sp>
      <p:cxnSp>
        <p:nvCxnSpPr>
          <p:cNvPr id="337" name="Google Shape;337;p21"/>
          <p:cNvCxnSpPr>
            <a:stCxn id="335" idx="3"/>
            <a:endCxn id="335" idx="3"/>
          </p:cNvCxnSpPr>
          <p:nvPr/>
        </p:nvCxnSpPr>
        <p:spPr>
          <a:xfrm>
            <a:off x="7901580" y="3849540"/>
            <a:ext cx="600" cy="600"/>
          </a:xfrm>
          <a:prstGeom prst="bentConnector2">
            <a:avLst/>
          </a:prstGeom>
          <a:noFill/>
          <a:ln cap="flat" cmpd="sng" w="9525">
            <a:solidFill>
              <a:srgbClr val="3465A4"/>
            </a:solidFill>
            <a:prstDash val="solid"/>
            <a:round/>
            <a:headEnd len="med" w="med" type="triangle"/>
            <a:tailEnd len="med" w="med" type="triangle"/>
          </a:ln>
        </p:spPr>
      </p:cxnSp>
      <p:cxnSp>
        <p:nvCxnSpPr>
          <p:cNvPr id="338" name="Google Shape;338;p21"/>
          <p:cNvCxnSpPr/>
          <p:nvPr/>
        </p:nvCxnSpPr>
        <p:spPr>
          <a:xfrm>
            <a:off x="3161880" y="4197240"/>
            <a:ext cx="4740000" cy="300"/>
          </a:xfrm>
          <a:prstGeom prst="straightConnector1">
            <a:avLst/>
          </a:prstGeom>
          <a:noFill/>
          <a:ln cap="flat" cmpd="sng" w="9525">
            <a:solidFill>
              <a:srgbClr val="3465A4"/>
            </a:solidFill>
            <a:prstDash val="solid"/>
            <a:round/>
            <a:headEnd len="med" w="med" type="triangle"/>
            <a:tailEnd len="med" w="med" type="triangle"/>
          </a:ln>
        </p:spPr>
      </p:cxnSp>
      <p:sp>
        <p:nvSpPr>
          <p:cNvPr id="339" name="Google Shape;339;p21"/>
          <p:cNvSpPr/>
          <p:nvPr/>
        </p:nvSpPr>
        <p:spPr>
          <a:xfrm>
            <a:off x="828000" y="2150280"/>
            <a:ext cx="2211600" cy="33837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sidebar</a:t>
            </a:r>
            <a:endParaRPr b="0" i="0" sz="1400" u="none" cap="none" strike="noStrike">
              <a:solidFill>
                <a:srgbClr val="000000"/>
              </a:solidFill>
              <a:latin typeface="Malgun Gothic"/>
              <a:ea typeface="Malgun Gothic"/>
              <a:cs typeface="Malgun Gothic"/>
              <a:sym typeface="Malgun Gothic"/>
            </a:endParaRPr>
          </a:p>
        </p:txBody>
      </p:sp>
      <p:sp>
        <p:nvSpPr>
          <p:cNvPr id="340" name="Google Shape;340;p21"/>
          <p:cNvSpPr/>
          <p:nvPr/>
        </p:nvSpPr>
        <p:spPr>
          <a:xfrm>
            <a:off x="828000" y="5652000"/>
            <a:ext cx="7095900" cy="5370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Footer</a:t>
            </a:r>
            <a:endParaRPr b="0" i="0" sz="1400" u="none" cap="none" strike="noStrike">
              <a:solidFill>
                <a:srgbClr val="000000"/>
              </a:solidFill>
              <a:latin typeface="Malgun Gothic"/>
              <a:ea typeface="Malgun Gothic"/>
              <a:cs typeface="Malgun Gothic"/>
              <a:sym typeface="Malgun Gothic"/>
            </a:endParaRPr>
          </a:p>
        </p:txBody>
      </p:sp>
      <p:cxnSp>
        <p:nvCxnSpPr>
          <p:cNvPr id="341" name="Google Shape;341;p21"/>
          <p:cNvCxnSpPr/>
          <p:nvPr/>
        </p:nvCxnSpPr>
        <p:spPr>
          <a:xfrm>
            <a:off x="792000" y="3037320"/>
            <a:ext cx="2212200" cy="300"/>
          </a:xfrm>
          <a:prstGeom prst="straightConnector1">
            <a:avLst/>
          </a:prstGeom>
          <a:noFill/>
          <a:ln cap="flat" cmpd="sng" w="9525">
            <a:solidFill>
              <a:srgbClr val="3465A4"/>
            </a:solidFill>
            <a:prstDash val="solid"/>
            <a:round/>
            <a:headEnd len="med" w="med" type="triangle"/>
            <a:tailEnd len="med" w="med" type="triangle"/>
          </a:ln>
        </p:spPr>
      </p:cxnSp>
      <p:sp>
        <p:nvSpPr>
          <p:cNvPr id="342" name="Google Shape;342;p21"/>
          <p:cNvSpPr/>
          <p:nvPr/>
        </p:nvSpPr>
        <p:spPr>
          <a:xfrm>
            <a:off x="893160" y="2491200"/>
            <a:ext cx="2047200" cy="391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30%</a:t>
            </a:r>
            <a:endParaRPr b="0" i="0" sz="1400" u="none" cap="none" strike="noStrike">
              <a:solidFill>
                <a:srgbClr val="000000"/>
              </a:solidFill>
              <a:latin typeface="Malgun Gothic"/>
              <a:ea typeface="Malgun Gothic"/>
              <a:cs typeface="Malgun Gothic"/>
              <a:sym typeface="Malgun Gothic"/>
            </a:endParaRPr>
          </a:p>
        </p:txBody>
      </p:sp>
      <p:cxnSp>
        <p:nvCxnSpPr>
          <p:cNvPr id="343" name="Google Shape;343;p21"/>
          <p:cNvCxnSpPr/>
          <p:nvPr/>
        </p:nvCxnSpPr>
        <p:spPr>
          <a:xfrm>
            <a:off x="792000" y="3037320"/>
            <a:ext cx="2212200" cy="300"/>
          </a:xfrm>
          <a:prstGeom prst="straightConnector1">
            <a:avLst/>
          </a:prstGeom>
          <a:noFill/>
          <a:ln cap="flat" cmpd="sng" w="9525">
            <a:solidFill>
              <a:srgbClr val="3465A4"/>
            </a:solidFill>
            <a:prstDash val="solid"/>
            <a:round/>
            <a:headEnd len="med" w="med" type="triangle"/>
            <a:tailEnd len="med" w="med" type="triangle"/>
          </a:ln>
        </p:spPr>
      </p:cxnSp>
      <p:cxnSp>
        <p:nvCxnSpPr>
          <p:cNvPr id="344" name="Google Shape;344;p21"/>
          <p:cNvCxnSpPr/>
          <p:nvPr/>
        </p:nvCxnSpPr>
        <p:spPr>
          <a:xfrm>
            <a:off x="787680" y="1437480"/>
            <a:ext cx="7132200" cy="2400"/>
          </a:xfrm>
          <a:prstGeom prst="straightConnector1">
            <a:avLst/>
          </a:prstGeom>
          <a:noFill/>
          <a:ln cap="flat" cmpd="sng" w="9525">
            <a:solidFill>
              <a:srgbClr val="3465A4"/>
            </a:solidFill>
            <a:prstDash val="solid"/>
            <a:round/>
            <a:headEnd len="med" w="med" type="triangle"/>
            <a:tailEnd len="med" w="med" type="triangle"/>
          </a:ln>
        </p:spPr>
      </p:cxnSp>
      <p:sp>
        <p:nvSpPr>
          <p:cNvPr id="345" name="Google Shape;345;p21"/>
          <p:cNvSpPr/>
          <p:nvPr/>
        </p:nvSpPr>
        <p:spPr>
          <a:xfrm>
            <a:off x="893160" y="961920"/>
            <a:ext cx="2047200" cy="391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95%</a:t>
            </a:r>
            <a:endParaRPr b="0" i="0" sz="1400" u="none" cap="none" strike="noStrike">
              <a:solidFill>
                <a:srgbClr val="000000"/>
              </a:solidFill>
              <a:latin typeface="Malgun Gothic"/>
              <a:ea typeface="Malgun Gothic"/>
              <a:cs typeface="Malgun Gothic"/>
              <a:sym typeface="Malgun Gothic"/>
            </a:endParaRPr>
          </a:p>
        </p:txBody>
      </p:sp>
      <p:cxnSp>
        <p:nvCxnSpPr>
          <p:cNvPr id="346" name="Google Shape;346;p21"/>
          <p:cNvCxnSpPr/>
          <p:nvPr/>
        </p:nvCxnSpPr>
        <p:spPr>
          <a:xfrm>
            <a:off x="720000" y="1980000"/>
            <a:ext cx="300" cy="180300"/>
          </a:xfrm>
          <a:prstGeom prst="straightConnector1">
            <a:avLst/>
          </a:prstGeom>
          <a:noFill/>
          <a:ln cap="flat" cmpd="sng" w="9525">
            <a:solidFill>
              <a:srgbClr val="3465A4"/>
            </a:solidFill>
            <a:prstDash val="solid"/>
            <a:round/>
            <a:headEnd len="med" w="med" type="triangle"/>
            <a:tailEnd len="med" w="med" type="triangle"/>
          </a:ln>
        </p:spPr>
      </p:cxnSp>
      <p:cxnSp>
        <p:nvCxnSpPr>
          <p:cNvPr id="347" name="Google Shape;347;p21"/>
          <p:cNvCxnSpPr/>
          <p:nvPr/>
        </p:nvCxnSpPr>
        <p:spPr>
          <a:xfrm>
            <a:off x="720000" y="5508000"/>
            <a:ext cx="300" cy="180300"/>
          </a:xfrm>
          <a:prstGeom prst="straightConnector1">
            <a:avLst/>
          </a:prstGeom>
          <a:noFill/>
          <a:ln cap="flat" cmpd="sng" w="9525">
            <a:solidFill>
              <a:srgbClr val="3465A4"/>
            </a:solidFill>
            <a:prstDash val="solid"/>
            <a:round/>
            <a:headEnd len="med" w="med" type="triangle"/>
            <a:tailEnd len="med" w="med" type="triangle"/>
          </a:ln>
        </p:spPr>
      </p:cxnSp>
      <p:sp>
        <p:nvSpPr>
          <p:cNvPr id="348" name="Google Shape;348;p21"/>
          <p:cNvSpPr/>
          <p:nvPr/>
        </p:nvSpPr>
        <p:spPr>
          <a:xfrm>
            <a:off x="192240" y="1872000"/>
            <a:ext cx="563400" cy="391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10px</a:t>
            </a:r>
            <a:endParaRPr b="0" i="0" sz="1200" u="none" cap="none" strike="noStrike">
              <a:solidFill>
                <a:srgbClr val="000000"/>
              </a:solidFill>
              <a:latin typeface="Malgun Gothic"/>
              <a:ea typeface="Malgun Gothic"/>
              <a:cs typeface="Malgun Gothic"/>
              <a:sym typeface="Malgun Gothic"/>
            </a:endParaRPr>
          </a:p>
        </p:txBody>
      </p:sp>
      <p:sp>
        <p:nvSpPr>
          <p:cNvPr id="349" name="Google Shape;349;p21"/>
          <p:cNvSpPr/>
          <p:nvPr/>
        </p:nvSpPr>
        <p:spPr>
          <a:xfrm>
            <a:off x="192240" y="5400360"/>
            <a:ext cx="563400" cy="391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10px</a:t>
            </a:r>
            <a:endParaRPr b="0" i="0" sz="1200" u="none" cap="none" strike="noStrike">
              <a:solidFill>
                <a:srgbClr val="000000"/>
              </a:solidFill>
              <a:latin typeface="Malgun Gothic"/>
              <a:ea typeface="Malgun Gothic"/>
              <a:cs typeface="Malgun Gothic"/>
              <a:sym typeface="Malgun Gothic"/>
            </a:endParaRPr>
          </a:p>
        </p:txBody>
      </p:sp>
      <p:sp>
        <p:nvSpPr>
          <p:cNvPr id="350" name="Google Shape;350;p21"/>
          <p:cNvSpPr/>
          <p:nvPr/>
        </p:nvSpPr>
        <p:spPr>
          <a:xfrm>
            <a:off x="2275920" y="848160"/>
            <a:ext cx="4246200" cy="324300"/>
          </a:xfrm>
          <a:prstGeom prst="rect">
            <a:avLst/>
          </a:prstGeom>
          <a:no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브라우저 해상도 : 1920</a:t>
            </a:r>
            <a:endParaRPr b="0" i="0" sz="140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graphicFrame>
        <p:nvGraphicFramePr>
          <p:cNvPr id="356" name="Google Shape;356;p22"/>
          <p:cNvGraphicFramePr/>
          <p:nvPr/>
        </p:nvGraphicFramePr>
        <p:xfrm>
          <a:off x="23760" y="69840"/>
          <a:ext cx="3000000" cy="3000000"/>
        </p:xfrm>
        <a:graphic>
          <a:graphicData uri="http://schemas.openxmlformats.org/drawingml/2006/table">
            <a:tbl>
              <a:tblPr>
                <a:noFill/>
                <a:tableStyleId>{55D9632B-3A11-45D4-88F0-56B401F7D582}</a:tableStyleId>
              </a:tblPr>
              <a:tblGrid>
                <a:gridCol w="816125"/>
                <a:gridCol w="3330000"/>
                <a:gridCol w="747350"/>
                <a:gridCol w="3657600"/>
                <a:gridCol w="852475"/>
                <a:gridCol w="1173600"/>
                <a:gridCol w="673200"/>
                <a:gridCol w="741250"/>
              </a:tblGrid>
              <a:tr h="256325">
                <a:tc>
                  <a:txBody>
                    <a:bodyPr/>
                    <a:lstStyle/>
                    <a:p>
                      <a:pPr indent="0" lvl="0" marL="0" marR="0" rtl="0" algn="l">
                        <a:lnSpc>
                          <a:spcPct val="100000"/>
                        </a:lnSpc>
                        <a:spcBef>
                          <a:spcPts val="0"/>
                        </a:spcBef>
                        <a:spcAft>
                          <a:spcPts val="0"/>
                        </a:spcAft>
                        <a:buNone/>
                      </a:pPr>
                      <a:r>
                        <a:rPr b="0" lang="ko-KR" sz="1000" u="none" cap="none" strike="noStrike">
                          <a:solidFill>
                            <a:schemeClr val="dk1"/>
                          </a:solidFill>
                          <a:latin typeface="Arial"/>
                          <a:ea typeface="Arial"/>
                          <a:cs typeface="Arial"/>
                          <a:sym typeface="Arial"/>
                        </a:rPr>
                        <a:t>화면 ID</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cap="none" strike="noStrike">
                          <a:solidFill>
                            <a:schemeClr val="dk1"/>
                          </a:solidFill>
                          <a:latin typeface="Arial"/>
                          <a:ea typeface="Arial"/>
                          <a:cs typeface="Arial"/>
                          <a:sym typeface="Arial"/>
                        </a:rPr>
                        <a:t>view-00</a:t>
                      </a:r>
                      <a:r>
                        <a:rPr lang="ko-KR" sz="1000">
                          <a:solidFill>
                            <a:schemeClr val="dk1"/>
                          </a:solidFill>
                        </a:rPr>
                        <a:t>9</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cap="none" strike="noStrike">
                          <a:solidFill>
                            <a:schemeClr val="dk1"/>
                          </a:solidFill>
                          <a:latin typeface="Arial"/>
                          <a:ea typeface="Arial"/>
                          <a:cs typeface="Arial"/>
                          <a:sym typeface="Arial"/>
                        </a:rPr>
                        <a:t>화면 명</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lang="ko-KR">
                          <a:solidFill>
                            <a:schemeClr val="dk1"/>
                          </a:solidFill>
                        </a:rPr>
                        <a:t>지원자리스트</a:t>
                      </a:r>
                      <a:r>
                        <a:rPr b="0" lang="ko-KR" sz="1400" u="none" cap="none" strike="noStrike">
                          <a:solidFill>
                            <a:schemeClr val="dk1"/>
                          </a:solidFill>
                          <a:latin typeface="Arial"/>
                          <a:ea typeface="Arial"/>
                          <a:cs typeface="Arial"/>
                          <a:sym typeface="Arial"/>
                        </a:rPr>
                        <a:t> 레이아웃 상세 설명</a:t>
                      </a:r>
                      <a:endParaRPr b="0" sz="14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cap="none" strike="noStrike">
                          <a:solidFill>
                            <a:schemeClr val="dk1"/>
                          </a:solidFill>
                          <a:latin typeface="Arial"/>
                          <a:ea typeface="Arial"/>
                          <a:cs typeface="Arial"/>
                          <a:sym typeface="Arial"/>
                        </a:rPr>
                        <a:t>요구사항ID</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lang="ko-KR" sz="1200">
                          <a:latin typeface="Malgun Gothic"/>
                          <a:ea typeface="Malgun Gothic"/>
                          <a:cs typeface="Malgun Gothic"/>
                          <a:sym typeface="Malgun Gothic"/>
                        </a:rPr>
                        <a:t>res-3</a:t>
                      </a:r>
                      <a:endParaRPr b="0" sz="12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16000">
                <a:tc>
                  <a:txBody>
                    <a:bodyPr/>
                    <a:lstStyle/>
                    <a:p>
                      <a:pPr indent="0" lvl="0" marL="0" marR="0" rtl="0" algn="l">
                        <a:lnSpc>
                          <a:spcPct val="100000"/>
                        </a:lnSpc>
                        <a:spcBef>
                          <a:spcPts val="0"/>
                        </a:spcBef>
                        <a:spcAft>
                          <a:spcPts val="0"/>
                        </a:spcAft>
                        <a:buNone/>
                      </a:pPr>
                      <a:r>
                        <a:rPr b="0" lang="ko-KR" sz="1000" u="none" cap="none" strike="noStrike">
                          <a:solidFill>
                            <a:schemeClr val="dk1"/>
                          </a:solidFill>
                          <a:latin typeface="Arial"/>
                          <a:ea typeface="Arial"/>
                          <a:cs typeface="Arial"/>
                          <a:sym typeface="Arial"/>
                        </a:rPr>
                        <a:t>개요</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lang="ko-KR">
                          <a:solidFill>
                            <a:schemeClr val="dk1"/>
                          </a:solidFill>
                        </a:rPr>
                        <a:t>지원자 리스트(메인 화면)에서 사용할</a:t>
                      </a:r>
                      <a:r>
                        <a:rPr b="0" lang="ko-KR" sz="1400" u="none" cap="none" strike="noStrike">
                          <a:solidFill>
                            <a:schemeClr val="dk1"/>
                          </a:solidFill>
                          <a:latin typeface="Arial"/>
                          <a:ea typeface="Arial"/>
                          <a:cs typeface="Arial"/>
                          <a:sym typeface="Arial"/>
                        </a:rPr>
                        <a:t> Layout</a:t>
                      </a:r>
                      <a:endParaRPr b="0" sz="14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cap="none" strike="noStrike">
                          <a:solidFill>
                            <a:schemeClr val="dk1"/>
                          </a:solidFill>
                          <a:latin typeface="Arial"/>
                          <a:ea typeface="Arial"/>
                          <a:cs typeface="Arial"/>
                          <a:sym typeface="Arial"/>
                        </a:rPr>
                        <a:t>사용자</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lang="ko-KR" sz="1000">
                          <a:solidFill>
                            <a:schemeClr val="dk1"/>
                          </a:solidFill>
                        </a:rPr>
                        <a:t>지원자, 담당자, 기관관리자</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cap="none" strike="noStrike">
                          <a:solidFill>
                            <a:schemeClr val="dk1"/>
                          </a:solidFill>
                          <a:latin typeface="Arial"/>
                          <a:ea typeface="Arial"/>
                          <a:cs typeface="Arial"/>
                          <a:sym typeface="Arial"/>
                        </a:rPr>
                        <a:t>개발자</a:t>
                      </a:r>
                      <a:endParaRPr b="0" sz="10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300" u="none" cap="none" strike="noStrike">
                          <a:solidFill>
                            <a:srgbClr val="000000"/>
                          </a:solidFill>
                          <a:latin typeface="Malgun Gothic"/>
                          <a:ea typeface="Malgun Gothic"/>
                          <a:cs typeface="Malgun Gothic"/>
                          <a:sym typeface="Malgun Gothic"/>
                        </a:rPr>
                        <a:t>박상원</a:t>
                      </a:r>
                      <a:endParaRPr b="0" sz="1300" u="none" cap="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2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클릭 시 메인 화면으로 이동한다.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현재 지원자의 정보 조회 및 수정 페이지로 이동한다.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로그아웃 기능을 실행하고 로그인 화면으로 돌아간다.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상세 검색에 넣어둔 조건 모두를 설정하기 전인 기본값 되돌린다.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범위 날짜를 선택한다.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지원 대상자 이름을 입력한다..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담당자 이름을 입력한다. </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지원신청서의 우선순위를 선택하여 검색을 할 수 있게 한다. 기본값은 “전체”, 다중 선택이 가능하다.지원 신청서의 진척사항에 따라 분류한다. 기본값은 “전체”, 다중 선택이 가능하다.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8,9에서 전체 이외의 것을 선택 시 “전체”는 선택 해제가 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상세 검색에 해당하는 조건을 모두 만족하는 결과 값을 검색한다. </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지원자에게만 표시되고 클릭 시 지원 신청을 위한 지원대상자 정보 확인 창이 </a:t>
                      </a:r>
                      <a:r>
                        <a:rPr lang="ko-KR" sz="1000">
                          <a:solidFill>
                            <a:srgbClr val="2F5496"/>
                          </a:solidFill>
                        </a:rPr>
                        <a:t>모달창으로 나온</a:t>
                      </a:r>
                      <a:r>
                        <a:rPr b="0" lang="ko-KR" sz="1000" u="none" strike="noStrike">
                          <a:solidFill>
                            <a:srgbClr val="2F5496"/>
                          </a:solidFill>
                          <a:latin typeface="Arial"/>
                          <a:ea typeface="Arial"/>
                          <a:cs typeface="Arial"/>
                          <a:sym typeface="Arial"/>
                        </a:rPr>
                        <a:t>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담당자 목록 리스트 화면이 나타난다. 해당 버튼은 시설 관리자에게만 보인다.</a:t>
                      </a:r>
                      <a:r>
                        <a:rPr lang="ko-KR" sz="1000">
                          <a:solidFill>
                            <a:srgbClr val="2F5496"/>
                          </a:solidFill>
                        </a:rPr>
                        <a:t> 담당자는 소속 기관에 지원한 지원자목록이 표시된다.</a:t>
                      </a:r>
                      <a:endParaRPr sz="1000">
                        <a:solidFill>
                          <a:srgbClr val="2F5496"/>
                        </a:solidFill>
                      </a:endParaRPr>
                    </a:p>
                    <a:p>
                      <a:pPr indent="0" lvl="0" marL="0" marR="0" rtl="0" algn="l">
                        <a:lnSpc>
                          <a:spcPct val="100000"/>
                        </a:lnSpc>
                        <a:spcBef>
                          <a:spcPts val="0"/>
                        </a:spcBef>
                        <a:spcAft>
                          <a:spcPts val="0"/>
                        </a:spcAft>
                        <a:buNone/>
                      </a:pPr>
                      <a:r>
                        <a:t/>
                      </a:r>
                      <a:endParaRPr sz="1000">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sz="1000">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sz="1000">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sz="1000">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sz="1000">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357" name="Google Shape;357;p22"/>
          <p:cNvSpPr/>
          <p:nvPr/>
        </p:nvSpPr>
        <p:spPr>
          <a:xfrm>
            <a:off x="346320" y="912240"/>
            <a:ext cx="8084100" cy="6285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p:txBody>
      </p:sp>
      <p:sp>
        <p:nvSpPr>
          <p:cNvPr id="358" name="Google Shape;358;p22"/>
          <p:cNvSpPr/>
          <p:nvPr/>
        </p:nvSpPr>
        <p:spPr>
          <a:xfrm>
            <a:off x="545760" y="1089000"/>
            <a:ext cx="924900" cy="3504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사이트명</a:t>
            </a:r>
            <a:endParaRPr b="0" i="0" sz="1400" u="none" cap="none" strike="noStrike">
              <a:solidFill>
                <a:srgbClr val="000000"/>
              </a:solidFill>
              <a:latin typeface="Malgun Gothic"/>
              <a:ea typeface="Malgun Gothic"/>
              <a:cs typeface="Malgun Gothic"/>
              <a:sym typeface="Malgun Gothic"/>
            </a:endParaRPr>
          </a:p>
        </p:txBody>
      </p:sp>
      <p:sp>
        <p:nvSpPr>
          <p:cNvPr id="359" name="Google Shape;359;p22"/>
          <p:cNvSpPr/>
          <p:nvPr/>
        </p:nvSpPr>
        <p:spPr>
          <a:xfrm>
            <a:off x="1470960" y="1089000"/>
            <a:ext cx="788700" cy="3504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100" u="none" cap="none" strike="noStrike">
                <a:solidFill>
                  <a:srgbClr val="000000"/>
                </a:solidFill>
                <a:latin typeface="Malgun Gothic"/>
                <a:ea typeface="Malgun Gothic"/>
                <a:cs typeface="Malgun Gothic"/>
                <a:sym typeface="Malgun Gothic"/>
              </a:rPr>
              <a:t>메인 화면</a:t>
            </a:r>
            <a:endParaRPr b="0" i="0" sz="1100" u="none" cap="none" strike="noStrike">
              <a:solidFill>
                <a:srgbClr val="000000"/>
              </a:solidFill>
              <a:latin typeface="Malgun Gothic"/>
              <a:ea typeface="Malgun Gothic"/>
              <a:cs typeface="Malgun Gothic"/>
              <a:sym typeface="Malgun Gothic"/>
            </a:endParaRPr>
          </a:p>
        </p:txBody>
      </p:sp>
      <p:sp>
        <p:nvSpPr>
          <p:cNvPr id="360" name="Google Shape;360;p22"/>
          <p:cNvSpPr/>
          <p:nvPr/>
        </p:nvSpPr>
        <p:spPr>
          <a:xfrm>
            <a:off x="4680000" y="1017000"/>
            <a:ext cx="1359600" cy="460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lang="ko-KR" sz="1100">
                <a:latin typeface="Malgun Gothic"/>
                <a:ea typeface="Malgun Gothic"/>
                <a:cs typeface="Malgun Gothic"/>
                <a:sym typeface="Malgun Gothic"/>
              </a:rPr>
              <a:t>(role표시)홍길동</a:t>
            </a:r>
            <a:r>
              <a:rPr b="0" i="0" lang="ko-KR" sz="1100" u="none" cap="none" strike="noStrike">
                <a:solidFill>
                  <a:srgbClr val="000000"/>
                </a:solidFill>
                <a:latin typeface="Malgun Gothic"/>
                <a:ea typeface="Malgun Gothic"/>
                <a:cs typeface="Malgun Gothic"/>
                <a:sym typeface="Malgun Gothic"/>
              </a:rPr>
              <a:t>님</a:t>
            </a:r>
            <a:endParaRPr b="0" i="0" sz="1100" u="none" cap="none" strike="noStrike">
              <a:solidFill>
                <a:srgbClr val="000000"/>
              </a:solidFill>
              <a:latin typeface="Malgun Gothic"/>
              <a:ea typeface="Malgun Gothic"/>
              <a:cs typeface="Malgun Gothic"/>
              <a:sym typeface="Malgun Gothic"/>
            </a:endParaRPr>
          </a:p>
        </p:txBody>
      </p:sp>
      <p:sp>
        <p:nvSpPr>
          <p:cNvPr id="361" name="Google Shape;361;p22"/>
          <p:cNvSpPr/>
          <p:nvPr/>
        </p:nvSpPr>
        <p:spPr>
          <a:xfrm>
            <a:off x="6109560" y="1017000"/>
            <a:ext cx="1120800" cy="460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마이페이지</a:t>
            </a:r>
            <a:endParaRPr b="0" i="0" sz="1400" u="none" cap="none" strike="noStrike">
              <a:solidFill>
                <a:srgbClr val="000000"/>
              </a:solidFill>
              <a:latin typeface="Malgun Gothic"/>
              <a:ea typeface="Malgun Gothic"/>
              <a:cs typeface="Malgun Gothic"/>
              <a:sym typeface="Malgun Gothic"/>
            </a:endParaRPr>
          </a:p>
        </p:txBody>
      </p:sp>
      <p:sp>
        <p:nvSpPr>
          <p:cNvPr id="362" name="Google Shape;362;p22"/>
          <p:cNvSpPr/>
          <p:nvPr/>
        </p:nvSpPr>
        <p:spPr>
          <a:xfrm>
            <a:off x="7230960" y="1017000"/>
            <a:ext cx="1120800" cy="460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로그아웃</a:t>
            </a:r>
            <a:endParaRPr b="0" i="0" sz="1400" u="none" cap="none" strike="noStrike">
              <a:solidFill>
                <a:srgbClr val="000000"/>
              </a:solidFill>
              <a:latin typeface="Malgun Gothic"/>
              <a:ea typeface="Malgun Gothic"/>
              <a:cs typeface="Malgun Gothic"/>
              <a:sym typeface="Malgun Gothic"/>
            </a:endParaRPr>
          </a:p>
        </p:txBody>
      </p:sp>
      <p:sp>
        <p:nvSpPr>
          <p:cNvPr id="363" name="Google Shape;363;p22"/>
          <p:cNvSpPr/>
          <p:nvPr/>
        </p:nvSpPr>
        <p:spPr>
          <a:xfrm>
            <a:off x="1470960" y="91224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1</a:t>
            </a:r>
            <a:endParaRPr b="0" i="0" sz="1000" u="none" cap="none" strike="noStrike">
              <a:solidFill>
                <a:srgbClr val="FFFFFF"/>
              </a:solidFill>
              <a:latin typeface="Malgun Gothic"/>
              <a:ea typeface="Malgun Gothic"/>
              <a:cs typeface="Malgun Gothic"/>
              <a:sym typeface="Malgun Gothic"/>
            </a:endParaRPr>
          </a:p>
        </p:txBody>
      </p:sp>
      <p:sp>
        <p:nvSpPr>
          <p:cNvPr id="364" name="Google Shape;364;p22"/>
          <p:cNvSpPr/>
          <p:nvPr/>
        </p:nvSpPr>
        <p:spPr>
          <a:xfrm>
            <a:off x="6121080" y="88272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2</a:t>
            </a:r>
            <a:endParaRPr b="0" i="0" sz="1000" u="none" cap="none" strike="noStrike">
              <a:solidFill>
                <a:srgbClr val="FFFFFF"/>
              </a:solidFill>
              <a:latin typeface="Malgun Gothic"/>
              <a:ea typeface="Malgun Gothic"/>
              <a:cs typeface="Malgun Gothic"/>
              <a:sym typeface="Malgun Gothic"/>
            </a:endParaRPr>
          </a:p>
        </p:txBody>
      </p:sp>
      <p:sp>
        <p:nvSpPr>
          <p:cNvPr id="365" name="Google Shape;365;p22"/>
          <p:cNvSpPr/>
          <p:nvPr/>
        </p:nvSpPr>
        <p:spPr>
          <a:xfrm>
            <a:off x="7230960" y="91224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3</a:t>
            </a:r>
            <a:endParaRPr b="0" i="0" sz="1000" u="none" cap="none" strike="noStrike">
              <a:solidFill>
                <a:srgbClr val="FFFFFF"/>
              </a:solidFill>
              <a:latin typeface="Malgun Gothic"/>
              <a:ea typeface="Malgun Gothic"/>
              <a:cs typeface="Malgun Gothic"/>
              <a:sym typeface="Malgun Gothic"/>
            </a:endParaRPr>
          </a:p>
        </p:txBody>
      </p:sp>
      <p:sp>
        <p:nvSpPr>
          <p:cNvPr id="366" name="Google Shape;366;p22"/>
          <p:cNvSpPr/>
          <p:nvPr/>
        </p:nvSpPr>
        <p:spPr>
          <a:xfrm>
            <a:off x="3060000" y="1634760"/>
            <a:ext cx="5399700" cy="43050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content</a:t>
            </a:r>
            <a:endParaRPr b="0" i="0" sz="1400" u="none" cap="none" strike="noStrike">
              <a:solidFill>
                <a:srgbClr val="000000"/>
              </a:solidFill>
              <a:latin typeface="Malgun Gothic"/>
              <a:ea typeface="Malgun Gothic"/>
              <a:cs typeface="Malgun Gothic"/>
              <a:sym typeface="Malgun Gothic"/>
            </a:endParaRPr>
          </a:p>
        </p:txBody>
      </p:sp>
      <p:cxnSp>
        <p:nvCxnSpPr>
          <p:cNvPr id="367" name="Google Shape;367;p22"/>
          <p:cNvCxnSpPr>
            <a:stCxn id="366" idx="3"/>
            <a:endCxn id="366" idx="3"/>
          </p:cNvCxnSpPr>
          <p:nvPr/>
        </p:nvCxnSpPr>
        <p:spPr>
          <a:xfrm>
            <a:off x="8459700" y="3787260"/>
            <a:ext cx="600" cy="600"/>
          </a:xfrm>
          <a:prstGeom prst="bentConnector2">
            <a:avLst/>
          </a:prstGeom>
          <a:noFill/>
          <a:ln cap="flat" cmpd="sng" w="9525">
            <a:solidFill>
              <a:srgbClr val="3465A4"/>
            </a:solidFill>
            <a:prstDash val="solid"/>
            <a:round/>
            <a:headEnd len="med" w="med" type="triangle"/>
            <a:tailEnd len="med" w="med" type="triangle"/>
          </a:ln>
        </p:spPr>
      </p:cxnSp>
      <p:sp>
        <p:nvSpPr>
          <p:cNvPr id="368" name="Google Shape;368;p22"/>
          <p:cNvSpPr/>
          <p:nvPr/>
        </p:nvSpPr>
        <p:spPr>
          <a:xfrm>
            <a:off x="360000" y="1620000"/>
            <a:ext cx="2519700" cy="43050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p:txBody>
      </p:sp>
      <p:sp>
        <p:nvSpPr>
          <p:cNvPr id="369" name="Google Shape;369;p22"/>
          <p:cNvSpPr/>
          <p:nvPr/>
        </p:nvSpPr>
        <p:spPr>
          <a:xfrm>
            <a:off x="360000" y="6120000"/>
            <a:ext cx="8099700" cy="5370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사이트 운영 회사 정보</a:t>
            </a:r>
            <a:endParaRPr b="0" i="0" sz="1400" u="none" cap="none" strike="noStrike">
              <a:solidFill>
                <a:srgbClr val="000000"/>
              </a:solidFill>
              <a:latin typeface="Malgun Gothic"/>
              <a:ea typeface="Malgun Gothic"/>
              <a:cs typeface="Malgun Gothic"/>
              <a:sym typeface="Malgun Gothic"/>
            </a:endParaRPr>
          </a:p>
        </p:txBody>
      </p:sp>
      <p:sp>
        <p:nvSpPr>
          <p:cNvPr id="370" name="Google Shape;370;p22"/>
          <p:cNvSpPr/>
          <p:nvPr/>
        </p:nvSpPr>
        <p:spPr>
          <a:xfrm>
            <a:off x="461160" y="1718280"/>
            <a:ext cx="2047200" cy="391800"/>
          </a:xfrm>
          <a:prstGeom prst="rect">
            <a:avLst/>
          </a:prstGeom>
          <a:no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상세 검색</a:t>
            </a:r>
            <a:endParaRPr b="0" i="0" sz="1200" u="none" cap="none" strike="noStrike">
              <a:solidFill>
                <a:srgbClr val="000000"/>
              </a:solidFill>
              <a:latin typeface="Malgun Gothic"/>
              <a:ea typeface="Malgun Gothic"/>
              <a:cs typeface="Malgun Gothic"/>
              <a:sym typeface="Malgun Gothic"/>
            </a:endParaRPr>
          </a:p>
        </p:txBody>
      </p:sp>
      <p:sp>
        <p:nvSpPr>
          <p:cNvPr id="371" name="Google Shape;371;p22"/>
          <p:cNvSpPr/>
          <p:nvPr/>
        </p:nvSpPr>
        <p:spPr>
          <a:xfrm>
            <a:off x="1980000" y="1790280"/>
            <a:ext cx="719700" cy="2613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초기화</a:t>
            </a:r>
            <a:endParaRPr b="0" i="0" sz="1050" u="none" cap="none" strike="noStrike">
              <a:solidFill>
                <a:srgbClr val="000000"/>
              </a:solidFill>
              <a:latin typeface="Malgun Gothic"/>
              <a:ea typeface="Malgun Gothic"/>
              <a:cs typeface="Malgun Gothic"/>
              <a:sym typeface="Malgun Gothic"/>
            </a:endParaRPr>
          </a:p>
        </p:txBody>
      </p:sp>
      <p:sp>
        <p:nvSpPr>
          <p:cNvPr id="372" name="Google Shape;372;p22"/>
          <p:cNvSpPr/>
          <p:nvPr/>
        </p:nvSpPr>
        <p:spPr>
          <a:xfrm>
            <a:off x="576000" y="2474640"/>
            <a:ext cx="1943700" cy="1890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100" u="none" cap="none" strike="noStrike">
                <a:solidFill>
                  <a:srgbClr val="000000"/>
                </a:solidFill>
                <a:latin typeface="Malgun Gothic"/>
                <a:ea typeface="Malgun Gothic"/>
                <a:cs typeface="Malgun Gothic"/>
                <a:sym typeface="Malgun Gothic"/>
              </a:rPr>
              <a:t>2026-01-01 ~ 2026-02-02</a:t>
            </a:r>
            <a:endParaRPr b="0" i="0" sz="1100" u="none" cap="none" strike="noStrike">
              <a:solidFill>
                <a:srgbClr val="000000"/>
              </a:solidFill>
              <a:latin typeface="Malgun Gothic"/>
              <a:ea typeface="Malgun Gothic"/>
              <a:cs typeface="Malgun Gothic"/>
              <a:sym typeface="Malgun Gothic"/>
            </a:endParaRPr>
          </a:p>
        </p:txBody>
      </p:sp>
      <p:sp>
        <p:nvSpPr>
          <p:cNvPr id="373" name="Google Shape;373;p22"/>
          <p:cNvSpPr/>
          <p:nvPr/>
        </p:nvSpPr>
        <p:spPr>
          <a:xfrm>
            <a:off x="576000" y="2943000"/>
            <a:ext cx="1943700" cy="1887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100" u="none" cap="none" strike="noStrike">
                <a:solidFill>
                  <a:srgbClr val="000000"/>
                </a:solidFill>
                <a:latin typeface="Malgun Gothic"/>
                <a:ea typeface="Malgun Gothic"/>
                <a:cs typeface="Malgun Gothic"/>
                <a:sym typeface="Malgun Gothic"/>
              </a:rPr>
              <a:t>홍길동</a:t>
            </a:r>
            <a:endParaRPr b="0" i="0" sz="1100" u="none" cap="none" strike="noStrike">
              <a:solidFill>
                <a:srgbClr val="000000"/>
              </a:solidFill>
              <a:latin typeface="Malgun Gothic"/>
              <a:ea typeface="Malgun Gothic"/>
              <a:cs typeface="Malgun Gothic"/>
              <a:sym typeface="Malgun Gothic"/>
            </a:endParaRPr>
          </a:p>
        </p:txBody>
      </p:sp>
      <p:sp>
        <p:nvSpPr>
          <p:cNvPr id="374" name="Google Shape;374;p22"/>
          <p:cNvSpPr/>
          <p:nvPr/>
        </p:nvSpPr>
        <p:spPr>
          <a:xfrm>
            <a:off x="576000" y="3483360"/>
            <a:ext cx="1943700" cy="1884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김길동</a:t>
            </a:r>
            <a:endParaRPr b="0" i="0" sz="1200" u="none" cap="none" strike="noStrike">
              <a:solidFill>
                <a:srgbClr val="000000"/>
              </a:solidFill>
              <a:latin typeface="Malgun Gothic"/>
              <a:ea typeface="Malgun Gothic"/>
              <a:cs typeface="Malgun Gothic"/>
              <a:sym typeface="Malgun Gothic"/>
            </a:endParaRPr>
          </a:p>
        </p:txBody>
      </p:sp>
      <p:sp>
        <p:nvSpPr>
          <p:cNvPr id="375" name="Google Shape;375;p22"/>
          <p:cNvSpPr/>
          <p:nvPr/>
        </p:nvSpPr>
        <p:spPr>
          <a:xfrm>
            <a:off x="576000" y="3951720"/>
            <a:ext cx="503700" cy="1797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전체</a:t>
            </a:r>
            <a:endParaRPr b="0" i="0" sz="1050" u="none" cap="none" strike="noStrike">
              <a:solidFill>
                <a:srgbClr val="000000"/>
              </a:solidFill>
              <a:latin typeface="Malgun Gothic"/>
              <a:ea typeface="Malgun Gothic"/>
              <a:cs typeface="Malgun Gothic"/>
              <a:sym typeface="Malgun Gothic"/>
            </a:endParaRPr>
          </a:p>
        </p:txBody>
      </p:sp>
      <p:sp>
        <p:nvSpPr>
          <p:cNvPr id="376" name="Google Shape;376;p22"/>
          <p:cNvSpPr/>
          <p:nvPr/>
        </p:nvSpPr>
        <p:spPr>
          <a:xfrm>
            <a:off x="612000" y="5248440"/>
            <a:ext cx="1943700" cy="460800"/>
          </a:xfrm>
          <a:prstGeom prst="rect">
            <a:avLst/>
          </a:prstGeom>
          <a:solidFill>
            <a:schemeClr val="accent6"/>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chemeClr val="lt1"/>
                </a:solidFill>
                <a:latin typeface="Malgun Gothic"/>
                <a:ea typeface="Malgun Gothic"/>
                <a:cs typeface="Malgun Gothic"/>
                <a:sym typeface="Malgun Gothic"/>
              </a:rPr>
              <a:t>검색</a:t>
            </a:r>
            <a:endParaRPr b="0" i="0" sz="1400" u="none" cap="none" strike="noStrike">
              <a:solidFill>
                <a:schemeClr val="lt1"/>
              </a:solidFill>
              <a:latin typeface="Malgun Gothic"/>
              <a:ea typeface="Malgun Gothic"/>
              <a:cs typeface="Malgun Gothic"/>
              <a:sym typeface="Malgun Gothic"/>
            </a:endParaRPr>
          </a:p>
        </p:txBody>
      </p:sp>
      <p:sp>
        <p:nvSpPr>
          <p:cNvPr id="377" name="Google Shape;377;p22"/>
          <p:cNvSpPr/>
          <p:nvPr/>
        </p:nvSpPr>
        <p:spPr>
          <a:xfrm>
            <a:off x="540000" y="2114280"/>
            <a:ext cx="1212600" cy="391800"/>
          </a:xfrm>
          <a:prstGeom prst="rect">
            <a:avLst/>
          </a:prstGeom>
          <a:no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지원신청일</a:t>
            </a:r>
            <a:endParaRPr b="0" i="0" sz="1200" u="none" cap="none" strike="noStrike">
              <a:solidFill>
                <a:srgbClr val="000000"/>
              </a:solidFill>
              <a:latin typeface="Malgun Gothic"/>
              <a:ea typeface="Malgun Gothic"/>
              <a:cs typeface="Malgun Gothic"/>
              <a:sym typeface="Malgun Gothic"/>
            </a:endParaRPr>
          </a:p>
        </p:txBody>
      </p:sp>
      <p:sp>
        <p:nvSpPr>
          <p:cNvPr id="378" name="Google Shape;378;p22"/>
          <p:cNvSpPr/>
          <p:nvPr/>
        </p:nvSpPr>
        <p:spPr>
          <a:xfrm>
            <a:off x="540360" y="2618640"/>
            <a:ext cx="1212600" cy="391800"/>
          </a:xfrm>
          <a:prstGeom prst="rect">
            <a:avLst/>
          </a:prstGeom>
          <a:no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지원 대상자명</a:t>
            </a:r>
            <a:endParaRPr b="0" i="0" sz="1200" u="none" cap="none" strike="noStrike">
              <a:solidFill>
                <a:srgbClr val="000000"/>
              </a:solidFill>
              <a:latin typeface="Malgun Gothic"/>
              <a:ea typeface="Malgun Gothic"/>
              <a:cs typeface="Malgun Gothic"/>
              <a:sym typeface="Malgun Gothic"/>
            </a:endParaRPr>
          </a:p>
        </p:txBody>
      </p:sp>
      <p:sp>
        <p:nvSpPr>
          <p:cNvPr id="379" name="Google Shape;379;p22"/>
          <p:cNvSpPr/>
          <p:nvPr/>
        </p:nvSpPr>
        <p:spPr>
          <a:xfrm>
            <a:off x="540720" y="3123000"/>
            <a:ext cx="1212600" cy="391800"/>
          </a:xfrm>
          <a:prstGeom prst="rect">
            <a:avLst/>
          </a:prstGeom>
          <a:no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담당자명</a:t>
            </a:r>
            <a:endParaRPr b="0" i="0" sz="1200" u="none" cap="none" strike="noStrike">
              <a:solidFill>
                <a:srgbClr val="000000"/>
              </a:solidFill>
              <a:latin typeface="Malgun Gothic"/>
              <a:ea typeface="Malgun Gothic"/>
              <a:cs typeface="Malgun Gothic"/>
              <a:sym typeface="Malgun Gothic"/>
            </a:endParaRPr>
          </a:p>
        </p:txBody>
      </p:sp>
      <p:sp>
        <p:nvSpPr>
          <p:cNvPr id="380" name="Google Shape;380;p22"/>
          <p:cNvSpPr/>
          <p:nvPr/>
        </p:nvSpPr>
        <p:spPr>
          <a:xfrm>
            <a:off x="541080" y="3627360"/>
            <a:ext cx="1212600" cy="391800"/>
          </a:xfrm>
          <a:prstGeom prst="rect">
            <a:avLst/>
          </a:prstGeom>
          <a:no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우선순위단계</a:t>
            </a:r>
            <a:endParaRPr b="0" i="0" sz="1200" u="none" cap="none" strike="noStrike">
              <a:solidFill>
                <a:srgbClr val="000000"/>
              </a:solidFill>
              <a:latin typeface="Malgun Gothic"/>
              <a:ea typeface="Malgun Gothic"/>
              <a:cs typeface="Malgun Gothic"/>
              <a:sym typeface="Malgun Gothic"/>
            </a:endParaRPr>
          </a:p>
        </p:txBody>
      </p:sp>
      <p:sp>
        <p:nvSpPr>
          <p:cNvPr id="381" name="Google Shape;381;p22"/>
          <p:cNvSpPr/>
          <p:nvPr/>
        </p:nvSpPr>
        <p:spPr>
          <a:xfrm>
            <a:off x="505440" y="4275720"/>
            <a:ext cx="1212600" cy="391800"/>
          </a:xfrm>
          <a:prstGeom prst="rect">
            <a:avLst/>
          </a:prstGeom>
          <a:no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진척사항</a:t>
            </a:r>
            <a:endParaRPr b="0" i="0" sz="1200" u="none" cap="none" strike="noStrike">
              <a:solidFill>
                <a:srgbClr val="000000"/>
              </a:solidFill>
              <a:latin typeface="Malgun Gothic"/>
              <a:ea typeface="Malgun Gothic"/>
              <a:cs typeface="Malgun Gothic"/>
              <a:sym typeface="Malgun Gothic"/>
            </a:endParaRPr>
          </a:p>
        </p:txBody>
      </p:sp>
      <p:sp>
        <p:nvSpPr>
          <p:cNvPr id="382" name="Google Shape;382;p22"/>
          <p:cNvSpPr/>
          <p:nvPr/>
        </p:nvSpPr>
        <p:spPr>
          <a:xfrm>
            <a:off x="1080000" y="3951720"/>
            <a:ext cx="503700" cy="1797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검토</a:t>
            </a:r>
            <a:endParaRPr b="0" i="0" sz="1050" u="none" cap="none" strike="noStrike">
              <a:solidFill>
                <a:srgbClr val="000000"/>
              </a:solidFill>
              <a:latin typeface="Malgun Gothic"/>
              <a:ea typeface="Malgun Gothic"/>
              <a:cs typeface="Malgun Gothic"/>
              <a:sym typeface="Malgun Gothic"/>
            </a:endParaRPr>
          </a:p>
        </p:txBody>
      </p:sp>
      <p:sp>
        <p:nvSpPr>
          <p:cNvPr id="383" name="Google Shape;383;p22"/>
          <p:cNvSpPr/>
          <p:nvPr/>
        </p:nvSpPr>
        <p:spPr>
          <a:xfrm>
            <a:off x="1584000" y="3951720"/>
            <a:ext cx="503700" cy="1797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계획</a:t>
            </a:r>
            <a:endParaRPr b="0" i="0" sz="1050" u="none" cap="none" strike="noStrike">
              <a:solidFill>
                <a:srgbClr val="000000"/>
              </a:solidFill>
              <a:latin typeface="Malgun Gothic"/>
              <a:ea typeface="Malgun Gothic"/>
              <a:cs typeface="Malgun Gothic"/>
              <a:sym typeface="Malgun Gothic"/>
            </a:endParaRPr>
          </a:p>
        </p:txBody>
      </p:sp>
      <p:sp>
        <p:nvSpPr>
          <p:cNvPr id="384" name="Google Shape;384;p22"/>
          <p:cNvSpPr/>
          <p:nvPr/>
        </p:nvSpPr>
        <p:spPr>
          <a:xfrm>
            <a:off x="2052000" y="3951720"/>
            <a:ext cx="503700" cy="1797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중점</a:t>
            </a:r>
            <a:endParaRPr b="0" i="0" sz="1050" u="none" cap="none" strike="noStrike">
              <a:solidFill>
                <a:srgbClr val="000000"/>
              </a:solidFill>
              <a:latin typeface="Malgun Gothic"/>
              <a:ea typeface="Malgun Gothic"/>
              <a:cs typeface="Malgun Gothic"/>
              <a:sym typeface="Malgun Gothic"/>
            </a:endParaRPr>
          </a:p>
        </p:txBody>
      </p:sp>
      <p:sp>
        <p:nvSpPr>
          <p:cNvPr id="385" name="Google Shape;385;p22"/>
          <p:cNvSpPr/>
          <p:nvPr/>
        </p:nvSpPr>
        <p:spPr>
          <a:xfrm>
            <a:off x="576000" y="4131720"/>
            <a:ext cx="503700" cy="1797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긴급</a:t>
            </a:r>
            <a:endParaRPr b="0" i="0" sz="1050" u="none" cap="none" strike="noStrike">
              <a:solidFill>
                <a:srgbClr val="000000"/>
              </a:solidFill>
              <a:latin typeface="Malgun Gothic"/>
              <a:ea typeface="Malgun Gothic"/>
              <a:cs typeface="Malgun Gothic"/>
              <a:sym typeface="Malgun Gothic"/>
            </a:endParaRPr>
          </a:p>
        </p:txBody>
      </p:sp>
      <p:sp>
        <p:nvSpPr>
          <p:cNvPr id="386" name="Google Shape;386;p22"/>
          <p:cNvSpPr/>
          <p:nvPr/>
        </p:nvSpPr>
        <p:spPr>
          <a:xfrm>
            <a:off x="576000" y="4635720"/>
            <a:ext cx="677400" cy="252000"/>
          </a:xfrm>
          <a:prstGeom prst="rect">
            <a:avLst/>
          </a:prstGeom>
          <a:solidFill>
            <a:schemeClr val="lt2"/>
          </a:solidFill>
          <a:ln>
            <a:noFill/>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000" u="none" cap="none" strike="noStrike">
                <a:solidFill>
                  <a:srgbClr val="000000"/>
                </a:solidFill>
                <a:latin typeface="Malgun Gothic"/>
                <a:ea typeface="Malgun Gothic"/>
                <a:cs typeface="Malgun Gothic"/>
                <a:sym typeface="Malgun Gothic"/>
              </a:rPr>
              <a:t>전체</a:t>
            </a:r>
            <a:r>
              <a:rPr b="0" i="0" lang="ko-KR" sz="900" u="none" cap="none" strike="noStrike">
                <a:solidFill>
                  <a:srgbClr val="000000"/>
                </a:solidFill>
                <a:latin typeface="Malgun Gothic"/>
                <a:ea typeface="Malgun Gothic"/>
                <a:cs typeface="Malgun Gothic"/>
                <a:sym typeface="Malgun Gothic"/>
              </a:rPr>
              <a:t>□</a:t>
            </a:r>
            <a:endParaRPr b="0" i="0" sz="900" u="none" cap="none" strike="noStrike">
              <a:solidFill>
                <a:srgbClr val="000000"/>
              </a:solidFill>
              <a:latin typeface="Malgun Gothic"/>
              <a:ea typeface="Malgun Gothic"/>
              <a:cs typeface="Malgun Gothic"/>
              <a:sym typeface="Malgun Gothic"/>
            </a:endParaRPr>
          </a:p>
        </p:txBody>
      </p:sp>
      <p:sp>
        <p:nvSpPr>
          <p:cNvPr id="387" name="Google Shape;387;p22"/>
          <p:cNvSpPr/>
          <p:nvPr/>
        </p:nvSpPr>
        <p:spPr>
          <a:xfrm>
            <a:off x="1253880" y="4635720"/>
            <a:ext cx="678300" cy="252000"/>
          </a:xfrm>
          <a:prstGeom prst="rect">
            <a:avLst/>
          </a:prstGeom>
          <a:solidFill>
            <a:schemeClr val="lt2"/>
          </a:solidFill>
          <a:ln>
            <a:noFill/>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검토</a:t>
            </a:r>
            <a:r>
              <a:rPr b="0" i="0" lang="ko-KR" sz="1000" u="none" cap="none" strike="noStrike">
                <a:solidFill>
                  <a:srgbClr val="000000"/>
                </a:solidFill>
                <a:latin typeface="Malgun Gothic"/>
                <a:ea typeface="Malgun Gothic"/>
                <a:cs typeface="Malgun Gothic"/>
                <a:sym typeface="Malgun Gothic"/>
              </a:rPr>
              <a:t>□</a:t>
            </a:r>
            <a:endParaRPr b="0" i="0" sz="1000" u="none" cap="none" strike="noStrike">
              <a:solidFill>
                <a:srgbClr val="000000"/>
              </a:solidFill>
              <a:latin typeface="Malgun Gothic"/>
              <a:ea typeface="Malgun Gothic"/>
              <a:cs typeface="Malgun Gothic"/>
              <a:sym typeface="Malgun Gothic"/>
            </a:endParaRPr>
          </a:p>
        </p:txBody>
      </p:sp>
      <p:sp>
        <p:nvSpPr>
          <p:cNvPr id="388" name="Google Shape;388;p22"/>
          <p:cNvSpPr/>
          <p:nvPr/>
        </p:nvSpPr>
        <p:spPr>
          <a:xfrm>
            <a:off x="1932480" y="4635720"/>
            <a:ext cx="677100" cy="252000"/>
          </a:xfrm>
          <a:prstGeom prst="rect">
            <a:avLst/>
          </a:prstGeom>
          <a:solidFill>
            <a:schemeClr val="lt2"/>
          </a:solidFill>
          <a:ln>
            <a:noFill/>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승인</a:t>
            </a:r>
            <a:r>
              <a:rPr b="0" i="0" lang="ko-KR" sz="1000" u="none" cap="none" strike="noStrike">
                <a:solidFill>
                  <a:srgbClr val="000000"/>
                </a:solidFill>
                <a:latin typeface="Malgun Gothic"/>
                <a:ea typeface="Malgun Gothic"/>
                <a:cs typeface="Malgun Gothic"/>
                <a:sym typeface="Malgun Gothic"/>
              </a:rPr>
              <a:t>□</a:t>
            </a:r>
            <a:endParaRPr b="0" i="0" sz="1000" u="none" cap="none" strike="noStrike">
              <a:solidFill>
                <a:srgbClr val="000000"/>
              </a:solidFill>
              <a:latin typeface="Malgun Gothic"/>
              <a:ea typeface="Malgun Gothic"/>
              <a:cs typeface="Malgun Gothic"/>
              <a:sym typeface="Malgun Gothic"/>
            </a:endParaRPr>
          </a:p>
        </p:txBody>
      </p:sp>
      <p:sp>
        <p:nvSpPr>
          <p:cNvPr id="389" name="Google Shape;389;p22"/>
          <p:cNvSpPr/>
          <p:nvPr/>
        </p:nvSpPr>
        <p:spPr>
          <a:xfrm>
            <a:off x="582120" y="4888080"/>
            <a:ext cx="677400" cy="252000"/>
          </a:xfrm>
          <a:prstGeom prst="rect">
            <a:avLst/>
          </a:prstGeom>
          <a:solidFill>
            <a:schemeClr val="lt2"/>
          </a:solidFill>
          <a:ln>
            <a:noFill/>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반려</a:t>
            </a:r>
            <a:r>
              <a:rPr b="0" i="0" lang="ko-KR" sz="1000" u="none" cap="none" strike="noStrike">
                <a:solidFill>
                  <a:srgbClr val="000000"/>
                </a:solidFill>
                <a:latin typeface="Malgun Gothic"/>
                <a:ea typeface="Malgun Gothic"/>
                <a:cs typeface="Malgun Gothic"/>
                <a:sym typeface="Malgun Gothic"/>
              </a:rPr>
              <a:t>□</a:t>
            </a:r>
            <a:endParaRPr b="0" i="0" sz="1000" u="none" cap="none" strike="noStrike">
              <a:solidFill>
                <a:srgbClr val="000000"/>
              </a:solidFill>
              <a:latin typeface="Malgun Gothic"/>
              <a:ea typeface="Malgun Gothic"/>
              <a:cs typeface="Malgun Gothic"/>
              <a:sym typeface="Malgun Gothic"/>
            </a:endParaRPr>
          </a:p>
        </p:txBody>
      </p:sp>
      <p:sp>
        <p:nvSpPr>
          <p:cNvPr id="390" name="Google Shape;390;p22"/>
          <p:cNvSpPr/>
          <p:nvPr/>
        </p:nvSpPr>
        <p:spPr>
          <a:xfrm>
            <a:off x="1253880" y="4888080"/>
            <a:ext cx="677400" cy="252000"/>
          </a:xfrm>
          <a:prstGeom prst="rect">
            <a:avLst/>
          </a:prstGeom>
          <a:solidFill>
            <a:schemeClr val="lt2"/>
          </a:solidFill>
          <a:ln>
            <a:noFill/>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결과</a:t>
            </a:r>
            <a:r>
              <a:rPr b="0" i="0" lang="ko-KR" sz="1000" u="none" cap="none" strike="noStrike">
                <a:solidFill>
                  <a:srgbClr val="000000"/>
                </a:solidFill>
                <a:latin typeface="Malgun Gothic"/>
                <a:ea typeface="Malgun Gothic"/>
                <a:cs typeface="Malgun Gothic"/>
                <a:sym typeface="Malgun Gothic"/>
              </a:rPr>
              <a:t>□</a:t>
            </a:r>
            <a:endParaRPr b="0" i="0" sz="1000" u="none" cap="none" strike="noStrike">
              <a:solidFill>
                <a:srgbClr val="000000"/>
              </a:solidFill>
              <a:latin typeface="Malgun Gothic"/>
              <a:ea typeface="Malgun Gothic"/>
              <a:cs typeface="Malgun Gothic"/>
              <a:sym typeface="Malgun Gothic"/>
            </a:endParaRPr>
          </a:p>
        </p:txBody>
      </p:sp>
      <p:sp>
        <p:nvSpPr>
          <p:cNvPr id="391" name="Google Shape;391;p22"/>
          <p:cNvSpPr/>
          <p:nvPr/>
        </p:nvSpPr>
        <p:spPr>
          <a:xfrm>
            <a:off x="1873080" y="1656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4</a:t>
            </a:r>
            <a:endParaRPr b="0" i="0" sz="1000" u="none" cap="none" strike="noStrike">
              <a:solidFill>
                <a:srgbClr val="FFFFFF"/>
              </a:solidFill>
              <a:latin typeface="Malgun Gothic"/>
              <a:ea typeface="Malgun Gothic"/>
              <a:cs typeface="Malgun Gothic"/>
              <a:sym typeface="Malgun Gothic"/>
            </a:endParaRPr>
          </a:p>
        </p:txBody>
      </p:sp>
      <p:sp>
        <p:nvSpPr>
          <p:cNvPr id="392" name="Google Shape;392;p22"/>
          <p:cNvSpPr/>
          <p:nvPr/>
        </p:nvSpPr>
        <p:spPr>
          <a:xfrm>
            <a:off x="397080" y="232272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5</a:t>
            </a:r>
            <a:endParaRPr b="0" i="0" sz="1000" u="none" cap="none" strike="noStrike">
              <a:solidFill>
                <a:srgbClr val="FFFFFF"/>
              </a:solidFill>
              <a:latin typeface="Malgun Gothic"/>
              <a:ea typeface="Malgun Gothic"/>
              <a:cs typeface="Malgun Gothic"/>
              <a:sym typeface="Malgun Gothic"/>
            </a:endParaRPr>
          </a:p>
        </p:txBody>
      </p:sp>
      <p:sp>
        <p:nvSpPr>
          <p:cNvPr id="393" name="Google Shape;393;p22"/>
          <p:cNvSpPr/>
          <p:nvPr/>
        </p:nvSpPr>
        <p:spPr>
          <a:xfrm>
            <a:off x="397080" y="28134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6</a:t>
            </a:r>
            <a:endParaRPr b="0" i="0" sz="1000" u="none" cap="none" strike="noStrike">
              <a:solidFill>
                <a:srgbClr val="FFFFFF"/>
              </a:solidFill>
              <a:latin typeface="Malgun Gothic"/>
              <a:ea typeface="Malgun Gothic"/>
              <a:cs typeface="Malgun Gothic"/>
              <a:sym typeface="Malgun Gothic"/>
            </a:endParaRPr>
          </a:p>
        </p:txBody>
      </p:sp>
      <p:sp>
        <p:nvSpPr>
          <p:cNvPr id="394" name="Google Shape;394;p22"/>
          <p:cNvSpPr/>
          <p:nvPr/>
        </p:nvSpPr>
        <p:spPr>
          <a:xfrm>
            <a:off x="397080" y="340272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7</a:t>
            </a:r>
            <a:endParaRPr b="0" i="0" sz="1000" u="none" cap="none" strike="noStrike">
              <a:solidFill>
                <a:srgbClr val="FFFFFF"/>
              </a:solidFill>
              <a:latin typeface="Malgun Gothic"/>
              <a:ea typeface="Malgun Gothic"/>
              <a:cs typeface="Malgun Gothic"/>
              <a:sym typeface="Malgun Gothic"/>
            </a:endParaRPr>
          </a:p>
        </p:txBody>
      </p:sp>
      <p:sp>
        <p:nvSpPr>
          <p:cNvPr id="395" name="Google Shape;395;p22"/>
          <p:cNvSpPr/>
          <p:nvPr/>
        </p:nvSpPr>
        <p:spPr>
          <a:xfrm>
            <a:off x="397080" y="393444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8</a:t>
            </a:r>
            <a:endParaRPr b="0" i="0" sz="1000" u="none" cap="none" strike="noStrike">
              <a:solidFill>
                <a:srgbClr val="FFFFFF"/>
              </a:solidFill>
              <a:latin typeface="Malgun Gothic"/>
              <a:ea typeface="Malgun Gothic"/>
              <a:cs typeface="Malgun Gothic"/>
              <a:sym typeface="Malgun Gothic"/>
            </a:endParaRPr>
          </a:p>
        </p:txBody>
      </p:sp>
      <p:sp>
        <p:nvSpPr>
          <p:cNvPr id="396" name="Google Shape;396;p22"/>
          <p:cNvSpPr/>
          <p:nvPr/>
        </p:nvSpPr>
        <p:spPr>
          <a:xfrm>
            <a:off x="403200" y="4680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9</a:t>
            </a:r>
            <a:endParaRPr b="0" i="0" sz="1000" u="none" cap="none" strike="noStrike">
              <a:solidFill>
                <a:srgbClr val="FFFFFF"/>
              </a:solidFill>
              <a:latin typeface="Malgun Gothic"/>
              <a:ea typeface="Malgun Gothic"/>
              <a:cs typeface="Malgun Gothic"/>
              <a:sym typeface="Malgun Gothic"/>
            </a:endParaRPr>
          </a:p>
        </p:txBody>
      </p:sp>
      <p:sp>
        <p:nvSpPr>
          <p:cNvPr id="397" name="Google Shape;397;p22"/>
          <p:cNvSpPr/>
          <p:nvPr/>
        </p:nvSpPr>
        <p:spPr>
          <a:xfrm>
            <a:off x="433080" y="5140440"/>
            <a:ext cx="466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10</a:t>
            </a:r>
            <a:endParaRPr b="0" i="0" sz="1000" u="none" cap="none" strike="noStrike">
              <a:solidFill>
                <a:srgbClr val="FFFFFF"/>
              </a:solidFill>
              <a:latin typeface="Malgun Gothic"/>
              <a:ea typeface="Malgun Gothic"/>
              <a:cs typeface="Malgun Gothic"/>
              <a:sym typeface="Malgun Gothic"/>
            </a:endParaRPr>
          </a:p>
        </p:txBody>
      </p:sp>
      <p:sp>
        <p:nvSpPr>
          <p:cNvPr id="398" name="Google Shape;398;p22"/>
          <p:cNvSpPr/>
          <p:nvPr/>
        </p:nvSpPr>
        <p:spPr>
          <a:xfrm>
            <a:off x="2246760" y="1089360"/>
            <a:ext cx="788700" cy="3504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100" u="none" cap="none" strike="noStrike">
                <a:solidFill>
                  <a:srgbClr val="000000"/>
                </a:solidFill>
                <a:latin typeface="Malgun Gothic"/>
                <a:ea typeface="Malgun Gothic"/>
                <a:cs typeface="Malgun Gothic"/>
                <a:sym typeface="Malgun Gothic"/>
              </a:rPr>
              <a:t>신청하기</a:t>
            </a:r>
            <a:endParaRPr b="0" i="0" sz="1100" u="none" cap="none" strike="noStrike">
              <a:solidFill>
                <a:srgbClr val="000000"/>
              </a:solidFill>
              <a:latin typeface="Malgun Gothic"/>
              <a:ea typeface="Malgun Gothic"/>
              <a:cs typeface="Malgun Gothic"/>
              <a:sym typeface="Malgun Gothic"/>
            </a:endParaRPr>
          </a:p>
        </p:txBody>
      </p:sp>
      <p:sp>
        <p:nvSpPr>
          <p:cNvPr id="399" name="Google Shape;399;p22"/>
          <p:cNvSpPr/>
          <p:nvPr/>
        </p:nvSpPr>
        <p:spPr>
          <a:xfrm>
            <a:off x="2990880" y="1089360"/>
            <a:ext cx="788700" cy="3504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900" u="none" cap="none" strike="noStrike">
                <a:solidFill>
                  <a:srgbClr val="000000"/>
                </a:solidFill>
                <a:latin typeface="Malgun Gothic"/>
                <a:ea typeface="Malgun Gothic"/>
                <a:cs typeface="Malgun Gothic"/>
                <a:sym typeface="Malgun Gothic"/>
              </a:rPr>
              <a:t>담당자 목록</a:t>
            </a:r>
            <a:endParaRPr b="0" i="0" sz="900" u="none" cap="none" strike="noStrike">
              <a:solidFill>
                <a:srgbClr val="000000"/>
              </a:solidFill>
              <a:latin typeface="Malgun Gothic"/>
              <a:ea typeface="Malgun Gothic"/>
              <a:cs typeface="Malgun Gothic"/>
              <a:sym typeface="Malgun Gothic"/>
            </a:endParaRPr>
          </a:p>
        </p:txBody>
      </p:sp>
      <p:sp>
        <p:nvSpPr>
          <p:cNvPr id="400" name="Google Shape;400;p22"/>
          <p:cNvSpPr/>
          <p:nvPr/>
        </p:nvSpPr>
        <p:spPr>
          <a:xfrm>
            <a:off x="2227320" y="912240"/>
            <a:ext cx="2922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800" u="none" cap="none" strike="noStrike">
                <a:solidFill>
                  <a:schemeClr val="lt1"/>
                </a:solidFill>
                <a:latin typeface="Malgun Gothic"/>
                <a:ea typeface="Malgun Gothic"/>
                <a:cs typeface="Malgun Gothic"/>
                <a:sym typeface="Malgun Gothic"/>
              </a:rPr>
              <a:t>11</a:t>
            </a:r>
            <a:endParaRPr b="0" i="0" sz="800" u="none" cap="none" strike="noStrike">
              <a:solidFill>
                <a:srgbClr val="FFFFFF"/>
              </a:solidFill>
              <a:latin typeface="Malgun Gothic"/>
              <a:ea typeface="Malgun Gothic"/>
              <a:cs typeface="Malgun Gothic"/>
              <a:sym typeface="Malgun Gothic"/>
            </a:endParaRPr>
          </a:p>
        </p:txBody>
      </p:sp>
      <p:sp>
        <p:nvSpPr>
          <p:cNvPr id="401" name="Google Shape;401;p22"/>
          <p:cNvSpPr/>
          <p:nvPr/>
        </p:nvSpPr>
        <p:spPr>
          <a:xfrm>
            <a:off x="2983320" y="912240"/>
            <a:ext cx="4362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12</a:t>
            </a:r>
            <a:endParaRPr b="0" i="0" sz="1000" u="none" cap="none" strike="noStrike">
              <a:solidFill>
                <a:srgbClr val="FFFFFF"/>
              </a:solidFill>
              <a:latin typeface="Malgun Gothic"/>
              <a:ea typeface="Malgun Gothic"/>
              <a:cs typeface="Malgun Gothic"/>
              <a:sym typeface="Malgun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graphicFrame>
        <p:nvGraphicFramePr>
          <p:cNvPr id="407" name="Google Shape;407;p23"/>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view-010</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 </a:t>
                      </a:r>
                      <a:r>
                        <a:rPr lang="ko-KR"/>
                        <a:t>메인페이지 - content 영역</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로그인 이 후 신청자 리스트 내역으로 구성된 메인화면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지원자, 담당자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rPr lang="ko-KR"/>
                        <a:t>지원신청내역</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ko-KR" sz="1200"/>
                        <a:t>   번호        지원대상자       지원신청        지원신청서      담당자         대기단계          계획/결과진행            지원계획        지원결과</a:t>
                      </a:r>
                      <a:endParaRPr sz="1200"/>
                    </a:p>
                    <a:p>
                      <a:pPr indent="0" lvl="0" marL="0" marR="0" rtl="0" algn="l">
                        <a:spcBef>
                          <a:spcPts val="0"/>
                        </a:spcBef>
                        <a:spcAft>
                          <a:spcPts val="0"/>
                        </a:spcAft>
                        <a:buNone/>
                      </a:pPr>
                      <a:r>
                        <a:t/>
                      </a:r>
                      <a:endParaRPr/>
                    </a:p>
                    <a:p>
                      <a:pPr indent="0" lvl="0" marL="0" marR="0" rtl="0" algn="l">
                        <a:spcBef>
                          <a:spcPts val="0"/>
                        </a:spcBef>
                        <a:spcAft>
                          <a:spcPts val="0"/>
                        </a:spcAft>
                        <a:buNone/>
                      </a:pPr>
                      <a:r>
                        <a:rPr lang="ko-KR"/>
                        <a:t>                                                                                                             </a:t>
                      </a:r>
                      <a:r>
                        <a:rPr lang="ko-KR" sz="1000"/>
                        <a:t>승인        0건   </a:t>
                      </a:r>
                      <a:endParaRPr sz="1000"/>
                    </a:p>
                    <a:p>
                      <a:pPr indent="0" lvl="0" marL="0" marR="0" rtl="0" algn="l">
                        <a:spcBef>
                          <a:spcPts val="0"/>
                        </a:spcBef>
                        <a:spcAft>
                          <a:spcPts val="0"/>
                        </a:spcAft>
                        <a:buNone/>
                      </a:pPr>
                      <a:r>
                        <a:rPr lang="ko-KR"/>
                        <a:t>   16         홍길동       </a:t>
                      </a:r>
                      <a:r>
                        <a:rPr lang="ko-KR" sz="1200"/>
                        <a:t>2025.03.04                           미지정               계획           </a:t>
                      </a:r>
                      <a:r>
                        <a:rPr lang="ko-KR" sz="1000"/>
                        <a:t>검토        1건</a:t>
                      </a:r>
                      <a:endParaRPr sz="1000"/>
                    </a:p>
                    <a:p>
                      <a:pPr indent="0" lvl="0" marL="0" marR="0" rtl="0" algn="l">
                        <a:spcBef>
                          <a:spcPts val="0"/>
                        </a:spcBef>
                        <a:spcAft>
                          <a:spcPts val="0"/>
                        </a:spcAft>
                        <a:buNone/>
                      </a:pPr>
                      <a:r>
                        <a:rPr lang="ko-KR" sz="1000"/>
                        <a:t>                                                                                                                                                        반려         0건 </a:t>
                      </a:r>
                      <a:endParaRPr sz="1000"/>
                    </a:p>
                    <a:p>
                      <a:pPr indent="0" lvl="0" marL="0" marR="0" rtl="0" algn="l">
                        <a:spcBef>
                          <a:spcPts val="0"/>
                        </a:spcBef>
                        <a:spcAft>
                          <a:spcPts val="0"/>
                        </a:spcAft>
                        <a:buNone/>
                      </a:pPr>
                      <a:r>
                        <a:rPr lang="ko-KR" sz="1000"/>
                        <a:t>                                                                                                                                                        결과         0건</a:t>
                      </a:r>
                      <a:endParaRPr sz="1000"/>
                    </a:p>
                    <a:p>
                      <a:pPr indent="0" lvl="0" marL="0" marR="0" rtl="0" algn="l">
                        <a:spcBef>
                          <a:spcPts val="0"/>
                        </a:spcBef>
                        <a:spcAft>
                          <a:spcPts val="0"/>
                        </a:spcAft>
                        <a:buNone/>
                      </a:pPr>
                      <a:r>
                        <a:t/>
                      </a:r>
                      <a:endParaRPr/>
                    </a:p>
                    <a:p>
                      <a:pPr indent="0" lvl="0" marL="0" marR="0" rtl="0" algn="l">
                        <a:spcBef>
                          <a:spcPts val="0"/>
                        </a:spcBef>
                        <a:spcAft>
                          <a:spcPts val="0"/>
                        </a:spcAft>
                        <a:buNone/>
                      </a:pPr>
                      <a:r>
                        <a:rPr lang="ko-KR"/>
                        <a:t>                                                                                                             </a:t>
                      </a:r>
                      <a:r>
                        <a:rPr lang="ko-KR" sz="1000"/>
                        <a:t>승인        0건</a:t>
                      </a:r>
                      <a:endParaRPr sz="1000"/>
                    </a:p>
                    <a:p>
                      <a:pPr indent="0" lvl="0" marL="0" marR="0" rtl="0" algn="l">
                        <a:spcBef>
                          <a:spcPts val="0"/>
                        </a:spcBef>
                        <a:spcAft>
                          <a:spcPts val="0"/>
                        </a:spcAft>
                        <a:buNone/>
                      </a:pPr>
                      <a:r>
                        <a:rPr lang="ko-KR"/>
                        <a:t>                                                                                                             </a:t>
                      </a:r>
                      <a:r>
                        <a:rPr lang="ko-KR" sz="1000"/>
                        <a:t>검토</a:t>
                      </a:r>
                      <a:r>
                        <a:rPr lang="ko-KR"/>
                        <a:t>     </a:t>
                      </a:r>
                      <a:r>
                        <a:rPr lang="ko-KR" sz="1000"/>
                        <a:t> 0건</a:t>
                      </a:r>
                      <a:r>
                        <a:rPr lang="ko-KR"/>
                        <a:t>           </a:t>
                      </a:r>
                      <a:endParaRPr/>
                    </a:p>
                    <a:p>
                      <a:pPr indent="0" lvl="0" marL="0" marR="0" rtl="0" algn="l">
                        <a:spcBef>
                          <a:spcPts val="0"/>
                        </a:spcBef>
                        <a:spcAft>
                          <a:spcPts val="0"/>
                        </a:spcAft>
                        <a:buNone/>
                      </a:pPr>
                      <a:r>
                        <a:rPr lang="ko-KR"/>
                        <a:t>    </a:t>
                      </a:r>
                      <a:r>
                        <a:rPr lang="ko-KR"/>
                        <a:t>15</a:t>
                      </a:r>
                      <a:r>
                        <a:rPr lang="ko-KR"/>
                        <a:t>       </a:t>
                      </a:r>
                      <a:r>
                        <a:rPr lang="ko-KR"/>
                        <a:t>김길동 </a:t>
                      </a:r>
                      <a:r>
                        <a:rPr lang="ko-KR"/>
                        <a:t>       </a:t>
                      </a:r>
                      <a:r>
                        <a:rPr lang="ko-KR" sz="1200"/>
                        <a:t>2025.02.16</a:t>
                      </a:r>
                      <a:r>
                        <a:rPr lang="ko-KR"/>
                        <a:t>                     </a:t>
                      </a:r>
                      <a:r>
                        <a:rPr lang="ko-KR" sz="1200"/>
                        <a:t>  김철수</a:t>
                      </a:r>
                      <a:r>
                        <a:rPr lang="ko-KR"/>
                        <a:t>              </a:t>
                      </a:r>
                      <a:r>
                        <a:rPr lang="ko-KR" sz="1200"/>
                        <a:t>긴급 </a:t>
                      </a:r>
                      <a:r>
                        <a:rPr lang="ko-KR"/>
                        <a:t>         </a:t>
                      </a:r>
                      <a:r>
                        <a:rPr lang="ko-KR" sz="1000"/>
                        <a:t>반려</a:t>
                      </a:r>
                      <a:r>
                        <a:rPr lang="ko-KR"/>
                        <a:t>      </a:t>
                      </a:r>
                      <a:r>
                        <a:rPr lang="ko-KR" sz="1000">
                          <a:solidFill>
                            <a:srgbClr val="FF0000"/>
                          </a:solidFill>
                        </a:rPr>
                        <a:t>2</a:t>
                      </a:r>
                      <a:r>
                        <a:rPr lang="ko-KR" sz="1000"/>
                        <a:t>건</a:t>
                      </a:r>
                      <a:endParaRPr sz="1000"/>
                    </a:p>
                    <a:p>
                      <a:pPr indent="0" lvl="0" marL="0" marR="0" rtl="0" algn="l">
                        <a:spcBef>
                          <a:spcPts val="0"/>
                        </a:spcBef>
                        <a:spcAft>
                          <a:spcPts val="0"/>
                        </a:spcAft>
                        <a:buNone/>
                      </a:pPr>
                      <a:r>
                        <a:rPr lang="ko-KR"/>
                        <a:t>              </a:t>
                      </a:r>
                      <a:r>
                        <a:rPr lang="ko-KR" sz="1200"/>
                        <a:t>                                                                                                               </a:t>
                      </a:r>
                      <a:r>
                        <a:rPr lang="ko-KR" sz="1000"/>
                        <a:t>결과        </a:t>
                      </a:r>
                      <a:r>
                        <a:rPr lang="ko-KR" sz="1000">
                          <a:solidFill>
                            <a:schemeClr val="accent1"/>
                          </a:solidFill>
                        </a:rPr>
                        <a:t>1</a:t>
                      </a:r>
                      <a:r>
                        <a:rPr lang="ko-KR" sz="1000"/>
                        <a:t>건</a:t>
                      </a:r>
                      <a:endParaRPr sz="1000"/>
                    </a:p>
                    <a:p>
                      <a:pPr indent="0" lvl="0" marL="0" marR="0" rtl="0" algn="l">
                        <a:spcBef>
                          <a:spcPts val="0"/>
                        </a:spcBef>
                        <a:spcAft>
                          <a:spcPts val="0"/>
                        </a:spcAft>
                        <a:buNone/>
                      </a:pPr>
                      <a:r>
                        <a:t/>
                      </a:r>
                      <a:endParaRPr/>
                    </a:p>
                    <a:p>
                      <a:pPr indent="0" lvl="0" marL="0" marR="0" rtl="0" algn="l">
                        <a:spcBef>
                          <a:spcPts val="0"/>
                        </a:spcBef>
                        <a:spcAft>
                          <a:spcPts val="0"/>
                        </a:spcAft>
                        <a:buNone/>
                      </a:pPr>
                      <a:r>
                        <a:rPr lang="ko-KR" sz="1000"/>
                        <a:t>                                                                                                                                                        승인        0건</a:t>
                      </a:r>
                      <a:endParaRPr sz="1000"/>
                    </a:p>
                    <a:p>
                      <a:pPr indent="0" lvl="0" marL="0" marR="0" rtl="0" algn="l">
                        <a:spcBef>
                          <a:spcPts val="0"/>
                        </a:spcBef>
                        <a:spcAft>
                          <a:spcPts val="0"/>
                        </a:spcAft>
                        <a:buNone/>
                      </a:pPr>
                      <a:r>
                        <a:rPr lang="ko-KR" sz="1000"/>
                        <a:t>                                                                                                                                                        검토        1건</a:t>
                      </a:r>
                      <a:endParaRPr sz="1000"/>
                    </a:p>
                    <a:p>
                      <a:pPr indent="0" lvl="0" marL="0" marR="0" rtl="0" algn="l">
                        <a:spcBef>
                          <a:spcPts val="0"/>
                        </a:spcBef>
                        <a:spcAft>
                          <a:spcPts val="0"/>
                        </a:spcAft>
                        <a:buNone/>
                      </a:pPr>
                      <a:r>
                        <a:rPr lang="ko-KR"/>
                        <a:t>  </a:t>
                      </a:r>
                      <a:r>
                        <a:rPr lang="ko-KR"/>
                        <a:t>14 </a:t>
                      </a:r>
                      <a:r>
                        <a:rPr lang="ko-KR"/>
                        <a:t>        </a:t>
                      </a:r>
                      <a:r>
                        <a:rPr lang="ko-KR"/>
                        <a:t> 최길동</a:t>
                      </a:r>
                      <a:r>
                        <a:rPr lang="ko-KR"/>
                        <a:t>      </a:t>
                      </a:r>
                      <a:r>
                        <a:rPr lang="ko-KR" sz="1200"/>
                        <a:t>2025.01.31</a:t>
                      </a:r>
                      <a:r>
                        <a:rPr lang="ko-KR"/>
                        <a:t>                       </a:t>
                      </a:r>
                      <a:r>
                        <a:rPr lang="ko-KR" sz="1200"/>
                        <a:t>미지정  </a:t>
                      </a:r>
                      <a:r>
                        <a:rPr lang="ko-KR"/>
                        <a:t>              </a:t>
                      </a:r>
                      <a:r>
                        <a:rPr lang="ko-KR" sz="1200"/>
                        <a:t>검토 </a:t>
                      </a:r>
                      <a:r>
                        <a:rPr lang="ko-KR"/>
                        <a:t>       </a:t>
                      </a:r>
                      <a:r>
                        <a:rPr lang="ko-KR" sz="1000"/>
                        <a:t>반려         0건</a:t>
                      </a:r>
                      <a:endParaRPr sz="1000"/>
                    </a:p>
                    <a:p>
                      <a:pPr indent="0" lvl="0" marL="0" marR="0" rtl="0" algn="l">
                        <a:spcBef>
                          <a:spcPts val="0"/>
                        </a:spcBef>
                        <a:spcAft>
                          <a:spcPts val="0"/>
                        </a:spcAft>
                        <a:buNone/>
                      </a:pPr>
                      <a:r>
                        <a:rPr lang="ko-KR"/>
                        <a:t>              </a:t>
                      </a:r>
                      <a:r>
                        <a:rPr lang="ko-KR" sz="1200"/>
                        <a:t>                                                                                                              </a:t>
                      </a:r>
                      <a:r>
                        <a:rPr lang="ko-KR" sz="1000"/>
                        <a:t>결과         0건</a:t>
                      </a:r>
                      <a:endParaRPr sz="1000"/>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sz="1000"/>
                    </a:p>
                    <a:p>
                      <a:pPr indent="0" lvl="0" marL="0" marR="0" rtl="0" algn="l">
                        <a:spcBef>
                          <a:spcPts val="0"/>
                        </a:spcBef>
                        <a:spcAft>
                          <a:spcPts val="0"/>
                        </a:spcAft>
                        <a:buNone/>
                      </a:pPr>
                      <a:r>
                        <a:rPr lang="ko-KR" sz="1000"/>
                        <a:t>                                                                                                                                                       승인        </a:t>
                      </a:r>
                      <a:r>
                        <a:rPr lang="ko-KR" sz="1000">
                          <a:solidFill>
                            <a:schemeClr val="accent6"/>
                          </a:solidFill>
                        </a:rPr>
                        <a:t>1</a:t>
                      </a:r>
                      <a:r>
                        <a:rPr lang="ko-KR" sz="1000"/>
                        <a:t>건</a:t>
                      </a:r>
                      <a:endParaRPr sz="1000"/>
                    </a:p>
                    <a:p>
                      <a:pPr indent="0" lvl="0" marL="0" marR="0" rtl="0" algn="l">
                        <a:spcBef>
                          <a:spcPts val="0"/>
                        </a:spcBef>
                        <a:spcAft>
                          <a:spcPts val="0"/>
                        </a:spcAft>
                        <a:buNone/>
                      </a:pPr>
                      <a:r>
                        <a:rPr lang="ko-KR"/>
                        <a:t>  13          정길동      </a:t>
                      </a:r>
                      <a:r>
                        <a:rPr lang="ko-KR" sz="1200"/>
                        <a:t>2024.12.22</a:t>
                      </a:r>
                      <a:r>
                        <a:rPr lang="ko-KR"/>
                        <a:t>                        이영희            대기        </a:t>
                      </a:r>
                      <a:r>
                        <a:rPr lang="ko-KR" sz="1000"/>
                        <a:t>검토        0건</a:t>
                      </a:r>
                      <a:endParaRPr sz="1000"/>
                    </a:p>
                    <a:p>
                      <a:pPr indent="0" lvl="0" marL="0" marR="0" rtl="0" algn="l">
                        <a:spcBef>
                          <a:spcPts val="0"/>
                        </a:spcBef>
                        <a:spcAft>
                          <a:spcPts val="0"/>
                        </a:spcAft>
                        <a:buNone/>
                      </a:pPr>
                      <a:r>
                        <a:rPr lang="ko-KR" sz="1000"/>
                        <a:t>                                                                                                                                                       반려        0건</a:t>
                      </a:r>
                      <a:endParaRPr sz="1000"/>
                    </a:p>
                    <a:p>
                      <a:pPr indent="0" lvl="0" marL="0" marR="0" rtl="0" algn="l">
                        <a:spcBef>
                          <a:spcPts val="0"/>
                        </a:spcBef>
                        <a:spcAft>
                          <a:spcPts val="0"/>
                        </a:spcAft>
                        <a:buNone/>
                      </a:pPr>
                      <a:r>
                        <a:rPr lang="ko-KR" sz="1000"/>
                        <a:t>                                                                                                                                                       결과        0건</a:t>
                      </a:r>
                      <a:endParaRPr sz="1000"/>
                    </a:p>
                    <a:p>
                      <a:pPr indent="0" lvl="0" marL="0" marR="0" rtl="0" algn="l">
                        <a:spcBef>
                          <a:spcPts val="0"/>
                        </a:spcBef>
                        <a:spcAft>
                          <a:spcPts val="0"/>
                        </a:spcAft>
                        <a:buNone/>
                      </a:pPr>
                      <a:r>
                        <a:rPr lang="ko-KR"/>
                        <a:t>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지원신청서 정보를 확인 할수있다.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대기단계의 현재상태를 알수있게 표시한다.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계획/결과진행의 현재상태를 알수있게 표시한다.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지원계획서 정보를 확인 할수있다.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지원결과 정보를 확인 할수있다.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지원자는 자신이 등록한 지원대상자에 대하여 리스트가 나온다.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담당자는 소속 기관에 지원 신청을 한 지원자 전체 리스트가 나온다.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담당자는 지원자의 지원 신청서 보기를 클릭하면 지원 신청서 조회 항목과 함께 상담 내역 확인하는 요소가 있는 페이지 필요.</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담당자는 지원대상자 이름 클릭 시 지원대상자의 상담내용, 지원계획, 지원결과 조회.</a:t>
                      </a:r>
                      <a:endParaRPr>
                        <a:latin typeface="Malgun Gothic"/>
                        <a:ea typeface="Malgun Gothic"/>
                        <a:cs typeface="Malgun Gothic"/>
                        <a:sym typeface="Malgun Gothic"/>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cxnSp>
        <p:nvCxnSpPr>
          <p:cNvPr id="408" name="Google Shape;408;p23"/>
          <p:cNvCxnSpPr/>
          <p:nvPr/>
        </p:nvCxnSpPr>
        <p:spPr>
          <a:xfrm flipH="1" rot="10800000">
            <a:off x="179425" y="986875"/>
            <a:ext cx="8363100" cy="9900"/>
          </a:xfrm>
          <a:prstGeom prst="straightConnector1">
            <a:avLst/>
          </a:prstGeom>
          <a:noFill/>
          <a:ln cap="flat" cmpd="sng" w="9525">
            <a:solidFill>
              <a:schemeClr val="dk1"/>
            </a:solidFill>
            <a:prstDash val="solid"/>
            <a:round/>
            <a:headEnd len="med" w="med" type="none"/>
            <a:tailEnd len="med" w="med" type="none"/>
          </a:ln>
        </p:spPr>
      </p:cxnSp>
      <p:cxnSp>
        <p:nvCxnSpPr>
          <p:cNvPr id="409" name="Google Shape;409;p23"/>
          <p:cNvCxnSpPr/>
          <p:nvPr/>
        </p:nvCxnSpPr>
        <p:spPr>
          <a:xfrm flipH="1" rot="10800000">
            <a:off x="169450" y="1485300"/>
            <a:ext cx="8333400" cy="9900"/>
          </a:xfrm>
          <a:prstGeom prst="straightConnector1">
            <a:avLst/>
          </a:prstGeom>
          <a:noFill/>
          <a:ln cap="flat" cmpd="sng" w="9525">
            <a:solidFill>
              <a:schemeClr val="dk2"/>
            </a:solidFill>
            <a:prstDash val="solid"/>
            <a:round/>
            <a:headEnd len="med" w="med" type="none"/>
            <a:tailEnd len="med" w="med" type="none"/>
          </a:ln>
        </p:spPr>
      </p:cxnSp>
      <p:cxnSp>
        <p:nvCxnSpPr>
          <p:cNvPr id="410" name="Google Shape;410;p23"/>
          <p:cNvCxnSpPr/>
          <p:nvPr/>
        </p:nvCxnSpPr>
        <p:spPr>
          <a:xfrm>
            <a:off x="119575" y="2472150"/>
            <a:ext cx="8482800" cy="0"/>
          </a:xfrm>
          <a:prstGeom prst="straightConnector1">
            <a:avLst/>
          </a:prstGeom>
          <a:noFill/>
          <a:ln cap="flat" cmpd="sng" w="9525">
            <a:solidFill>
              <a:schemeClr val="dk2"/>
            </a:solidFill>
            <a:prstDash val="dot"/>
            <a:round/>
            <a:headEnd len="med" w="med" type="none"/>
            <a:tailEnd len="med" w="med" type="none"/>
          </a:ln>
        </p:spPr>
      </p:cxnSp>
      <p:cxnSp>
        <p:nvCxnSpPr>
          <p:cNvPr id="411" name="Google Shape;411;p23"/>
          <p:cNvCxnSpPr/>
          <p:nvPr/>
        </p:nvCxnSpPr>
        <p:spPr>
          <a:xfrm flipH="1" rot="10800000">
            <a:off x="147025" y="3538625"/>
            <a:ext cx="8427900" cy="39900"/>
          </a:xfrm>
          <a:prstGeom prst="straightConnector1">
            <a:avLst/>
          </a:prstGeom>
          <a:noFill/>
          <a:ln cap="flat" cmpd="sng" w="9525">
            <a:solidFill>
              <a:schemeClr val="dk2"/>
            </a:solidFill>
            <a:prstDash val="dot"/>
            <a:round/>
            <a:headEnd len="med" w="med" type="none"/>
            <a:tailEnd len="med" w="med" type="none"/>
          </a:ln>
        </p:spPr>
      </p:cxnSp>
      <p:cxnSp>
        <p:nvCxnSpPr>
          <p:cNvPr id="412" name="Google Shape;412;p23"/>
          <p:cNvCxnSpPr/>
          <p:nvPr/>
        </p:nvCxnSpPr>
        <p:spPr>
          <a:xfrm flipH="1" rot="10800000">
            <a:off x="97300" y="4515563"/>
            <a:ext cx="8477700" cy="9900"/>
          </a:xfrm>
          <a:prstGeom prst="straightConnector1">
            <a:avLst/>
          </a:prstGeom>
          <a:noFill/>
          <a:ln cap="flat" cmpd="sng" w="9525">
            <a:solidFill>
              <a:schemeClr val="dk2"/>
            </a:solidFill>
            <a:prstDash val="dot"/>
            <a:round/>
            <a:headEnd len="med" w="med" type="none"/>
            <a:tailEnd len="med" w="med" type="none"/>
          </a:ln>
        </p:spPr>
      </p:cxnSp>
      <p:cxnSp>
        <p:nvCxnSpPr>
          <p:cNvPr id="413" name="Google Shape;413;p23"/>
          <p:cNvCxnSpPr/>
          <p:nvPr/>
        </p:nvCxnSpPr>
        <p:spPr>
          <a:xfrm>
            <a:off x="89725" y="5725650"/>
            <a:ext cx="8542500" cy="30000"/>
          </a:xfrm>
          <a:prstGeom prst="straightConnector1">
            <a:avLst/>
          </a:prstGeom>
          <a:noFill/>
          <a:ln cap="flat" cmpd="sng" w="9525">
            <a:solidFill>
              <a:schemeClr val="dk2"/>
            </a:solidFill>
            <a:prstDash val="dot"/>
            <a:round/>
            <a:headEnd len="med" w="med" type="none"/>
            <a:tailEnd len="med" w="med" type="none"/>
          </a:ln>
        </p:spPr>
      </p:cxnSp>
      <p:pic>
        <p:nvPicPr>
          <p:cNvPr id="414" name="Google Shape;414;p23"/>
          <p:cNvPicPr preferRelativeResize="0"/>
          <p:nvPr/>
        </p:nvPicPr>
        <p:blipFill>
          <a:blip r:embed="rId3">
            <a:alphaModFix/>
          </a:blip>
          <a:stretch>
            <a:fillRect/>
          </a:stretch>
        </p:blipFill>
        <p:spPr>
          <a:xfrm>
            <a:off x="6818862" y="2914900"/>
            <a:ext cx="542925" cy="180975"/>
          </a:xfrm>
          <a:prstGeom prst="rect">
            <a:avLst/>
          </a:prstGeom>
          <a:noFill/>
          <a:ln>
            <a:noFill/>
          </a:ln>
        </p:spPr>
      </p:pic>
      <p:pic>
        <p:nvPicPr>
          <p:cNvPr id="415" name="Google Shape;415;p23"/>
          <p:cNvPicPr preferRelativeResize="0"/>
          <p:nvPr/>
        </p:nvPicPr>
        <p:blipFill>
          <a:blip r:embed="rId3">
            <a:alphaModFix/>
          </a:blip>
          <a:stretch>
            <a:fillRect/>
          </a:stretch>
        </p:blipFill>
        <p:spPr>
          <a:xfrm>
            <a:off x="7870863" y="2914888"/>
            <a:ext cx="542925" cy="180975"/>
          </a:xfrm>
          <a:prstGeom prst="rect">
            <a:avLst/>
          </a:prstGeom>
          <a:noFill/>
          <a:ln>
            <a:noFill/>
          </a:ln>
        </p:spPr>
      </p:pic>
      <p:pic>
        <p:nvPicPr>
          <p:cNvPr id="416" name="Google Shape;416;p23"/>
          <p:cNvPicPr preferRelativeResize="0"/>
          <p:nvPr/>
        </p:nvPicPr>
        <p:blipFill>
          <a:blip r:embed="rId4">
            <a:alphaModFix/>
          </a:blip>
          <a:stretch>
            <a:fillRect/>
          </a:stretch>
        </p:blipFill>
        <p:spPr>
          <a:xfrm>
            <a:off x="6784913" y="1830974"/>
            <a:ext cx="610800" cy="305389"/>
          </a:xfrm>
          <a:prstGeom prst="rect">
            <a:avLst/>
          </a:prstGeom>
          <a:noFill/>
          <a:ln>
            <a:noFill/>
          </a:ln>
        </p:spPr>
      </p:pic>
      <p:pic>
        <p:nvPicPr>
          <p:cNvPr id="417" name="Google Shape;417;p23"/>
          <p:cNvPicPr preferRelativeResize="0"/>
          <p:nvPr/>
        </p:nvPicPr>
        <p:blipFill>
          <a:blip r:embed="rId4">
            <a:alphaModFix/>
          </a:blip>
          <a:stretch>
            <a:fillRect/>
          </a:stretch>
        </p:blipFill>
        <p:spPr>
          <a:xfrm>
            <a:off x="7959924" y="1820112"/>
            <a:ext cx="542925" cy="271463"/>
          </a:xfrm>
          <a:prstGeom prst="rect">
            <a:avLst/>
          </a:prstGeom>
          <a:noFill/>
          <a:ln>
            <a:noFill/>
          </a:ln>
        </p:spPr>
      </p:pic>
      <p:pic>
        <p:nvPicPr>
          <p:cNvPr id="418" name="Google Shape;418;p23"/>
          <p:cNvPicPr preferRelativeResize="0"/>
          <p:nvPr/>
        </p:nvPicPr>
        <p:blipFill>
          <a:blip r:embed="rId4">
            <a:alphaModFix/>
          </a:blip>
          <a:stretch>
            <a:fillRect/>
          </a:stretch>
        </p:blipFill>
        <p:spPr>
          <a:xfrm>
            <a:off x="2898375" y="1805191"/>
            <a:ext cx="452450" cy="226225"/>
          </a:xfrm>
          <a:prstGeom prst="rect">
            <a:avLst/>
          </a:prstGeom>
          <a:noFill/>
          <a:ln>
            <a:noFill/>
          </a:ln>
        </p:spPr>
      </p:pic>
      <p:pic>
        <p:nvPicPr>
          <p:cNvPr id="419" name="Google Shape;419;p23"/>
          <p:cNvPicPr preferRelativeResize="0"/>
          <p:nvPr/>
        </p:nvPicPr>
        <p:blipFill>
          <a:blip r:embed="rId4">
            <a:alphaModFix/>
          </a:blip>
          <a:stretch>
            <a:fillRect/>
          </a:stretch>
        </p:blipFill>
        <p:spPr>
          <a:xfrm>
            <a:off x="2898375" y="3001504"/>
            <a:ext cx="452450" cy="226225"/>
          </a:xfrm>
          <a:prstGeom prst="rect">
            <a:avLst/>
          </a:prstGeom>
          <a:noFill/>
          <a:ln>
            <a:noFill/>
          </a:ln>
        </p:spPr>
      </p:pic>
      <p:pic>
        <p:nvPicPr>
          <p:cNvPr id="420" name="Google Shape;420;p23"/>
          <p:cNvPicPr preferRelativeResize="0"/>
          <p:nvPr/>
        </p:nvPicPr>
        <p:blipFill>
          <a:blip r:embed="rId4">
            <a:alphaModFix/>
          </a:blip>
          <a:stretch>
            <a:fillRect/>
          </a:stretch>
        </p:blipFill>
        <p:spPr>
          <a:xfrm>
            <a:off x="2848525" y="3889437"/>
            <a:ext cx="452450" cy="226215"/>
          </a:xfrm>
          <a:prstGeom prst="rect">
            <a:avLst/>
          </a:prstGeom>
          <a:noFill/>
          <a:ln>
            <a:noFill/>
          </a:ln>
        </p:spPr>
      </p:pic>
      <p:pic>
        <p:nvPicPr>
          <p:cNvPr id="421" name="Google Shape;421;p23"/>
          <p:cNvPicPr preferRelativeResize="0"/>
          <p:nvPr/>
        </p:nvPicPr>
        <p:blipFill>
          <a:blip r:embed="rId4">
            <a:alphaModFix/>
          </a:blip>
          <a:stretch>
            <a:fillRect/>
          </a:stretch>
        </p:blipFill>
        <p:spPr>
          <a:xfrm>
            <a:off x="2768800" y="5085716"/>
            <a:ext cx="452450" cy="226225"/>
          </a:xfrm>
          <a:prstGeom prst="rect">
            <a:avLst/>
          </a:prstGeom>
          <a:noFill/>
          <a:ln>
            <a:noFill/>
          </a:ln>
        </p:spPr>
      </p:pic>
      <p:pic>
        <p:nvPicPr>
          <p:cNvPr id="422" name="Google Shape;422;p23"/>
          <p:cNvPicPr preferRelativeResize="0"/>
          <p:nvPr/>
        </p:nvPicPr>
        <p:blipFill>
          <a:blip r:embed="rId3">
            <a:alphaModFix/>
          </a:blip>
          <a:stretch>
            <a:fillRect/>
          </a:stretch>
        </p:blipFill>
        <p:spPr>
          <a:xfrm>
            <a:off x="6818851" y="3947536"/>
            <a:ext cx="678675" cy="226225"/>
          </a:xfrm>
          <a:prstGeom prst="rect">
            <a:avLst/>
          </a:prstGeom>
          <a:noFill/>
          <a:ln>
            <a:noFill/>
          </a:ln>
        </p:spPr>
      </p:pic>
      <p:pic>
        <p:nvPicPr>
          <p:cNvPr id="423" name="Google Shape;423;p23"/>
          <p:cNvPicPr preferRelativeResize="0"/>
          <p:nvPr/>
        </p:nvPicPr>
        <p:blipFill>
          <a:blip r:embed="rId4">
            <a:alphaModFix/>
          </a:blip>
          <a:stretch>
            <a:fillRect/>
          </a:stretch>
        </p:blipFill>
        <p:spPr>
          <a:xfrm>
            <a:off x="7870877" y="3947527"/>
            <a:ext cx="542925" cy="271463"/>
          </a:xfrm>
          <a:prstGeom prst="rect">
            <a:avLst/>
          </a:prstGeom>
          <a:noFill/>
          <a:ln>
            <a:noFill/>
          </a:ln>
        </p:spPr>
      </p:pic>
      <p:pic>
        <p:nvPicPr>
          <p:cNvPr id="424" name="Google Shape;424;p23"/>
          <p:cNvPicPr preferRelativeResize="0"/>
          <p:nvPr/>
        </p:nvPicPr>
        <p:blipFill>
          <a:blip r:embed="rId4">
            <a:alphaModFix/>
          </a:blip>
          <a:stretch>
            <a:fillRect/>
          </a:stretch>
        </p:blipFill>
        <p:spPr>
          <a:xfrm>
            <a:off x="6886725" y="5025406"/>
            <a:ext cx="542925" cy="271463"/>
          </a:xfrm>
          <a:prstGeom prst="rect">
            <a:avLst/>
          </a:prstGeom>
          <a:noFill/>
          <a:ln>
            <a:noFill/>
          </a:ln>
        </p:spPr>
      </p:pic>
      <p:pic>
        <p:nvPicPr>
          <p:cNvPr id="425" name="Google Shape;425;p23"/>
          <p:cNvPicPr preferRelativeResize="0"/>
          <p:nvPr/>
        </p:nvPicPr>
        <p:blipFill>
          <a:blip r:embed="rId4">
            <a:alphaModFix/>
          </a:blip>
          <a:stretch>
            <a:fillRect/>
          </a:stretch>
        </p:blipFill>
        <p:spPr>
          <a:xfrm>
            <a:off x="7870875" y="5070650"/>
            <a:ext cx="542925" cy="271450"/>
          </a:xfrm>
          <a:prstGeom prst="rect">
            <a:avLst/>
          </a:prstGeom>
          <a:noFill/>
          <a:ln>
            <a:noFill/>
          </a:ln>
        </p:spPr>
      </p:pic>
      <p:pic>
        <p:nvPicPr>
          <p:cNvPr id="426" name="Google Shape;426;p23"/>
          <p:cNvPicPr preferRelativeResize="0"/>
          <p:nvPr/>
        </p:nvPicPr>
        <p:blipFill>
          <a:blip r:embed="rId5">
            <a:alphaModFix/>
          </a:blip>
          <a:stretch>
            <a:fillRect/>
          </a:stretch>
        </p:blipFill>
        <p:spPr>
          <a:xfrm>
            <a:off x="4568788" y="2945400"/>
            <a:ext cx="180975" cy="180975"/>
          </a:xfrm>
          <a:prstGeom prst="rect">
            <a:avLst/>
          </a:prstGeom>
          <a:noFill/>
          <a:ln>
            <a:noFill/>
          </a:ln>
        </p:spPr>
      </p:pic>
      <p:pic>
        <p:nvPicPr>
          <p:cNvPr id="427" name="Google Shape;427;p23"/>
          <p:cNvPicPr preferRelativeResize="0"/>
          <p:nvPr/>
        </p:nvPicPr>
        <p:blipFill>
          <a:blip r:embed="rId6">
            <a:alphaModFix/>
          </a:blip>
          <a:stretch>
            <a:fillRect/>
          </a:stretch>
        </p:blipFill>
        <p:spPr>
          <a:xfrm>
            <a:off x="4568788" y="1817913"/>
            <a:ext cx="180975" cy="180975"/>
          </a:xfrm>
          <a:prstGeom prst="rect">
            <a:avLst/>
          </a:prstGeom>
          <a:noFill/>
          <a:ln>
            <a:noFill/>
          </a:ln>
        </p:spPr>
      </p:pic>
      <p:pic>
        <p:nvPicPr>
          <p:cNvPr id="428" name="Google Shape;428;p23"/>
          <p:cNvPicPr preferRelativeResize="0"/>
          <p:nvPr/>
        </p:nvPicPr>
        <p:blipFill>
          <a:blip r:embed="rId7">
            <a:alphaModFix/>
          </a:blip>
          <a:stretch>
            <a:fillRect/>
          </a:stretch>
        </p:blipFill>
        <p:spPr>
          <a:xfrm>
            <a:off x="4568788" y="5075025"/>
            <a:ext cx="180975" cy="180975"/>
          </a:xfrm>
          <a:prstGeom prst="rect">
            <a:avLst/>
          </a:prstGeom>
          <a:noFill/>
          <a:ln>
            <a:noFill/>
          </a:ln>
        </p:spPr>
      </p:pic>
      <p:pic>
        <p:nvPicPr>
          <p:cNvPr id="429" name="Google Shape;429;p23"/>
          <p:cNvPicPr preferRelativeResize="0"/>
          <p:nvPr/>
        </p:nvPicPr>
        <p:blipFill>
          <a:blip r:embed="rId8">
            <a:alphaModFix/>
          </a:blip>
          <a:stretch>
            <a:fillRect/>
          </a:stretch>
        </p:blipFill>
        <p:spPr>
          <a:xfrm>
            <a:off x="4568788" y="3902700"/>
            <a:ext cx="180975" cy="180975"/>
          </a:xfrm>
          <a:prstGeom prst="rect">
            <a:avLst/>
          </a:prstGeom>
          <a:noFill/>
          <a:ln>
            <a:noFill/>
          </a:ln>
        </p:spPr>
      </p:pic>
      <p:sp>
        <p:nvSpPr>
          <p:cNvPr id="430" name="Google Shape;430;p23"/>
          <p:cNvSpPr/>
          <p:nvPr/>
        </p:nvSpPr>
        <p:spPr>
          <a:xfrm>
            <a:off x="3219675" y="1515150"/>
            <a:ext cx="329100" cy="2592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431" name="Google Shape;431;p23"/>
          <p:cNvSpPr/>
          <p:nvPr/>
        </p:nvSpPr>
        <p:spPr>
          <a:xfrm>
            <a:off x="4985950" y="917050"/>
            <a:ext cx="329100" cy="305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
        <p:nvSpPr>
          <p:cNvPr id="432" name="Google Shape;432;p23"/>
          <p:cNvSpPr/>
          <p:nvPr/>
        </p:nvSpPr>
        <p:spPr>
          <a:xfrm>
            <a:off x="6429375" y="976875"/>
            <a:ext cx="329100" cy="305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3</a:t>
            </a:r>
            <a:endParaRPr>
              <a:latin typeface="Malgun Gothic"/>
              <a:ea typeface="Malgun Gothic"/>
              <a:cs typeface="Malgun Gothic"/>
              <a:sym typeface="Malgun Gothic"/>
            </a:endParaRPr>
          </a:p>
        </p:txBody>
      </p:sp>
      <p:sp>
        <p:nvSpPr>
          <p:cNvPr id="433" name="Google Shape;433;p23"/>
          <p:cNvSpPr/>
          <p:nvPr/>
        </p:nvSpPr>
        <p:spPr>
          <a:xfrm>
            <a:off x="7306550" y="1624800"/>
            <a:ext cx="329100" cy="2592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4</a:t>
            </a:r>
            <a:endParaRPr>
              <a:latin typeface="Malgun Gothic"/>
              <a:ea typeface="Malgun Gothic"/>
              <a:cs typeface="Malgun Gothic"/>
              <a:sym typeface="Malgun Gothic"/>
            </a:endParaRPr>
          </a:p>
        </p:txBody>
      </p:sp>
      <p:sp>
        <p:nvSpPr>
          <p:cNvPr id="434" name="Google Shape;434;p23"/>
          <p:cNvSpPr/>
          <p:nvPr/>
        </p:nvSpPr>
        <p:spPr>
          <a:xfrm>
            <a:off x="7715250" y="3538625"/>
            <a:ext cx="329100" cy="305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5</a:t>
            </a:r>
            <a:endParaRPr>
              <a:latin typeface="Malgun Gothic"/>
              <a:ea typeface="Malgun Gothic"/>
              <a:cs typeface="Malgun Gothic"/>
              <a:sym typeface="Malgun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41" name="Google Shape;441;p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graphicFrame>
        <p:nvGraphicFramePr>
          <p:cNvPr id="442" name="Google Shape;442;p24"/>
          <p:cNvGraphicFramePr/>
          <p:nvPr/>
        </p:nvGraphicFramePr>
        <p:xfrm>
          <a:off x="23760" y="-10"/>
          <a:ext cx="3000000" cy="3000000"/>
        </p:xfrm>
        <a:graphic>
          <a:graphicData uri="http://schemas.openxmlformats.org/drawingml/2006/table">
            <a:tbl>
              <a:tblPr>
                <a:noFill/>
                <a:tableStyleId>{55D9632B-3A11-45D4-88F0-56B401F7D582}</a:tableStyleId>
              </a:tblPr>
              <a:tblGrid>
                <a:gridCol w="816125"/>
                <a:gridCol w="3330000"/>
                <a:gridCol w="747350"/>
                <a:gridCol w="3657600"/>
                <a:gridCol w="852475"/>
                <a:gridCol w="1173600"/>
                <a:gridCol w="673200"/>
                <a:gridCol w="741250"/>
              </a:tblGrid>
              <a:tr h="22587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view-0</a:t>
                      </a:r>
                      <a:r>
                        <a:rPr lang="ko-KR" sz="1000">
                          <a:solidFill>
                            <a:schemeClr val="dk1"/>
                          </a:solidFill>
                        </a:rPr>
                        <a:t>11</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명</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lang="ko-KR" sz="1300">
                          <a:latin typeface="Malgun Gothic"/>
                          <a:ea typeface="Malgun Gothic"/>
                          <a:cs typeface="Malgun Gothic"/>
                          <a:sym typeface="Malgun Gothic"/>
                        </a:rPr>
                        <a:t>통합조회 - 지원대상 기준</a:t>
                      </a:r>
                      <a:endParaRPr b="0" sz="13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요구사항ID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200">
                          <a:latin typeface="Malgun Gothic"/>
                          <a:ea typeface="Malgun Gothic"/>
                          <a:cs typeface="Malgun Gothic"/>
                          <a:sym typeface="Malgun Gothic"/>
                        </a:rPr>
                        <a:t>res-6</a:t>
                      </a:r>
                      <a:endParaRPr b="0" sz="12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16000">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개요</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담당자가 지원대상을 선택하면 상담일지, 지원계획, 지원결과 모아서 조회하는 화면</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사용자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latin typeface="Malgun Gothic"/>
                          <a:ea typeface="Malgun Gothic"/>
                          <a:cs typeface="Malgun Gothic"/>
                          <a:sym typeface="Malgun Gothic"/>
                        </a:rPr>
                        <a:t>담당자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개발자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rPr lang="ko-KR" sz="1000"/>
                        <a:t>박상원</a:t>
                      </a:r>
                      <a:endParaRPr sz="1000"/>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2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292100" lvl="0" marL="457200" rtl="0" algn="l">
                        <a:spcBef>
                          <a:spcPts val="0"/>
                        </a:spcBef>
                        <a:spcAft>
                          <a:spcPts val="0"/>
                        </a:spcAft>
                        <a:buClr>
                          <a:srgbClr val="2F5496"/>
                        </a:buClr>
                        <a:buSzPts val="1000"/>
                        <a:buAutoNum type="arabicPeriod"/>
                      </a:pPr>
                      <a:r>
                        <a:rPr lang="ko-KR" sz="1000">
                          <a:solidFill>
                            <a:srgbClr val="2F5496"/>
                          </a:solidFill>
                        </a:rPr>
                        <a:t>조회할 문서(상담일지, 지원계획, 지원결과)를 선택한다.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지원신청서를 기준으로 분류하고 해당 지원신청서를 조회할 수 있다.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지원대상의 문서를 화면에서 조회할 수 있고 수정, 삭제 작업을 할 수 있다.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5건정도 한 화면에 보여주고 그 이상 조회 된 건에 대해서는 페이징을 사용한다. </a:t>
                      </a:r>
                      <a:endParaRPr sz="1000">
                        <a:solidFill>
                          <a:srgbClr val="2F5496"/>
                        </a:solidFill>
                      </a:endParaRPr>
                    </a:p>
                    <a:p>
                      <a:pPr indent="-292100" lvl="0" marL="457200" marR="0" rtl="0" algn="l">
                        <a:lnSpc>
                          <a:spcPct val="100000"/>
                        </a:lnSpc>
                        <a:spcBef>
                          <a:spcPts val="0"/>
                        </a:spcBef>
                        <a:spcAft>
                          <a:spcPts val="0"/>
                        </a:spcAft>
                        <a:buClr>
                          <a:schemeClr val="dk2"/>
                        </a:buClr>
                        <a:buSzPts val="1000"/>
                        <a:buFont typeface="Malgun Gothic"/>
                        <a:buAutoNum type="arabicPeriod"/>
                      </a:pPr>
                      <a:r>
                        <a:rPr lang="ko-KR" sz="1000">
                          <a:solidFill>
                            <a:schemeClr val="dk2"/>
                          </a:solidFill>
                          <a:latin typeface="Malgun Gothic"/>
                          <a:ea typeface="Malgun Gothic"/>
                          <a:cs typeface="Malgun Gothic"/>
                          <a:sym typeface="Malgun Gothic"/>
                        </a:rPr>
                        <a:t>등록을 통해 조회한 문서종류 (상담일지, 지원계획, 지원결과)에 대하여 등록을 진행한다.</a:t>
                      </a:r>
                      <a:endParaRPr b="0" sz="1000" u="none" strike="noStrike">
                        <a:solidFill>
                          <a:schemeClr val="dk2"/>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443" name="Google Shape;443;p24"/>
          <p:cNvSpPr/>
          <p:nvPr/>
        </p:nvSpPr>
        <p:spPr>
          <a:xfrm>
            <a:off x="358100" y="1542400"/>
            <a:ext cx="1445400" cy="3981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상담일지</a:t>
            </a:r>
            <a:endParaRPr>
              <a:latin typeface="Malgun Gothic"/>
              <a:ea typeface="Malgun Gothic"/>
              <a:cs typeface="Malgun Gothic"/>
              <a:sym typeface="Malgun Gothic"/>
            </a:endParaRPr>
          </a:p>
        </p:txBody>
      </p:sp>
      <p:sp>
        <p:nvSpPr>
          <p:cNvPr id="444" name="Google Shape;444;p24"/>
          <p:cNvSpPr/>
          <p:nvPr/>
        </p:nvSpPr>
        <p:spPr>
          <a:xfrm>
            <a:off x="1598150" y="1676650"/>
            <a:ext cx="139550" cy="129575"/>
          </a:xfrm>
          <a:prstGeom prst="flowChartMerg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445" name="Google Shape;445;p24"/>
          <p:cNvSpPr/>
          <p:nvPr/>
        </p:nvSpPr>
        <p:spPr>
          <a:xfrm>
            <a:off x="838190" y="965865"/>
            <a:ext cx="7590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지원대상</a:t>
            </a:r>
            <a:endParaRPr b="0" sz="1100" u="none" strike="noStrike">
              <a:solidFill>
                <a:srgbClr val="000000"/>
              </a:solidFill>
              <a:latin typeface="Malgun Gothic"/>
              <a:ea typeface="Malgun Gothic"/>
              <a:cs typeface="Malgun Gothic"/>
              <a:sym typeface="Malgun Gothic"/>
            </a:endParaRPr>
          </a:p>
        </p:txBody>
      </p:sp>
      <p:sp>
        <p:nvSpPr>
          <p:cNvPr id="446" name="Google Shape;446;p24"/>
          <p:cNvSpPr/>
          <p:nvPr/>
        </p:nvSpPr>
        <p:spPr>
          <a:xfrm>
            <a:off x="1598150" y="965865"/>
            <a:ext cx="8232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ko-KR" sz="1200">
                <a:latin typeface="Malgun Gothic"/>
                <a:ea typeface="Malgun Gothic"/>
                <a:cs typeface="Malgun Gothic"/>
                <a:sym typeface="Malgun Gothic"/>
              </a:rPr>
              <a:t>홍</a:t>
            </a:r>
            <a:r>
              <a:rPr b="0" lang="ko-KR" sz="1200" u="none" strike="noStrike">
                <a:solidFill>
                  <a:srgbClr val="000000"/>
                </a:solidFill>
                <a:latin typeface="Malgun Gothic"/>
                <a:ea typeface="Malgun Gothic"/>
                <a:cs typeface="Malgun Gothic"/>
                <a:sym typeface="Malgun Gothic"/>
              </a:rPr>
              <a:t>길동</a:t>
            </a:r>
            <a:endParaRPr b="0" sz="1200" u="none" strike="noStrike">
              <a:solidFill>
                <a:srgbClr val="000000"/>
              </a:solidFill>
              <a:latin typeface="Malgun Gothic"/>
              <a:ea typeface="Malgun Gothic"/>
              <a:cs typeface="Malgun Gothic"/>
              <a:sym typeface="Malgun Gothic"/>
            </a:endParaRPr>
          </a:p>
        </p:txBody>
      </p:sp>
      <p:sp>
        <p:nvSpPr>
          <p:cNvPr id="447" name="Google Shape;447;p24"/>
          <p:cNvSpPr/>
          <p:nvPr/>
        </p:nvSpPr>
        <p:spPr>
          <a:xfrm>
            <a:off x="4400265" y="965865"/>
            <a:ext cx="7590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지원자</a:t>
            </a:r>
            <a:endParaRPr b="0" sz="1200" u="none" strike="noStrike">
              <a:solidFill>
                <a:srgbClr val="000000"/>
              </a:solidFill>
              <a:latin typeface="Malgun Gothic"/>
              <a:ea typeface="Malgun Gothic"/>
              <a:cs typeface="Malgun Gothic"/>
              <a:sym typeface="Malgun Gothic"/>
            </a:endParaRPr>
          </a:p>
        </p:txBody>
      </p:sp>
      <p:sp>
        <p:nvSpPr>
          <p:cNvPr id="448" name="Google Shape;448;p24"/>
          <p:cNvSpPr/>
          <p:nvPr/>
        </p:nvSpPr>
        <p:spPr>
          <a:xfrm>
            <a:off x="5160225" y="965865"/>
            <a:ext cx="8232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ko-KR" sz="1200">
                <a:latin typeface="Malgun Gothic"/>
                <a:ea typeface="Malgun Gothic"/>
                <a:cs typeface="Malgun Gothic"/>
                <a:sym typeface="Malgun Gothic"/>
              </a:rPr>
              <a:t>김</a:t>
            </a:r>
            <a:r>
              <a:rPr b="0" lang="ko-KR" sz="1200" u="none" strike="noStrike">
                <a:solidFill>
                  <a:srgbClr val="000000"/>
                </a:solidFill>
                <a:latin typeface="Malgun Gothic"/>
                <a:ea typeface="Malgun Gothic"/>
                <a:cs typeface="Malgun Gothic"/>
                <a:sym typeface="Malgun Gothic"/>
              </a:rPr>
              <a:t>길동</a:t>
            </a:r>
            <a:endParaRPr b="0" sz="1200" u="none" strike="noStrike">
              <a:solidFill>
                <a:srgbClr val="000000"/>
              </a:solidFill>
              <a:latin typeface="Malgun Gothic"/>
              <a:ea typeface="Malgun Gothic"/>
              <a:cs typeface="Malgun Gothic"/>
              <a:sym typeface="Malgun Gothic"/>
            </a:endParaRPr>
          </a:p>
        </p:txBody>
      </p:sp>
      <p:sp>
        <p:nvSpPr>
          <p:cNvPr id="449" name="Google Shape;449;p24"/>
          <p:cNvSpPr/>
          <p:nvPr/>
        </p:nvSpPr>
        <p:spPr>
          <a:xfrm>
            <a:off x="2421830" y="965865"/>
            <a:ext cx="8376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장애유형</a:t>
            </a:r>
            <a:endParaRPr b="0" sz="1200" u="none" strike="noStrike">
              <a:solidFill>
                <a:srgbClr val="000000"/>
              </a:solidFill>
              <a:latin typeface="Malgun Gothic"/>
              <a:ea typeface="Malgun Gothic"/>
              <a:cs typeface="Malgun Gothic"/>
              <a:sym typeface="Malgun Gothic"/>
            </a:endParaRPr>
          </a:p>
        </p:txBody>
      </p:sp>
      <p:sp>
        <p:nvSpPr>
          <p:cNvPr id="450" name="Google Shape;450;p24"/>
          <p:cNvSpPr/>
          <p:nvPr/>
        </p:nvSpPr>
        <p:spPr>
          <a:xfrm>
            <a:off x="5983905" y="965865"/>
            <a:ext cx="8376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담당자</a:t>
            </a:r>
            <a:endParaRPr b="0" sz="1200" u="none" strike="noStrike">
              <a:solidFill>
                <a:srgbClr val="000000"/>
              </a:solidFill>
              <a:latin typeface="Malgun Gothic"/>
              <a:ea typeface="Malgun Gothic"/>
              <a:cs typeface="Malgun Gothic"/>
              <a:sym typeface="Malgun Gothic"/>
            </a:endParaRPr>
          </a:p>
        </p:txBody>
      </p:sp>
      <p:sp>
        <p:nvSpPr>
          <p:cNvPr id="451" name="Google Shape;451;p24"/>
          <p:cNvSpPr/>
          <p:nvPr/>
        </p:nvSpPr>
        <p:spPr>
          <a:xfrm>
            <a:off x="6822345" y="965865"/>
            <a:ext cx="11400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이길동</a:t>
            </a:r>
            <a:endParaRPr b="0" sz="1200" u="none" strike="noStrike">
              <a:solidFill>
                <a:srgbClr val="000000"/>
              </a:solidFill>
              <a:latin typeface="Malgun Gothic"/>
              <a:ea typeface="Malgun Gothic"/>
              <a:cs typeface="Malgun Gothic"/>
              <a:sym typeface="Malgun Gothic"/>
            </a:endParaRPr>
          </a:p>
        </p:txBody>
      </p:sp>
      <p:sp>
        <p:nvSpPr>
          <p:cNvPr id="452" name="Google Shape;452;p24"/>
          <p:cNvSpPr/>
          <p:nvPr/>
        </p:nvSpPr>
        <p:spPr>
          <a:xfrm>
            <a:off x="3260270" y="965865"/>
            <a:ext cx="11400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장애유형</a:t>
            </a:r>
            <a:endParaRPr b="0" sz="1200" u="none" strike="noStrike">
              <a:solidFill>
                <a:srgbClr val="000000"/>
              </a:solidFill>
              <a:latin typeface="Malgun Gothic"/>
              <a:ea typeface="Malgun Gothic"/>
              <a:cs typeface="Malgun Gothic"/>
              <a:sym typeface="Malgun Gothic"/>
            </a:endParaRPr>
          </a:p>
        </p:txBody>
      </p:sp>
      <p:graphicFrame>
        <p:nvGraphicFramePr>
          <p:cNvPr id="453" name="Google Shape;453;p24"/>
          <p:cNvGraphicFramePr/>
          <p:nvPr/>
        </p:nvGraphicFramePr>
        <p:xfrm>
          <a:off x="519725" y="5996713"/>
          <a:ext cx="3000000" cy="3000000"/>
        </p:xfrm>
        <a:graphic>
          <a:graphicData uri="http://schemas.openxmlformats.org/drawingml/2006/table">
            <a:tbl>
              <a:tblPr>
                <a:noFill/>
                <a:tableStyleId>{DABC0C2F-476B-403E-9239-0B67E1F473CF}</a:tableStyleId>
              </a:tblPr>
              <a:tblGrid>
                <a:gridCol w="1074150"/>
                <a:gridCol w="1074150"/>
                <a:gridCol w="1074150"/>
                <a:gridCol w="1074150"/>
                <a:gridCol w="1074150"/>
                <a:gridCol w="1074150"/>
                <a:gridCol w="1074150"/>
              </a:tblGrid>
              <a:tr h="335075">
                <a:tc>
                  <a:txBody>
                    <a:bodyPr/>
                    <a:lstStyle/>
                    <a:p>
                      <a:pPr indent="0" lvl="0" marL="0" rtl="0" algn="ctr">
                        <a:spcBef>
                          <a:spcPts val="0"/>
                        </a:spcBef>
                        <a:spcAft>
                          <a:spcPts val="0"/>
                        </a:spcAft>
                        <a:buNone/>
                      </a:pPr>
                      <a:r>
                        <a:rPr lang="ko-KR" sz="1700">
                          <a:solidFill>
                            <a:schemeClr val="lt2"/>
                          </a:solidFill>
                        </a:rPr>
                        <a:t>&lt;&lt;</a:t>
                      </a:r>
                      <a:endParaRPr sz="1700">
                        <a:solidFill>
                          <a:schemeClr val="lt2"/>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solidFill>
                            <a:srgbClr val="0000FF"/>
                          </a:solidFill>
                        </a:rPr>
                        <a:t>1</a:t>
                      </a:r>
                      <a:endParaRPr sz="1700">
                        <a:solidFill>
                          <a:srgbClr val="0000FF"/>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2</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3</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4</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5</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&gt;&gt;</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r>
            </a:tbl>
          </a:graphicData>
        </a:graphic>
      </p:graphicFrame>
      <p:sp>
        <p:nvSpPr>
          <p:cNvPr id="454" name="Google Shape;454;p24"/>
          <p:cNvSpPr/>
          <p:nvPr/>
        </p:nvSpPr>
        <p:spPr>
          <a:xfrm>
            <a:off x="117221" y="1358221"/>
            <a:ext cx="329100" cy="2592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455" name="Google Shape;455;p24"/>
          <p:cNvSpPr/>
          <p:nvPr/>
        </p:nvSpPr>
        <p:spPr>
          <a:xfrm>
            <a:off x="388000" y="2086750"/>
            <a:ext cx="7574400" cy="383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456" name="Google Shape;456;p24"/>
          <p:cNvSpPr/>
          <p:nvPr/>
        </p:nvSpPr>
        <p:spPr>
          <a:xfrm>
            <a:off x="621700" y="2632050"/>
            <a:ext cx="7044000" cy="3136500"/>
          </a:xfrm>
          <a:prstGeom prst="rect">
            <a:avLst/>
          </a:prstGeom>
          <a:solidFill>
            <a:schemeClr val="lt1"/>
          </a:solidFill>
          <a:ln cap="flat" cmpd="sng" w="6775">
            <a:solidFill>
              <a:srgbClr val="44546A"/>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l">
              <a:spcBef>
                <a:spcPts val="0"/>
              </a:spcBef>
              <a:spcAft>
                <a:spcPts val="0"/>
              </a:spcAft>
              <a:buNone/>
            </a:pPr>
            <a:r>
              <a:t/>
            </a:r>
            <a:endParaRPr b="0" sz="998" u="none" strike="noStrike">
              <a:solidFill>
                <a:srgbClr val="000000"/>
              </a:solidFill>
              <a:latin typeface="Malgun Gothic"/>
              <a:ea typeface="Malgun Gothic"/>
              <a:cs typeface="Malgun Gothic"/>
              <a:sym typeface="Malgun Gothic"/>
            </a:endParaRPr>
          </a:p>
        </p:txBody>
      </p:sp>
      <p:sp>
        <p:nvSpPr>
          <p:cNvPr id="457" name="Google Shape;457;p24"/>
          <p:cNvSpPr/>
          <p:nvPr/>
        </p:nvSpPr>
        <p:spPr>
          <a:xfrm>
            <a:off x="779539" y="2906600"/>
            <a:ext cx="721500" cy="266700"/>
          </a:xfrm>
          <a:prstGeom prst="rect">
            <a:avLst/>
          </a:prstGeom>
          <a:solidFill>
            <a:srgbClr val="CFE2F3"/>
          </a:solidFill>
          <a:ln cap="flat" cmpd="sng" w="6775">
            <a:solidFill>
              <a:srgbClr val="44546A"/>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00000"/>
              </a:lnSpc>
              <a:spcBef>
                <a:spcPts val="0"/>
              </a:spcBef>
              <a:spcAft>
                <a:spcPts val="0"/>
              </a:spcAft>
              <a:buNone/>
            </a:pPr>
            <a:r>
              <a:rPr b="0" lang="ko-KR" sz="927" u="none" strike="noStrike">
                <a:solidFill>
                  <a:srgbClr val="000000"/>
                </a:solidFill>
                <a:latin typeface="Malgun Gothic"/>
                <a:ea typeface="Malgun Gothic"/>
                <a:cs typeface="Malgun Gothic"/>
                <a:sym typeface="Malgun Gothic"/>
              </a:rPr>
              <a:t>제목</a:t>
            </a:r>
            <a:endParaRPr b="0" sz="927" u="none" strike="noStrike">
              <a:solidFill>
                <a:srgbClr val="000000"/>
              </a:solidFill>
              <a:latin typeface="Malgun Gothic"/>
              <a:ea typeface="Malgun Gothic"/>
              <a:cs typeface="Malgun Gothic"/>
              <a:sym typeface="Malgun Gothic"/>
            </a:endParaRPr>
          </a:p>
        </p:txBody>
      </p:sp>
      <p:sp>
        <p:nvSpPr>
          <p:cNvPr id="458" name="Google Shape;458;p24"/>
          <p:cNvSpPr/>
          <p:nvPr/>
        </p:nvSpPr>
        <p:spPr>
          <a:xfrm>
            <a:off x="779539" y="3620373"/>
            <a:ext cx="721500" cy="267300"/>
          </a:xfrm>
          <a:prstGeom prst="rect">
            <a:avLst/>
          </a:prstGeom>
          <a:solidFill>
            <a:srgbClr val="CFE2F3"/>
          </a:solidFill>
          <a:ln cap="flat" cmpd="sng" w="6775">
            <a:solidFill>
              <a:srgbClr val="44546A"/>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00000"/>
              </a:lnSpc>
              <a:spcBef>
                <a:spcPts val="0"/>
              </a:spcBef>
              <a:spcAft>
                <a:spcPts val="0"/>
              </a:spcAft>
              <a:buNone/>
            </a:pPr>
            <a:r>
              <a:rPr b="0" lang="ko-KR" sz="927" u="none" strike="noStrike">
                <a:solidFill>
                  <a:srgbClr val="000000"/>
                </a:solidFill>
                <a:latin typeface="Malgun Gothic"/>
                <a:ea typeface="Malgun Gothic"/>
                <a:cs typeface="Malgun Gothic"/>
                <a:sym typeface="Malgun Gothic"/>
              </a:rPr>
              <a:t>내용</a:t>
            </a:r>
            <a:endParaRPr b="0" sz="927" u="none" strike="noStrike">
              <a:solidFill>
                <a:srgbClr val="000000"/>
              </a:solidFill>
              <a:latin typeface="Malgun Gothic"/>
              <a:ea typeface="Malgun Gothic"/>
              <a:cs typeface="Malgun Gothic"/>
              <a:sym typeface="Malgun Gothic"/>
            </a:endParaRPr>
          </a:p>
        </p:txBody>
      </p:sp>
      <p:sp>
        <p:nvSpPr>
          <p:cNvPr id="459" name="Google Shape;459;p24"/>
          <p:cNvSpPr/>
          <p:nvPr/>
        </p:nvSpPr>
        <p:spPr>
          <a:xfrm>
            <a:off x="779539" y="4969989"/>
            <a:ext cx="721500" cy="267300"/>
          </a:xfrm>
          <a:prstGeom prst="rect">
            <a:avLst/>
          </a:prstGeom>
          <a:solidFill>
            <a:srgbClr val="CFE2F3"/>
          </a:solidFill>
          <a:ln cap="flat" cmpd="sng" w="6775">
            <a:solidFill>
              <a:srgbClr val="44546A"/>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00000"/>
              </a:lnSpc>
              <a:spcBef>
                <a:spcPts val="0"/>
              </a:spcBef>
              <a:spcAft>
                <a:spcPts val="0"/>
              </a:spcAft>
              <a:buNone/>
            </a:pPr>
            <a:r>
              <a:rPr b="0" lang="ko-KR" sz="927" u="none" strike="noStrike">
                <a:solidFill>
                  <a:srgbClr val="000000"/>
                </a:solidFill>
                <a:latin typeface="Malgun Gothic"/>
                <a:ea typeface="Malgun Gothic"/>
                <a:cs typeface="Malgun Gothic"/>
                <a:sym typeface="Malgun Gothic"/>
              </a:rPr>
              <a:t>첨부</a:t>
            </a:r>
            <a:endParaRPr b="0" sz="927" u="none" strike="noStrike">
              <a:solidFill>
                <a:srgbClr val="000000"/>
              </a:solidFill>
              <a:latin typeface="Malgun Gothic"/>
              <a:ea typeface="Malgun Gothic"/>
              <a:cs typeface="Malgun Gothic"/>
              <a:sym typeface="Malgun Gothic"/>
            </a:endParaRPr>
          </a:p>
        </p:txBody>
      </p:sp>
      <p:sp>
        <p:nvSpPr>
          <p:cNvPr id="460" name="Google Shape;460;p24"/>
          <p:cNvSpPr/>
          <p:nvPr/>
        </p:nvSpPr>
        <p:spPr>
          <a:xfrm>
            <a:off x="1636487" y="2914861"/>
            <a:ext cx="5615700" cy="266700"/>
          </a:xfrm>
          <a:prstGeom prst="roundRect">
            <a:avLst>
              <a:gd fmla="val 16667" name="adj"/>
            </a:avLst>
          </a:prstGeom>
          <a:solidFill>
            <a:schemeClr val="lt2"/>
          </a:solidFill>
          <a:ln cap="flat" cmpd="sng" w="6775">
            <a:solidFill>
              <a:srgbClr val="44546A"/>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None/>
            </a:pPr>
            <a:r>
              <a:rPr b="0" lang="ko-KR" sz="998" u="none" strike="noStrike">
                <a:solidFill>
                  <a:srgbClr val="000000"/>
                </a:solidFill>
                <a:latin typeface="Malgun Gothic"/>
                <a:ea typeface="Malgun Gothic"/>
                <a:cs typeface="Malgun Gothic"/>
                <a:sym typeface="Malgun Gothic"/>
              </a:rPr>
              <a:t>상담내역 1</a:t>
            </a:r>
            <a:endParaRPr b="0" sz="998" u="none" strike="noStrike">
              <a:solidFill>
                <a:srgbClr val="000000"/>
              </a:solidFill>
              <a:latin typeface="Malgun Gothic"/>
              <a:ea typeface="Malgun Gothic"/>
              <a:cs typeface="Malgun Gothic"/>
              <a:sym typeface="Malgun Gothic"/>
            </a:endParaRPr>
          </a:p>
        </p:txBody>
      </p:sp>
      <p:sp>
        <p:nvSpPr>
          <p:cNvPr id="461" name="Google Shape;461;p24"/>
          <p:cNvSpPr/>
          <p:nvPr/>
        </p:nvSpPr>
        <p:spPr>
          <a:xfrm>
            <a:off x="1636487" y="3597242"/>
            <a:ext cx="5615700" cy="1269000"/>
          </a:xfrm>
          <a:prstGeom prst="roundRect">
            <a:avLst>
              <a:gd fmla="val 5795" name="adj"/>
            </a:avLst>
          </a:prstGeom>
          <a:solidFill>
            <a:schemeClr val="lt2"/>
          </a:solidFill>
          <a:ln cap="flat" cmpd="sng" w="6775">
            <a:solidFill>
              <a:srgbClr val="44546A"/>
            </a:solidFill>
            <a:prstDash val="solid"/>
            <a:round/>
            <a:headEnd len="sm" w="sm" type="none"/>
            <a:tailEnd len="sm" w="sm" type="none"/>
          </a:ln>
        </p:spPr>
        <p:txBody>
          <a:bodyPr anchorCtr="0" anchor="t" bIns="65200" lIns="65200" spcFirstLastPara="1" rIns="65200" wrap="square" tIns="65200">
            <a:noAutofit/>
          </a:bodyPr>
          <a:lstStyle/>
          <a:p>
            <a:pPr indent="0" lvl="0" marL="0" marR="0" rtl="0" algn="l">
              <a:lnSpc>
                <a:spcPct val="100000"/>
              </a:lnSpc>
              <a:spcBef>
                <a:spcPts val="0"/>
              </a:spcBef>
              <a:spcAft>
                <a:spcPts val="0"/>
              </a:spcAft>
              <a:buNone/>
            </a:pPr>
            <a:r>
              <a:rPr b="0" lang="ko-KR" sz="998" u="none" strike="noStrike">
                <a:solidFill>
                  <a:srgbClr val="000000"/>
                </a:solidFill>
                <a:latin typeface="Malgun Gothic"/>
                <a:ea typeface="Malgun Gothic"/>
                <a:cs typeface="Malgun Gothic"/>
                <a:sym typeface="Malgun Gothic"/>
              </a:rPr>
              <a:t>상담내용(내용이 길어진다면 textarea가 스크롤이 되어서 표시)</a:t>
            </a:r>
            <a:endParaRPr b="0" sz="998" u="none" strike="noStrike">
              <a:solidFill>
                <a:srgbClr val="000000"/>
              </a:solidFill>
              <a:latin typeface="Malgun Gothic"/>
              <a:ea typeface="Malgun Gothic"/>
              <a:cs typeface="Malgun Gothic"/>
              <a:sym typeface="Malgun Gothic"/>
            </a:endParaRPr>
          </a:p>
        </p:txBody>
      </p:sp>
      <p:sp>
        <p:nvSpPr>
          <p:cNvPr id="462" name="Google Shape;462;p24"/>
          <p:cNvSpPr/>
          <p:nvPr/>
        </p:nvSpPr>
        <p:spPr>
          <a:xfrm>
            <a:off x="1636487" y="4969989"/>
            <a:ext cx="5615700" cy="267300"/>
          </a:xfrm>
          <a:prstGeom prst="roundRect">
            <a:avLst>
              <a:gd fmla="val 16667" name="adj"/>
            </a:avLst>
          </a:prstGeom>
          <a:solidFill>
            <a:schemeClr val="lt2"/>
          </a:solidFill>
          <a:ln cap="flat" cmpd="sng" w="6775">
            <a:solidFill>
              <a:srgbClr val="44546A"/>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None/>
            </a:pPr>
            <a:r>
              <a:rPr b="0" lang="ko-KR" sz="998" u="none" strike="noStrike">
                <a:solidFill>
                  <a:srgbClr val="000000"/>
                </a:solidFill>
                <a:latin typeface="Malgun Gothic"/>
                <a:ea typeface="Malgun Gothic"/>
                <a:cs typeface="Malgun Gothic"/>
                <a:sym typeface="Malgun Gothic"/>
              </a:rPr>
              <a:t>첨부파일1.png, 첨부파일2.pdf</a:t>
            </a:r>
            <a:endParaRPr b="0" sz="998" u="none" strike="noStrike">
              <a:solidFill>
                <a:srgbClr val="000000"/>
              </a:solidFill>
              <a:latin typeface="Malgun Gothic"/>
              <a:ea typeface="Malgun Gothic"/>
              <a:cs typeface="Malgun Gothic"/>
              <a:sym typeface="Malgun Gothic"/>
            </a:endParaRPr>
          </a:p>
        </p:txBody>
      </p:sp>
      <p:sp>
        <p:nvSpPr>
          <p:cNvPr id="463" name="Google Shape;463;p24"/>
          <p:cNvSpPr/>
          <p:nvPr/>
        </p:nvSpPr>
        <p:spPr>
          <a:xfrm>
            <a:off x="4948132" y="3194642"/>
            <a:ext cx="1365000" cy="143100"/>
          </a:xfrm>
          <a:prstGeom prst="rect">
            <a:avLst/>
          </a:prstGeom>
          <a:noFill/>
          <a:ln>
            <a:noFill/>
          </a:ln>
        </p:spPr>
        <p:txBody>
          <a:bodyPr anchorCtr="0" anchor="ctr" bIns="65200" lIns="65200" spcFirstLastPara="1" rIns="65200" wrap="square" tIns="65200">
            <a:noAutofit/>
          </a:bodyPr>
          <a:lstStyle/>
          <a:p>
            <a:pPr indent="0" lvl="0" marL="0" marR="0" rtl="0" algn="ctr">
              <a:lnSpc>
                <a:spcPct val="100000"/>
              </a:lnSpc>
              <a:spcBef>
                <a:spcPts val="0"/>
              </a:spcBef>
              <a:spcAft>
                <a:spcPts val="0"/>
              </a:spcAft>
              <a:buNone/>
            </a:pPr>
            <a:r>
              <a:rPr b="0" lang="ko-KR" sz="713" u="none" strike="noStrike">
                <a:solidFill>
                  <a:schemeClr val="dk1"/>
                </a:solidFill>
                <a:latin typeface="Malgun Gothic"/>
                <a:ea typeface="Malgun Gothic"/>
                <a:cs typeface="Malgun Gothic"/>
                <a:sym typeface="Malgun Gothic"/>
              </a:rPr>
              <a:t>상담 작성일시 |</a:t>
            </a:r>
            <a:endParaRPr b="0" sz="713" u="none" strike="noStrike">
              <a:solidFill>
                <a:srgbClr val="000000"/>
              </a:solidFill>
              <a:latin typeface="Malgun Gothic"/>
              <a:ea typeface="Malgun Gothic"/>
              <a:cs typeface="Malgun Gothic"/>
              <a:sym typeface="Malgun Gothic"/>
            </a:endParaRPr>
          </a:p>
        </p:txBody>
      </p:sp>
      <p:sp>
        <p:nvSpPr>
          <p:cNvPr id="464" name="Google Shape;464;p24"/>
          <p:cNvSpPr/>
          <p:nvPr/>
        </p:nvSpPr>
        <p:spPr>
          <a:xfrm>
            <a:off x="6117408" y="3194642"/>
            <a:ext cx="1467300" cy="143100"/>
          </a:xfrm>
          <a:prstGeom prst="rect">
            <a:avLst/>
          </a:prstGeom>
          <a:noFill/>
          <a:ln>
            <a:noFill/>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None/>
            </a:pPr>
            <a:r>
              <a:rPr b="0" lang="ko-KR" sz="713" u="none" strike="noStrike">
                <a:solidFill>
                  <a:schemeClr val="dk1"/>
                </a:solidFill>
                <a:latin typeface="Malgun Gothic"/>
                <a:ea typeface="Malgun Gothic"/>
                <a:cs typeface="Malgun Gothic"/>
                <a:sym typeface="Malgun Gothic"/>
              </a:rPr>
              <a:t>2024-01-08 12:34:56</a:t>
            </a:r>
            <a:endParaRPr b="0" sz="713" u="none" strike="noStrike">
              <a:solidFill>
                <a:srgbClr val="000000"/>
              </a:solidFill>
              <a:latin typeface="Malgun Gothic"/>
              <a:ea typeface="Malgun Gothic"/>
              <a:cs typeface="Malgun Gothic"/>
              <a:sym typeface="Malgun Gothic"/>
            </a:endParaRPr>
          </a:p>
        </p:txBody>
      </p:sp>
      <p:sp>
        <p:nvSpPr>
          <p:cNvPr id="465" name="Google Shape;465;p24"/>
          <p:cNvSpPr/>
          <p:nvPr/>
        </p:nvSpPr>
        <p:spPr>
          <a:xfrm>
            <a:off x="1188655" y="3222180"/>
            <a:ext cx="1365000" cy="143100"/>
          </a:xfrm>
          <a:prstGeom prst="rect">
            <a:avLst/>
          </a:prstGeom>
          <a:noFill/>
          <a:ln>
            <a:noFill/>
          </a:ln>
        </p:spPr>
        <p:txBody>
          <a:bodyPr anchorCtr="0" anchor="ctr" bIns="65200" lIns="65200" spcFirstLastPara="1" rIns="65200" wrap="square" tIns="65200">
            <a:noAutofit/>
          </a:bodyPr>
          <a:lstStyle/>
          <a:p>
            <a:pPr indent="0" lvl="0" marL="0" marR="0" rtl="0" algn="ctr">
              <a:lnSpc>
                <a:spcPct val="100000"/>
              </a:lnSpc>
              <a:spcBef>
                <a:spcPts val="0"/>
              </a:spcBef>
              <a:spcAft>
                <a:spcPts val="0"/>
              </a:spcAft>
              <a:buNone/>
            </a:pPr>
            <a:r>
              <a:rPr b="0" lang="ko-KR" sz="713" u="none" strike="noStrike">
                <a:solidFill>
                  <a:schemeClr val="dk1"/>
                </a:solidFill>
                <a:latin typeface="Malgun Gothic"/>
                <a:ea typeface="Malgun Gothic"/>
                <a:cs typeface="Malgun Gothic"/>
                <a:sym typeface="Malgun Gothic"/>
              </a:rPr>
              <a:t>상담일 |</a:t>
            </a:r>
            <a:endParaRPr b="0" sz="713" u="none" strike="noStrike">
              <a:solidFill>
                <a:srgbClr val="000000"/>
              </a:solidFill>
              <a:latin typeface="Malgun Gothic"/>
              <a:ea typeface="Malgun Gothic"/>
              <a:cs typeface="Malgun Gothic"/>
              <a:sym typeface="Malgun Gothic"/>
            </a:endParaRPr>
          </a:p>
        </p:txBody>
      </p:sp>
      <p:sp>
        <p:nvSpPr>
          <p:cNvPr id="466" name="Google Shape;466;p24"/>
          <p:cNvSpPr/>
          <p:nvPr/>
        </p:nvSpPr>
        <p:spPr>
          <a:xfrm>
            <a:off x="2060121" y="3222180"/>
            <a:ext cx="1467300" cy="143100"/>
          </a:xfrm>
          <a:prstGeom prst="rect">
            <a:avLst/>
          </a:prstGeom>
          <a:noFill/>
          <a:ln>
            <a:noFill/>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None/>
            </a:pPr>
            <a:r>
              <a:rPr b="0" lang="ko-KR" sz="713" u="none" strike="noStrike">
                <a:solidFill>
                  <a:schemeClr val="dk1"/>
                </a:solidFill>
                <a:latin typeface="Malgun Gothic"/>
                <a:ea typeface="Malgun Gothic"/>
                <a:cs typeface="Malgun Gothic"/>
                <a:sym typeface="Malgun Gothic"/>
              </a:rPr>
              <a:t>2024-01-05</a:t>
            </a:r>
            <a:endParaRPr b="0" sz="713" u="none" strike="noStrike">
              <a:solidFill>
                <a:srgbClr val="000000"/>
              </a:solidFill>
              <a:latin typeface="Malgun Gothic"/>
              <a:ea typeface="Malgun Gothic"/>
              <a:cs typeface="Malgun Gothic"/>
              <a:sym typeface="Malgun Gothic"/>
            </a:endParaRPr>
          </a:p>
        </p:txBody>
      </p:sp>
      <p:sp>
        <p:nvSpPr>
          <p:cNvPr id="467" name="Google Shape;467;p24"/>
          <p:cNvSpPr/>
          <p:nvPr/>
        </p:nvSpPr>
        <p:spPr>
          <a:xfrm>
            <a:off x="741568" y="5320818"/>
            <a:ext cx="1116900" cy="199800"/>
          </a:xfrm>
          <a:prstGeom prst="rect">
            <a:avLst/>
          </a:prstGeom>
          <a:solidFill>
            <a:schemeClr val="accent6"/>
          </a:solidFill>
          <a:ln cap="flat" cmpd="sng" w="18100">
            <a:solidFill>
              <a:srgbClr val="325490"/>
            </a:solidFill>
            <a:prstDash val="solid"/>
            <a:round/>
            <a:headEnd len="sm" w="sm" type="none"/>
            <a:tailEnd len="sm" w="sm" type="none"/>
          </a:ln>
        </p:spPr>
        <p:txBody>
          <a:bodyPr anchorCtr="0" anchor="ctr" bIns="32100" lIns="64200" spcFirstLastPara="1" rIns="64200" wrap="square" tIns="32100">
            <a:noAutofit/>
          </a:bodyPr>
          <a:lstStyle/>
          <a:p>
            <a:pPr indent="0" lvl="0" marL="0" marR="0" rtl="0" algn="ctr">
              <a:lnSpc>
                <a:spcPct val="100000"/>
              </a:lnSpc>
              <a:spcBef>
                <a:spcPts val="0"/>
              </a:spcBef>
              <a:spcAft>
                <a:spcPts val="0"/>
              </a:spcAft>
              <a:buNone/>
            </a:pPr>
            <a:r>
              <a:rPr b="0" lang="ko-KR" sz="927" u="none" strike="noStrike">
                <a:solidFill>
                  <a:schemeClr val="lt1"/>
                </a:solidFill>
                <a:latin typeface="Malgun Gothic"/>
                <a:ea typeface="Malgun Gothic"/>
                <a:cs typeface="Malgun Gothic"/>
                <a:sym typeface="Malgun Gothic"/>
              </a:rPr>
              <a:t>수정이력</a:t>
            </a:r>
            <a:endParaRPr b="0" sz="927" u="none" strike="noStrike">
              <a:solidFill>
                <a:schemeClr val="lt1"/>
              </a:solidFill>
              <a:latin typeface="Malgun Gothic"/>
              <a:ea typeface="Malgun Gothic"/>
              <a:cs typeface="Malgun Gothic"/>
              <a:sym typeface="Malgun Gothic"/>
            </a:endParaRPr>
          </a:p>
        </p:txBody>
      </p:sp>
      <p:sp>
        <p:nvSpPr>
          <p:cNvPr id="468" name="Google Shape;468;p24"/>
          <p:cNvSpPr/>
          <p:nvPr/>
        </p:nvSpPr>
        <p:spPr>
          <a:xfrm>
            <a:off x="5804335" y="5293831"/>
            <a:ext cx="744600" cy="275700"/>
          </a:xfrm>
          <a:prstGeom prst="rect">
            <a:avLst/>
          </a:prstGeom>
          <a:solidFill>
            <a:schemeClr val="accent4"/>
          </a:solidFill>
          <a:ln cap="flat" cmpd="sng" w="6775">
            <a:solidFill>
              <a:srgbClr val="3465A4"/>
            </a:solidFill>
            <a:prstDash val="solid"/>
            <a:round/>
            <a:headEnd len="sm" w="sm" type="none"/>
            <a:tailEnd len="sm" w="sm" type="none"/>
          </a:ln>
        </p:spPr>
        <p:txBody>
          <a:bodyPr anchorCtr="0" anchor="ctr" bIns="32100" lIns="64200" spcFirstLastPara="1" rIns="64200" wrap="square" tIns="32100">
            <a:noAutofit/>
          </a:bodyPr>
          <a:lstStyle/>
          <a:p>
            <a:pPr indent="0" lvl="0" marL="0" marR="0" rtl="0" algn="ctr">
              <a:spcBef>
                <a:spcPts val="0"/>
              </a:spcBef>
              <a:spcAft>
                <a:spcPts val="0"/>
              </a:spcAft>
              <a:buNone/>
            </a:pPr>
            <a:r>
              <a:rPr b="0" lang="ko-KR" sz="1283" u="none" strike="noStrike">
                <a:solidFill>
                  <a:schemeClr val="lt1"/>
                </a:solidFill>
                <a:latin typeface="Malgun Gothic"/>
                <a:ea typeface="Malgun Gothic"/>
                <a:cs typeface="Malgun Gothic"/>
                <a:sym typeface="Malgun Gothic"/>
              </a:rPr>
              <a:t>수정</a:t>
            </a:r>
            <a:endParaRPr b="0" sz="1283" u="none" strike="noStrike">
              <a:solidFill>
                <a:schemeClr val="lt1"/>
              </a:solidFill>
              <a:latin typeface="Malgun Gothic"/>
              <a:ea typeface="Malgun Gothic"/>
              <a:cs typeface="Malgun Gothic"/>
              <a:sym typeface="Malgun Gothic"/>
            </a:endParaRPr>
          </a:p>
        </p:txBody>
      </p:sp>
      <p:sp>
        <p:nvSpPr>
          <p:cNvPr id="469" name="Google Shape;469;p24"/>
          <p:cNvSpPr/>
          <p:nvPr/>
        </p:nvSpPr>
        <p:spPr>
          <a:xfrm>
            <a:off x="6697765" y="5293831"/>
            <a:ext cx="744600" cy="275700"/>
          </a:xfrm>
          <a:prstGeom prst="rect">
            <a:avLst/>
          </a:prstGeom>
          <a:solidFill>
            <a:srgbClr val="FF0000"/>
          </a:solidFill>
          <a:ln cap="flat" cmpd="sng" w="6775">
            <a:solidFill>
              <a:srgbClr val="3465A4"/>
            </a:solidFill>
            <a:prstDash val="solid"/>
            <a:round/>
            <a:headEnd len="sm" w="sm" type="none"/>
            <a:tailEnd len="sm" w="sm" type="none"/>
          </a:ln>
        </p:spPr>
        <p:txBody>
          <a:bodyPr anchorCtr="0" anchor="ctr" bIns="32100" lIns="64200" spcFirstLastPara="1" rIns="64200" wrap="square" tIns="32100">
            <a:noAutofit/>
          </a:bodyPr>
          <a:lstStyle/>
          <a:p>
            <a:pPr indent="0" lvl="0" marL="0" marR="0" rtl="0" algn="ctr">
              <a:spcBef>
                <a:spcPts val="0"/>
              </a:spcBef>
              <a:spcAft>
                <a:spcPts val="0"/>
              </a:spcAft>
              <a:buNone/>
            </a:pPr>
            <a:r>
              <a:rPr b="0" lang="ko-KR" sz="1283" u="none" strike="noStrike">
                <a:solidFill>
                  <a:schemeClr val="lt1"/>
                </a:solidFill>
                <a:latin typeface="Malgun Gothic"/>
                <a:ea typeface="Malgun Gothic"/>
                <a:cs typeface="Malgun Gothic"/>
                <a:sym typeface="Malgun Gothic"/>
              </a:rPr>
              <a:t>삭제</a:t>
            </a:r>
            <a:endParaRPr b="0" sz="1283" u="none" strike="noStrike">
              <a:solidFill>
                <a:schemeClr val="lt1"/>
              </a:solidFill>
              <a:latin typeface="Malgun Gothic"/>
              <a:ea typeface="Malgun Gothic"/>
              <a:cs typeface="Malgun Gothic"/>
              <a:sym typeface="Malgun Gothic"/>
            </a:endParaRPr>
          </a:p>
        </p:txBody>
      </p:sp>
      <p:sp>
        <p:nvSpPr>
          <p:cNvPr id="470" name="Google Shape;470;p24"/>
          <p:cNvSpPr/>
          <p:nvPr/>
        </p:nvSpPr>
        <p:spPr>
          <a:xfrm>
            <a:off x="4948504" y="3401174"/>
            <a:ext cx="1365000" cy="143100"/>
          </a:xfrm>
          <a:prstGeom prst="rect">
            <a:avLst/>
          </a:prstGeom>
          <a:noFill/>
          <a:ln>
            <a:noFill/>
          </a:ln>
        </p:spPr>
        <p:txBody>
          <a:bodyPr anchorCtr="0" anchor="ctr" bIns="65200" lIns="65200" spcFirstLastPara="1" rIns="65200" wrap="square" tIns="65200">
            <a:noAutofit/>
          </a:bodyPr>
          <a:lstStyle/>
          <a:p>
            <a:pPr indent="0" lvl="0" marL="0" marR="0" rtl="0" algn="ctr">
              <a:lnSpc>
                <a:spcPct val="100000"/>
              </a:lnSpc>
              <a:spcBef>
                <a:spcPts val="0"/>
              </a:spcBef>
              <a:spcAft>
                <a:spcPts val="0"/>
              </a:spcAft>
              <a:buNone/>
            </a:pPr>
            <a:r>
              <a:rPr b="0" lang="ko-KR" sz="641" u="none" strike="noStrike">
                <a:solidFill>
                  <a:schemeClr val="dk1"/>
                </a:solidFill>
                <a:latin typeface="Malgun Gothic"/>
                <a:ea typeface="Malgun Gothic"/>
                <a:cs typeface="Malgun Gothic"/>
                <a:sym typeface="Malgun Gothic"/>
              </a:rPr>
              <a:t>최종 수정 날짜 |</a:t>
            </a:r>
            <a:endParaRPr b="0" sz="641" u="none" strike="noStrike">
              <a:solidFill>
                <a:srgbClr val="000000"/>
              </a:solidFill>
              <a:latin typeface="Malgun Gothic"/>
              <a:ea typeface="Malgun Gothic"/>
              <a:cs typeface="Malgun Gothic"/>
              <a:sym typeface="Malgun Gothic"/>
            </a:endParaRPr>
          </a:p>
        </p:txBody>
      </p:sp>
      <p:sp>
        <p:nvSpPr>
          <p:cNvPr id="471" name="Google Shape;471;p24"/>
          <p:cNvSpPr/>
          <p:nvPr/>
        </p:nvSpPr>
        <p:spPr>
          <a:xfrm>
            <a:off x="6117780" y="3401174"/>
            <a:ext cx="1467300" cy="143100"/>
          </a:xfrm>
          <a:prstGeom prst="rect">
            <a:avLst/>
          </a:prstGeom>
          <a:noFill/>
          <a:ln>
            <a:noFill/>
          </a:ln>
        </p:spPr>
        <p:txBody>
          <a:bodyPr anchorCtr="0" anchor="ctr" bIns="65200" lIns="65200" spcFirstLastPara="1" rIns="65200" wrap="square" tIns="65200">
            <a:noAutofit/>
          </a:bodyPr>
          <a:lstStyle/>
          <a:p>
            <a:pPr indent="0" lvl="0" marL="0" marR="0" rtl="0" algn="l">
              <a:lnSpc>
                <a:spcPct val="100000"/>
              </a:lnSpc>
              <a:spcBef>
                <a:spcPts val="0"/>
              </a:spcBef>
              <a:spcAft>
                <a:spcPts val="0"/>
              </a:spcAft>
              <a:buNone/>
            </a:pPr>
            <a:r>
              <a:rPr b="0" lang="ko-KR" sz="713" u="none" strike="noStrike">
                <a:solidFill>
                  <a:schemeClr val="dk1"/>
                </a:solidFill>
                <a:latin typeface="Malgun Gothic"/>
                <a:ea typeface="Malgun Gothic"/>
                <a:cs typeface="Malgun Gothic"/>
                <a:sym typeface="Malgun Gothic"/>
              </a:rPr>
              <a:t>2024-01-12 12:34:56</a:t>
            </a:r>
            <a:endParaRPr b="0" sz="713" u="none" strike="noStrike">
              <a:solidFill>
                <a:srgbClr val="000000"/>
              </a:solidFill>
              <a:latin typeface="Malgun Gothic"/>
              <a:ea typeface="Malgun Gothic"/>
              <a:cs typeface="Malgun Gothic"/>
              <a:sym typeface="Malgun Gothic"/>
            </a:endParaRPr>
          </a:p>
        </p:txBody>
      </p:sp>
      <p:sp>
        <p:nvSpPr>
          <p:cNvPr id="472" name="Google Shape;472;p24"/>
          <p:cNvSpPr/>
          <p:nvPr/>
        </p:nvSpPr>
        <p:spPr>
          <a:xfrm>
            <a:off x="2327939" y="2223075"/>
            <a:ext cx="4693800" cy="321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지원신청일자 : 2025-12-02  </a:t>
            </a:r>
            <a:endParaRPr>
              <a:latin typeface="Malgun Gothic"/>
              <a:ea typeface="Malgun Gothic"/>
              <a:cs typeface="Malgun Gothic"/>
              <a:sym typeface="Malgun Gothic"/>
            </a:endParaRPr>
          </a:p>
        </p:txBody>
      </p:sp>
      <p:sp>
        <p:nvSpPr>
          <p:cNvPr id="473" name="Google Shape;473;p24"/>
          <p:cNvSpPr/>
          <p:nvPr/>
        </p:nvSpPr>
        <p:spPr>
          <a:xfrm>
            <a:off x="4845180" y="2244581"/>
            <a:ext cx="744600" cy="275700"/>
          </a:xfrm>
          <a:prstGeom prst="rect">
            <a:avLst/>
          </a:prstGeom>
          <a:solidFill>
            <a:srgbClr val="729FCF"/>
          </a:solidFill>
          <a:ln cap="flat" cmpd="sng" w="6775">
            <a:solidFill>
              <a:srgbClr val="3465A4"/>
            </a:solidFill>
            <a:prstDash val="solid"/>
            <a:round/>
            <a:headEnd len="sm" w="sm" type="none"/>
            <a:tailEnd len="sm" w="sm" type="none"/>
          </a:ln>
        </p:spPr>
        <p:txBody>
          <a:bodyPr anchorCtr="0" anchor="ctr" bIns="32100" lIns="64200" spcFirstLastPara="1" rIns="64200" wrap="square" tIns="32100">
            <a:noAutofit/>
          </a:bodyPr>
          <a:lstStyle/>
          <a:p>
            <a:pPr indent="0" lvl="0" marL="0" marR="0" rtl="0" algn="ctr">
              <a:spcBef>
                <a:spcPts val="0"/>
              </a:spcBef>
              <a:spcAft>
                <a:spcPts val="0"/>
              </a:spcAft>
              <a:buNone/>
            </a:pPr>
            <a:r>
              <a:rPr lang="ko-KR" sz="1283">
                <a:solidFill>
                  <a:schemeClr val="lt1"/>
                </a:solidFill>
                <a:latin typeface="Malgun Gothic"/>
                <a:ea typeface="Malgun Gothic"/>
                <a:cs typeface="Malgun Gothic"/>
                <a:sym typeface="Malgun Gothic"/>
              </a:rPr>
              <a:t>보기</a:t>
            </a:r>
            <a:endParaRPr b="0" sz="1283" u="none" strike="noStrike">
              <a:solidFill>
                <a:schemeClr val="lt1"/>
              </a:solidFill>
              <a:latin typeface="Malgun Gothic"/>
              <a:ea typeface="Malgun Gothic"/>
              <a:cs typeface="Malgun Gothic"/>
              <a:sym typeface="Malgun Gothic"/>
            </a:endParaRPr>
          </a:p>
        </p:txBody>
      </p:sp>
      <p:sp>
        <p:nvSpPr>
          <p:cNvPr id="474" name="Google Shape;474;p24"/>
          <p:cNvSpPr/>
          <p:nvPr/>
        </p:nvSpPr>
        <p:spPr>
          <a:xfrm>
            <a:off x="5459569" y="2149563"/>
            <a:ext cx="329100" cy="2592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
        <p:nvSpPr>
          <p:cNvPr id="475" name="Google Shape;475;p24"/>
          <p:cNvSpPr/>
          <p:nvPr/>
        </p:nvSpPr>
        <p:spPr>
          <a:xfrm>
            <a:off x="519725" y="2544981"/>
            <a:ext cx="329100" cy="2592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3</a:t>
            </a:r>
            <a:endParaRPr>
              <a:latin typeface="Malgun Gothic"/>
              <a:ea typeface="Malgun Gothic"/>
              <a:cs typeface="Malgun Gothic"/>
              <a:sym typeface="Malgun Gothic"/>
            </a:endParaRPr>
          </a:p>
        </p:txBody>
      </p:sp>
      <p:sp>
        <p:nvSpPr>
          <p:cNvPr id="476" name="Google Shape;476;p24"/>
          <p:cNvSpPr/>
          <p:nvPr/>
        </p:nvSpPr>
        <p:spPr>
          <a:xfrm>
            <a:off x="611214" y="5997573"/>
            <a:ext cx="329100" cy="2592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4</a:t>
            </a:r>
            <a:endParaRPr>
              <a:latin typeface="Malgun Gothic"/>
              <a:ea typeface="Malgun Gothic"/>
              <a:cs typeface="Malgun Gothic"/>
              <a:sym typeface="Malgun Gothic"/>
            </a:endParaRPr>
          </a:p>
        </p:txBody>
      </p:sp>
      <p:sp>
        <p:nvSpPr>
          <p:cNvPr id="477" name="Google Shape;477;p24"/>
          <p:cNvSpPr/>
          <p:nvPr/>
        </p:nvSpPr>
        <p:spPr>
          <a:xfrm>
            <a:off x="5986282" y="2244581"/>
            <a:ext cx="744600" cy="275700"/>
          </a:xfrm>
          <a:prstGeom prst="rect">
            <a:avLst/>
          </a:prstGeom>
          <a:solidFill>
            <a:schemeClr val="accent6"/>
          </a:solidFill>
          <a:ln cap="flat" cmpd="sng" w="6775">
            <a:solidFill>
              <a:srgbClr val="3465A4"/>
            </a:solidFill>
            <a:prstDash val="solid"/>
            <a:round/>
            <a:headEnd len="sm" w="sm" type="none"/>
            <a:tailEnd len="sm" w="sm" type="none"/>
          </a:ln>
        </p:spPr>
        <p:txBody>
          <a:bodyPr anchorCtr="0" anchor="ctr" bIns="32100" lIns="64200" spcFirstLastPara="1" rIns="64200" wrap="square" tIns="32100">
            <a:noAutofit/>
          </a:bodyPr>
          <a:lstStyle/>
          <a:p>
            <a:pPr indent="0" lvl="0" marL="0" marR="0" rtl="0" algn="ctr">
              <a:spcBef>
                <a:spcPts val="0"/>
              </a:spcBef>
              <a:spcAft>
                <a:spcPts val="0"/>
              </a:spcAft>
              <a:buNone/>
            </a:pPr>
            <a:r>
              <a:rPr lang="ko-KR" sz="1283">
                <a:solidFill>
                  <a:schemeClr val="lt1"/>
                </a:solidFill>
                <a:latin typeface="Malgun Gothic"/>
                <a:ea typeface="Malgun Gothic"/>
                <a:cs typeface="Malgun Gothic"/>
                <a:sym typeface="Malgun Gothic"/>
              </a:rPr>
              <a:t>등록</a:t>
            </a:r>
            <a:endParaRPr b="0" sz="1283" u="none" strike="noStrike">
              <a:solidFill>
                <a:schemeClr val="lt1"/>
              </a:solidFill>
              <a:latin typeface="Malgun Gothic"/>
              <a:ea typeface="Malgun Gothic"/>
              <a:cs typeface="Malgun Gothic"/>
              <a:sym typeface="Malgun Gothic"/>
            </a:endParaRPr>
          </a:p>
        </p:txBody>
      </p:sp>
      <p:sp>
        <p:nvSpPr>
          <p:cNvPr id="478" name="Google Shape;478;p24"/>
          <p:cNvSpPr/>
          <p:nvPr/>
        </p:nvSpPr>
        <p:spPr>
          <a:xfrm>
            <a:off x="6620422" y="2149550"/>
            <a:ext cx="329100" cy="2592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5</a:t>
            </a:r>
            <a:endParaRPr>
              <a:latin typeface="Malgun Gothic"/>
              <a:ea typeface="Malgun Gothic"/>
              <a:cs typeface="Malgun Gothic"/>
              <a:sym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graphicFrame>
        <p:nvGraphicFramePr>
          <p:cNvPr id="484" name="Google Shape;484;p25"/>
          <p:cNvGraphicFramePr/>
          <p:nvPr/>
        </p:nvGraphicFramePr>
        <p:xfrm>
          <a:off x="53525" y="62809"/>
          <a:ext cx="3000000" cy="3000000"/>
        </p:xfrm>
        <a:graphic>
          <a:graphicData uri="http://schemas.openxmlformats.org/drawingml/2006/table">
            <a:tbl>
              <a:tblPr bandRow="1" firstRow="1">
                <a:noFill/>
                <a:tableStyleId>{B65F7648-8EA8-475F-848B-693FA6C1E1E0}</a:tableStyleId>
              </a:tblPr>
              <a:tblGrid>
                <a:gridCol w="908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view-012</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지원신청 - 첫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지원신청서를 작성하는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rPr lang="ko-KR" sz="1600"/>
                        <a:t>지원사유</a:t>
                      </a:r>
                      <a:endParaRPr sz="1600" u="none" cap="none" strike="noStrike"/>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지원사유대한 질문내용정보를 확인 할수있는 페이지</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‘예’ ,  ‘아니오’ 항목에서 골라서 선택 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긴급지원필요에 관한 질문내용을 확인할수있다.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중점지원필요에 관한 질문내용을 확인할수있다.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계획수립필요에 간한 질문내용을 확인할수있다.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구체적 사유를 입력할 수 있다.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485" name="Google Shape;485;p25"/>
          <p:cNvGraphicFramePr/>
          <p:nvPr/>
        </p:nvGraphicFramePr>
        <p:xfrm>
          <a:off x="131763" y="987050"/>
          <a:ext cx="3000000" cy="3000000"/>
        </p:xfrm>
        <a:graphic>
          <a:graphicData uri="http://schemas.openxmlformats.org/drawingml/2006/table">
            <a:tbl>
              <a:tblPr>
                <a:noFill/>
                <a:tableStyleId>{DABC0C2F-476B-403E-9239-0B67E1F473CF}</a:tableStyleId>
              </a:tblPr>
              <a:tblGrid>
                <a:gridCol w="382850"/>
                <a:gridCol w="1287800"/>
                <a:gridCol w="835325"/>
                <a:gridCol w="835325"/>
                <a:gridCol w="835325"/>
                <a:gridCol w="835325"/>
                <a:gridCol w="835325"/>
                <a:gridCol w="1610700"/>
                <a:gridCol w="432675"/>
                <a:gridCol w="462600"/>
              </a:tblGrid>
              <a:tr h="370975">
                <a:tc gridSpan="8">
                  <a:txBody>
                    <a:bodyPr/>
                    <a:lstStyle/>
                    <a:p>
                      <a:pPr indent="0" lvl="0" marL="0" rtl="0" algn="l">
                        <a:spcBef>
                          <a:spcPts val="0"/>
                        </a:spcBef>
                        <a:spcAft>
                          <a:spcPts val="0"/>
                        </a:spcAft>
                        <a:buNone/>
                      </a:pPr>
                      <a:r>
                        <a:rPr lang="ko-KR" sz="1300"/>
                        <a:t>긴급지원필요 </a:t>
                      </a:r>
                      <a:r>
                        <a:rPr lang="ko-KR" sz="900"/>
                        <a:t> </a:t>
                      </a:r>
                      <a:r>
                        <a:rPr lang="ko-KR" sz="900"/>
                        <a:t>즉시지원인식 및 서비스 필요</a:t>
                      </a:r>
                      <a:endParaRPr sz="1100"/>
                    </a:p>
                  </a:txBody>
                  <a:tcPr marT="91425" marB="91425" marR="91425" marL="91425"/>
                </a:tc>
                <a:tc hMerge="1"/>
                <a:tc hMerge="1"/>
                <a:tc hMerge="1"/>
                <a:tc hMerge="1"/>
                <a:tc hMerge="1"/>
                <a:tc hMerge="1"/>
                <a:tc hMerge="1"/>
                <a:tc>
                  <a:txBody>
                    <a:bodyPr/>
                    <a:lstStyle/>
                    <a:p>
                      <a:pPr indent="0" lvl="0" marL="0" rtl="0" algn="ctr">
                        <a:spcBef>
                          <a:spcPts val="0"/>
                        </a:spcBef>
                        <a:spcAft>
                          <a:spcPts val="0"/>
                        </a:spcAft>
                        <a:buNone/>
                      </a:pPr>
                      <a:r>
                        <a:rPr lang="ko-KR" sz="800"/>
                        <a:t>예</a:t>
                      </a:r>
                      <a:endParaRPr sz="800"/>
                    </a:p>
                  </a:txBody>
                  <a:tcPr marT="91425" marB="91425" marR="91425" marL="91425"/>
                </a:tc>
                <a:tc>
                  <a:txBody>
                    <a:bodyPr/>
                    <a:lstStyle/>
                    <a:p>
                      <a:pPr indent="0" lvl="0" marL="0" rtl="0" algn="ctr">
                        <a:spcBef>
                          <a:spcPts val="0"/>
                        </a:spcBef>
                        <a:spcAft>
                          <a:spcPts val="0"/>
                        </a:spcAft>
                        <a:buNone/>
                      </a:pPr>
                      <a:r>
                        <a:rPr lang="ko-KR" sz="700"/>
                        <a:t>아니오</a:t>
                      </a:r>
                      <a:endParaRPr sz="300"/>
                    </a:p>
                  </a:txBody>
                  <a:tcPr marT="91425" marB="91425" marR="91425" marL="91425"/>
                </a:tc>
              </a:tr>
              <a:tr h="447900">
                <a:tc>
                  <a:txBody>
                    <a:bodyPr/>
                    <a:lstStyle/>
                    <a:p>
                      <a:pPr indent="0" lvl="0" marL="0" rtl="0" algn="ctr">
                        <a:spcBef>
                          <a:spcPts val="0"/>
                        </a:spcBef>
                        <a:spcAft>
                          <a:spcPts val="0"/>
                        </a:spcAft>
                        <a:buNone/>
                      </a:pPr>
                      <a:r>
                        <a:rPr lang="ko-KR"/>
                        <a:t>1</a:t>
                      </a:r>
                      <a:endParaRPr/>
                    </a:p>
                  </a:txBody>
                  <a:tcPr marT="91425" marB="91425" marR="91425" marL="91425"/>
                </a:tc>
                <a:tc gridSpan="7">
                  <a:txBody>
                    <a:bodyPr/>
                    <a:lstStyle/>
                    <a:p>
                      <a:pPr indent="0" lvl="0" marL="0" rtl="0" algn="l">
                        <a:spcBef>
                          <a:spcPts val="0"/>
                        </a:spcBef>
                        <a:spcAft>
                          <a:spcPts val="0"/>
                        </a:spcAft>
                        <a:buNone/>
                      </a:pPr>
                      <a:r>
                        <a:rPr lang="ko-KR" sz="1000"/>
                        <a:t>가족(돌보는사람) 사망, 위기등 더이상 돌보는 사람이 없는 상태</a:t>
                      </a:r>
                      <a:endParaRPr sz="1000"/>
                    </a:p>
                  </a:txBody>
                  <a:tcPr marT="91425" marB="91425" marR="91425" marL="91425"/>
                </a:tc>
                <a:tc hMerge="1"/>
                <a:tc hMerge="1"/>
                <a:tc hMerge="1"/>
                <a:tc hMerge="1"/>
                <a:tc hMerge="1"/>
                <a:tc hMerge="1"/>
                <a:tc>
                  <a:txBody>
                    <a:bodyPr/>
                    <a:lstStyle/>
                    <a:p>
                      <a:pPr indent="0" lvl="0" marL="0" rtl="0" algn="l">
                        <a:spcBef>
                          <a:spcPts val="0"/>
                        </a:spcBef>
                        <a:spcAft>
                          <a:spcPts val="0"/>
                        </a:spcAft>
                        <a:buNone/>
                      </a:pPr>
                      <a:r>
                        <a:rPr lang="ko-KR"/>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444100">
                <a:tc>
                  <a:txBody>
                    <a:bodyPr/>
                    <a:lstStyle/>
                    <a:p>
                      <a:pPr indent="0" lvl="0" marL="0" rtl="0" algn="ctr">
                        <a:spcBef>
                          <a:spcPts val="0"/>
                        </a:spcBef>
                        <a:spcAft>
                          <a:spcPts val="0"/>
                        </a:spcAft>
                        <a:buNone/>
                      </a:pPr>
                      <a:r>
                        <a:rPr lang="ko-KR"/>
                        <a:t>2</a:t>
                      </a:r>
                      <a:endParaRPr/>
                    </a:p>
                  </a:txBody>
                  <a:tcPr marT="91425" marB="91425" marR="91425" marL="91425"/>
                </a:tc>
                <a:tc gridSpan="7">
                  <a:txBody>
                    <a:bodyPr/>
                    <a:lstStyle/>
                    <a:p>
                      <a:pPr indent="0" lvl="0" marL="0" rtl="0" algn="l">
                        <a:spcBef>
                          <a:spcPts val="0"/>
                        </a:spcBef>
                        <a:spcAft>
                          <a:spcPts val="0"/>
                        </a:spcAft>
                        <a:buNone/>
                      </a:pPr>
                      <a:r>
                        <a:rPr lang="ko-KR" sz="1000"/>
                        <a:t>즉각적인지원(행동,주간,거주,가정내 또는 기타)이 거주지원의 즉각적인 지원을 방지할수있음</a:t>
                      </a:r>
                      <a:endParaRPr sz="1000"/>
                    </a:p>
                  </a:txBody>
                  <a:tcPr marT="91425" marB="91425" marR="91425" marL="91425"/>
                </a:tc>
                <a:tc hMerge="1"/>
                <a:tc hMerge="1"/>
                <a:tc hMerge="1"/>
                <a:tc hMerge="1"/>
                <a:tc hMerge="1"/>
                <a:tc hMerge="1"/>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ko-KR"/>
                        <a:t>✅</a:t>
                      </a:r>
                      <a:endParaRPr/>
                    </a:p>
                  </a:txBody>
                  <a:tcPr marT="91425" marB="91425" marR="91425" marL="91425"/>
                </a:tc>
              </a:tr>
              <a:tr h="444100">
                <a:tc>
                  <a:txBody>
                    <a:bodyPr/>
                    <a:lstStyle/>
                    <a:p>
                      <a:pPr indent="0" lvl="0" marL="0" rtl="0" algn="ctr">
                        <a:spcBef>
                          <a:spcPts val="0"/>
                        </a:spcBef>
                        <a:spcAft>
                          <a:spcPts val="0"/>
                        </a:spcAft>
                        <a:buNone/>
                      </a:pPr>
                      <a:r>
                        <a:rPr lang="ko-KR"/>
                        <a:t>3</a:t>
                      </a:r>
                      <a:endParaRPr/>
                    </a:p>
                  </a:txBody>
                  <a:tcPr marT="91425" marB="91425" marR="91425" marL="91425"/>
                </a:tc>
                <a:tc gridSpan="7">
                  <a:txBody>
                    <a:bodyPr/>
                    <a:lstStyle/>
                    <a:p>
                      <a:pPr indent="0" lvl="0" marL="0" rtl="0" algn="l">
                        <a:spcBef>
                          <a:spcPts val="0"/>
                        </a:spcBef>
                        <a:spcAft>
                          <a:spcPts val="0"/>
                        </a:spcAft>
                        <a:buNone/>
                      </a:pPr>
                      <a:r>
                        <a:rPr lang="ko-KR" sz="1100"/>
                        <a:t>법안에 의해 구속되었거나 지원이 없으면 구금이될 위험이 있는경</a:t>
                      </a:r>
                      <a:endParaRPr sz="1100"/>
                    </a:p>
                  </a:txBody>
                  <a:tcPr marT="91425" marB="91425" marR="91425" marL="91425"/>
                </a:tc>
                <a:tc hMerge="1"/>
                <a:tc hMerge="1"/>
                <a:tc hMerge="1"/>
                <a:tc hMerge="1"/>
                <a:tc hMerge="1"/>
                <a:tc hMerge="1"/>
                <a:tc>
                  <a:txBody>
                    <a:bodyPr/>
                    <a:lstStyle/>
                    <a:p>
                      <a:pPr indent="0" lvl="0" marL="0" rtl="0" algn="l">
                        <a:spcBef>
                          <a:spcPts val="0"/>
                        </a:spcBef>
                        <a:spcAft>
                          <a:spcPts val="0"/>
                        </a:spcAft>
                        <a:buNone/>
                      </a:pPr>
                      <a:r>
                        <a:rPr lang="ko-KR"/>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486" name="Google Shape;486;p25"/>
          <p:cNvGraphicFramePr/>
          <p:nvPr/>
        </p:nvGraphicFramePr>
        <p:xfrm>
          <a:off x="131738" y="2776650"/>
          <a:ext cx="3000000" cy="3000000"/>
        </p:xfrm>
        <a:graphic>
          <a:graphicData uri="http://schemas.openxmlformats.org/drawingml/2006/table">
            <a:tbl>
              <a:tblPr>
                <a:noFill/>
                <a:tableStyleId>{DABC0C2F-476B-403E-9239-0B67E1F473CF}</a:tableStyleId>
              </a:tblPr>
              <a:tblGrid>
                <a:gridCol w="382950"/>
                <a:gridCol w="2003700"/>
                <a:gridCol w="1193325"/>
                <a:gridCol w="1193325"/>
                <a:gridCol w="2684775"/>
                <a:gridCol w="432675"/>
                <a:gridCol w="462525"/>
              </a:tblGrid>
              <a:tr h="366800">
                <a:tc gridSpan="5">
                  <a:txBody>
                    <a:bodyPr/>
                    <a:lstStyle/>
                    <a:p>
                      <a:pPr indent="0" lvl="0" marL="0" rtl="0" algn="l">
                        <a:spcBef>
                          <a:spcPts val="0"/>
                        </a:spcBef>
                        <a:spcAft>
                          <a:spcPts val="0"/>
                        </a:spcAft>
                        <a:buNone/>
                      </a:pPr>
                      <a:r>
                        <a:rPr lang="ko-KR"/>
                        <a:t>중점지원필요  </a:t>
                      </a:r>
                      <a:r>
                        <a:rPr lang="ko-KR" sz="1000"/>
                        <a:t>2년 이내에 지원 필요</a:t>
                      </a:r>
                      <a:endParaRPr sz="1000"/>
                    </a:p>
                  </a:txBody>
                  <a:tcPr marT="91425" marB="91425" marR="91425" marL="91425"/>
                </a:tc>
                <a:tc hMerge="1"/>
                <a:tc hMerge="1"/>
                <a:tc hMerge="1"/>
                <a:tc hMerge="1"/>
                <a:tc>
                  <a:txBody>
                    <a:bodyPr/>
                    <a:lstStyle/>
                    <a:p>
                      <a:pPr indent="0" lvl="0" marL="0" rtl="0" algn="ctr">
                        <a:spcBef>
                          <a:spcPts val="0"/>
                        </a:spcBef>
                        <a:spcAft>
                          <a:spcPts val="0"/>
                        </a:spcAft>
                        <a:buNone/>
                      </a:pPr>
                      <a:r>
                        <a:rPr lang="ko-KR" sz="1000"/>
                        <a:t>예</a:t>
                      </a:r>
                      <a:endParaRPr sz="1000"/>
                    </a:p>
                  </a:txBody>
                  <a:tcPr marT="91425" marB="91425" marR="91425" marL="91425"/>
                </a:tc>
                <a:tc>
                  <a:txBody>
                    <a:bodyPr/>
                    <a:lstStyle/>
                    <a:p>
                      <a:pPr indent="0" lvl="0" marL="0" rtl="0" algn="ctr">
                        <a:spcBef>
                          <a:spcPts val="0"/>
                        </a:spcBef>
                        <a:spcAft>
                          <a:spcPts val="0"/>
                        </a:spcAft>
                        <a:buNone/>
                      </a:pPr>
                      <a:r>
                        <a:rPr lang="ko-KR" sz="700"/>
                        <a:t>아니오</a:t>
                      </a:r>
                      <a:endParaRPr sz="700"/>
                    </a:p>
                  </a:txBody>
                  <a:tcPr marT="91425" marB="91425" marR="91425" marL="91425"/>
                </a:tc>
              </a:tr>
              <a:tr h="333900">
                <a:tc>
                  <a:txBody>
                    <a:bodyPr/>
                    <a:lstStyle/>
                    <a:p>
                      <a:pPr indent="0" lvl="0" marL="0" rtl="0" algn="l">
                        <a:spcBef>
                          <a:spcPts val="0"/>
                        </a:spcBef>
                        <a:spcAft>
                          <a:spcPts val="0"/>
                        </a:spcAft>
                        <a:buNone/>
                      </a:pPr>
                      <a:r>
                        <a:rPr lang="ko-KR"/>
                        <a:t>1</a:t>
                      </a:r>
                      <a:endParaRPr/>
                    </a:p>
                  </a:txBody>
                  <a:tcPr marT="91425" marB="91425" marR="91425" marL="91425"/>
                </a:tc>
                <a:tc gridSpan="4">
                  <a:txBody>
                    <a:bodyPr/>
                    <a:lstStyle/>
                    <a:p>
                      <a:pPr indent="0" lvl="0" marL="0" rtl="0" algn="l">
                        <a:spcBef>
                          <a:spcPts val="0"/>
                        </a:spcBef>
                        <a:spcAft>
                          <a:spcPts val="0"/>
                        </a:spcAft>
                        <a:buNone/>
                      </a:pPr>
                      <a:r>
                        <a:rPr lang="ko-KR" sz="1000"/>
                        <a:t>60세 이상 지원자가 있고, 향우 2년 이내에 지원이 필요함</a:t>
                      </a:r>
                      <a:endParaRPr sz="1000"/>
                    </a:p>
                  </a:txBody>
                  <a:tcPr marT="91425" marB="91425" marR="91425" marL="91425"/>
                </a:tc>
                <a:tc hMerge="1"/>
                <a:tc hMerge="1"/>
                <a:tc hMerge="1"/>
                <a:tc>
                  <a:txBody>
                    <a:bodyPr/>
                    <a:lstStyle/>
                    <a:p>
                      <a:pPr indent="0" lvl="0" marL="0" rtl="0" algn="l">
                        <a:spcBef>
                          <a:spcPts val="0"/>
                        </a:spcBef>
                        <a:spcAft>
                          <a:spcPts val="0"/>
                        </a:spcAft>
                        <a:buNone/>
                      </a:pPr>
                      <a:r>
                        <a:rPr lang="ko-KR"/>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33900">
                <a:tc>
                  <a:txBody>
                    <a:bodyPr/>
                    <a:lstStyle/>
                    <a:p>
                      <a:pPr indent="0" lvl="0" marL="0" rtl="0" algn="l">
                        <a:spcBef>
                          <a:spcPts val="0"/>
                        </a:spcBef>
                        <a:spcAft>
                          <a:spcPts val="0"/>
                        </a:spcAft>
                        <a:buNone/>
                      </a:pPr>
                      <a:r>
                        <a:rPr lang="ko-KR"/>
                        <a:t>2</a:t>
                      </a:r>
                      <a:endParaRPr/>
                    </a:p>
                  </a:txBody>
                  <a:tcPr marT="91425" marB="91425" marR="91425" marL="91425"/>
                </a:tc>
                <a:tc gridSpan="4">
                  <a:txBody>
                    <a:bodyPr/>
                    <a:lstStyle/>
                    <a:p>
                      <a:pPr indent="0" lvl="0" marL="0" rtl="0" algn="l">
                        <a:spcBef>
                          <a:spcPts val="0"/>
                        </a:spcBef>
                        <a:spcAft>
                          <a:spcPts val="0"/>
                        </a:spcAft>
                        <a:buNone/>
                      </a:pPr>
                      <a:r>
                        <a:rPr lang="ko-KR" sz="1000"/>
                        <a:t>질병을 앓고  있는 지원자가 있으며 향우 2년 이내에 계속 간병을 제공 할 수 없음</a:t>
                      </a:r>
                      <a:endParaRPr sz="1000"/>
                    </a:p>
                  </a:txBody>
                  <a:tcPr marT="91425" marB="91425" marR="91425" marL="91425"/>
                </a:tc>
                <a:tc hMerge="1"/>
                <a:tc hMerge="1"/>
                <a:tc hMerge="1"/>
                <a:tc>
                  <a:txBody>
                    <a:bodyPr/>
                    <a:lstStyle/>
                    <a:p>
                      <a:pPr indent="0" lvl="0" marL="0" rtl="0" algn="l">
                        <a:spcBef>
                          <a:spcPts val="0"/>
                        </a:spcBef>
                        <a:spcAft>
                          <a:spcPts val="0"/>
                        </a:spcAft>
                        <a:buNone/>
                      </a:pPr>
                      <a:r>
                        <a:rPr lang="ko-KR"/>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33900">
                <a:tc>
                  <a:txBody>
                    <a:bodyPr/>
                    <a:lstStyle/>
                    <a:p>
                      <a:pPr indent="0" lvl="0" marL="0" rtl="0" algn="l">
                        <a:spcBef>
                          <a:spcPts val="0"/>
                        </a:spcBef>
                        <a:spcAft>
                          <a:spcPts val="0"/>
                        </a:spcAft>
                        <a:buNone/>
                      </a:pPr>
                      <a:r>
                        <a:rPr lang="ko-KR"/>
                        <a:t>3</a:t>
                      </a:r>
                      <a:endParaRPr/>
                    </a:p>
                  </a:txBody>
                  <a:tcPr marT="91425" marB="91425" marR="91425" marL="91425"/>
                </a:tc>
                <a:tc gridSpan="4">
                  <a:txBody>
                    <a:bodyPr/>
                    <a:lstStyle/>
                    <a:p>
                      <a:pPr indent="0" lvl="0" marL="0" rtl="0" algn="l">
                        <a:spcBef>
                          <a:spcPts val="0"/>
                        </a:spcBef>
                        <a:spcAft>
                          <a:spcPts val="0"/>
                        </a:spcAft>
                        <a:buNone/>
                      </a:pPr>
                      <a:r>
                        <a:rPr lang="ko-KR" sz="1000"/>
                        <a:t>행동지원이 필요하거나 의료적 우려 또는 상태가 있어 향우 2년 이내에 주기 지원이 필요함</a:t>
                      </a:r>
                      <a:endParaRPr sz="1000"/>
                    </a:p>
                  </a:txBody>
                  <a:tcPr marT="91425" marB="91425" marR="91425" marL="91425"/>
                </a:tc>
                <a:tc hMerge="1"/>
                <a:tc hMerge="1"/>
                <a:tc hMerge="1"/>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ko-KR"/>
                        <a:t>✅</a:t>
                      </a:r>
                      <a:endParaRPr/>
                    </a:p>
                  </a:txBody>
                  <a:tcPr marT="91425" marB="91425" marR="91425" marL="91425"/>
                </a:tc>
              </a:tr>
            </a:tbl>
          </a:graphicData>
        </a:graphic>
      </p:graphicFrame>
      <p:graphicFrame>
        <p:nvGraphicFramePr>
          <p:cNvPr id="487" name="Google Shape;487;p25"/>
          <p:cNvGraphicFramePr/>
          <p:nvPr/>
        </p:nvGraphicFramePr>
        <p:xfrm>
          <a:off x="131913" y="4503975"/>
          <a:ext cx="3000000" cy="3000000"/>
        </p:xfrm>
        <a:graphic>
          <a:graphicData uri="http://schemas.openxmlformats.org/drawingml/2006/table">
            <a:tbl>
              <a:tblPr>
                <a:noFill/>
                <a:tableStyleId>{DABC0C2F-476B-403E-9239-0B67E1F473CF}</a:tableStyleId>
              </a:tblPr>
              <a:tblGrid>
                <a:gridCol w="382775"/>
                <a:gridCol w="2003875"/>
                <a:gridCol w="1193325"/>
                <a:gridCol w="1193325"/>
                <a:gridCol w="2684600"/>
                <a:gridCol w="432675"/>
                <a:gridCol w="462700"/>
              </a:tblGrid>
              <a:tr h="412225">
                <a:tc gridSpan="5">
                  <a:txBody>
                    <a:bodyPr/>
                    <a:lstStyle/>
                    <a:p>
                      <a:pPr indent="0" lvl="0" marL="0" rtl="0" algn="l">
                        <a:spcBef>
                          <a:spcPts val="0"/>
                        </a:spcBef>
                        <a:spcAft>
                          <a:spcPts val="0"/>
                        </a:spcAft>
                        <a:buNone/>
                      </a:pPr>
                      <a:r>
                        <a:rPr lang="ko-KR"/>
                        <a:t>계획수립필요 </a:t>
                      </a:r>
                      <a:r>
                        <a:rPr lang="ko-KR" sz="1000"/>
                        <a:t>지원이필요한 시점이 2년이상 5년 미만인경우</a:t>
                      </a:r>
                      <a:endParaRPr sz="1000"/>
                    </a:p>
                  </a:txBody>
                  <a:tcPr marT="91425" marB="91425" marR="91425" marL="91425"/>
                </a:tc>
                <a:tc hMerge="1"/>
                <a:tc hMerge="1"/>
                <a:tc hMerge="1"/>
                <a:tc hMerge="1"/>
                <a:tc>
                  <a:txBody>
                    <a:bodyPr/>
                    <a:lstStyle/>
                    <a:p>
                      <a:pPr indent="0" lvl="0" marL="0" rtl="0" algn="ctr">
                        <a:spcBef>
                          <a:spcPts val="0"/>
                        </a:spcBef>
                        <a:spcAft>
                          <a:spcPts val="0"/>
                        </a:spcAft>
                        <a:buNone/>
                      </a:pPr>
                      <a:r>
                        <a:rPr lang="ko-KR" sz="1000"/>
                        <a:t>예</a:t>
                      </a:r>
                      <a:endParaRPr sz="1000"/>
                    </a:p>
                  </a:txBody>
                  <a:tcPr marT="91425" marB="91425" marR="91425" marL="91425"/>
                </a:tc>
                <a:tc>
                  <a:txBody>
                    <a:bodyPr/>
                    <a:lstStyle/>
                    <a:p>
                      <a:pPr indent="0" lvl="0" marL="0" rtl="0" algn="ctr">
                        <a:spcBef>
                          <a:spcPts val="0"/>
                        </a:spcBef>
                        <a:spcAft>
                          <a:spcPts val="0"/>
                        </a:spcAft>
                        <a:buNone/>
                      </a:pPr>
                      <a:r>
                        <a:rPr lang="ko-KR" sz="700"/>
                        <a:t>아니오</a:t>
                      </a:r>
                      <a:endParaRPr sz="700"/>
                    </a:p>
                  </a:txBody>
                  <a:tcPr marT="91425" marB="91425" marR="91425" marL="91425"/>
                </a:tc>
              </a:tr>
              <a:tr h="375250">
                <a:tc>
                  <a:txBody>
                    <a:bodyPr/>
                    <a:lstStyle/>
                    <a:p>
                      <a:pPr indent="0" lvl="0" marL="0" rtl="0" algn="l">
                        <a:spcBef>
                          <a:spcPts val="0"/>
                        </a:spcBef>
                        <a:spcAft>
                          <a:spcPts val="0"/>
                        </a:spcAft>
                        <a:buNone/>
                      </a:pPr>
                      <a:r>
                        <a:rPr lang="ko-KR"/>
                        <a:t>1</a:t>
                      </a:r>
                      <a:endParaRPr/>
                    </a:p>
                  </a:txBody>
                  <a:tcPr marT="91425" marB="91425" marR="91425" marL="91425"/>
                </a:tc>
                <a:tc gridSpan="4">
                  <a:txBody>
                    <a:bodyPr/>
                    <a:lstStyle/>
                    <a:p>
                      <a:pPr indent="0" lvl="0" marL="0" rtl="0" algn="l">
                        <a:spcBef>
                          <a:spcPts val="0"/>
                        </a:spcBef>
                        <a:spcAft>
                          <a:spcPts val="0"/>
                        </a:spcAft>
                        <a:buNone/>
                      </a:pPr>
                      <a:r>
                        <a:rPr lang="ko-KR" sz="1000"/>
                        <a:t>가족/지원자가  현재 또는 곧 60세 이상이 되며 향우 2-5년 이내에 지원이 필요함</a:t>
                      </a:r>
                      <a:endParaRPr sz="1000"/>
                    </a:p>
                  </a:txBody>
                  <a:tcPr marT="91425" marB="91425" marR="91425" marL="91425"/>
                </a:tc>
                <a:tc hMerge="1"/>
                <a:tc hMerge="1"/>
                <a:tc hMerge="1"/>
                <a:tc>
                  <a:txBody>
                    <a:bodyPr/>
                    <a:lstStyle/>
                    <a:p>
                      <a:pPr indent="0" lvl="0" marL="0" rtl="0" algn="l">
                        <a:spcBef>
                          <a:spcPts val="0"/>
                        </a:spcBef>
                        <a:spcAft>
                          <a:spcPts val="0"/>
                        </a:spcAft>
                        <a:buNone/>
                      </a:pPr>
                      <a:r>
                        <a:rPr lang="ko-KR"/>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75250">
                <a:tc>
                  <a:txBody>
                    <a:bodyPr/>
                    <a:lstStyle/>
                    <a:p>
                      <a:pPr indent="0" lvl="0" marL="0" rtl="0" algn="l">
                        <a:spcBef>
                          <a:spcPts val="0"/>
                        </a:spcBef>
                        <a:spcAft>
                          <a:spcPts val="0"/>
                        </a:spcAft>
                        <a:buNone/>
                      </a:pPr>
                      <a:r>
                        <a:rPr lang="ko-KR"/>
                        <a:t>2</a:t>
                      </a:r>
                      <a:endParaRPr/>
                    </a:p>
                  </a:txBody>
                  <a:tcPr marT="91425" marB="91425" marR="91425" marL="91425"/>
                </a:tc>
                <a:tc gridSpan="4">
                  <a:txBody>
                    <a:bodyPr/>
                    <a:lstStyle/>
                    <a:p>
                      <a:pPr indent="0" lvl="0" marL="0" rtl="0" algn="l">
                        <a:spcBef>
                          <a:spcPts val="0"/>
                        </a:spcBef>
                        <a:spcAft>
                          <a:spcPts val="0"/>
                        </a:spcAft>
                        <a:buNone/>
                      </a:pPr>
                      <a:r>
                        <a:rPr lang="ko-KR" sz="1000"/>
                        <a:t>개인이 대규모 거주그룹에 살고 있으며 개인/가족이 이사를 원하거나 카운티/기관이 이사를 계획함</a:t>
                      </a:r>
                      <a:endParaRPr sz="1000"/>
                    </a:p>
                  </a:txBody>
                  <a:tcPr marT="91425" marB="91425" marR="91425" marL="91425"/>
                </a:tc>
                <a:tc hMerge="1"/>
                <a:tc hMerge="1"/>
                <a:tc hMerge="1"/>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1086575">
                <a:tc>
                  <a:txBody>
                    <a:bodyPr/>
                    <a:lstStyle/>
                    <a:p>
                      <a:pPr indent="0" lvl="0" marL="0" rtl="0" algn="l">
                        <a:spcBef>
                          <a:spcPts val="0"/>
                        </a:spcBef>
                        <a:spcAft>
                          <a:spcPts val="0"/>
                        </a:spcAft>
                        <a:buNone/>
                      </a:pPr>
                      <a:r>
                        <a:rPr lang="ko-KR"/>
                        <a:t>3</a:t>
                      </a:r>
                      <a:endParaRPr/>
                    </a:p>
                  </a:txBody>
                  <a:tcPr marT="91425" marB="91425" marR="91425" marL="91425"/>
                </a:tc>
                <a:tc gridSpan="4">
                  <a:txBody>
                    <a:bodyPr/>
                    <a:lstStyle/>
                    <a:p>
                      <a:pPr indent="0" lvl="0" marL="0" rtl="0" algn="l">
                        <a:spcBef>
                          <a:spcPts val="0"/>
                        </a:spcBef>
                        <a:spcAft>
                          <a:spcPts val="0"/>
                        </a:spcAft>
                        <a:buNone/>
                      </a:pPr>
                      <a:r>
                        <a:rPr lang="ko-KR" sz="1000"/>
                        <a:t>2년이상 후에 지원이 예상됨</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ko-KR" sz="1000"/>
                        <a:t>구체적사유 : </a:t>
                      </a:r>
                      <a:endParaRPr sz="1000"/>
                    </a:p>
                  </a:txBody>
                  <a:tcPr marT="91425" marB="91425" marR="91425" marL="91425"/>
                </a:tc>
                <a:tc hMerge="1"/>
                <a:tc hMerge="1"/>
                <a:tc hMerge="1"/>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488" name="Google Shape;488;p25"/>
          <p:cNvSpPr/>
          <p:nvPr/>
        </p:nvSpPr>
        <p:spPr>
          <a:xfrm>
            <a:off x="1315775" y="708050"/>
            <a:ext cx="348900" cy="279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489" name="Google Shape;489;p25"/>
          <p:cNvSpPr/>
          <p:nvPr/>
        </p:nvSpPr>
        <p:spPr>
          <a:xfrm>
            <a:off x="8233575" y="2382350"/>
            <a:ext cx="329100" cy="4086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
        <p:nvSpPr>
          <p:cNvPr id="490" name="Google Shape;490;p25"/>
          <p:cNvSpPr/>
          <p:nvPr/>
        </p:nvSpPr>
        <p:spPr>
          <a:xfrm>
            <a:off x="4196550" y="1465300"/>
            <a:ext cx="329100" cy="279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3</a:t>
            </a:r>
            <a:endParaRPr>
              <a:latin typeface="Malgun Gothic"/>
              <a:ea typeface="Malgun Gothic"/>
              <a:cs typeface="Malgun Gothic"/>
              <a:sym typeface="Malgun Gothic"/>
            </a:endParaRPr>
          </a:p>
        </p:txBody>
      </p:sp>
      <p:sp>
        <p:nvSpPr>
          <p:cNvPr id="491" name="Google Shape;491;p25"/>
          <p:cNvSpPr/>
          <p:nvPr/>
        </p:nvSpPr>
        <p:spPr>
          <a:xfrm>
            <a:off x="5063750" y="3349250"/>
            <a:ext cx="329100" cy="279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4</a:t>
            </a:r>
            <a:endParaRPr>
              <a:latin typeface="Malgun Gothic"/>
              <a:ea typeface="Malgun Gothic"/>
              <a:cs typeface="Malgun Gothic"/>
              <a:sym typeface="Malgun Gothic"/>
            </a:endParaRPr>
          </a:p>
        </p:txBody>
      </p:sp>
      <p:sp>
        <p:nvSpPr>
          <p:cNvPr id="492" name="Google Shape;492;p25"/>
          <p:cNvSpPr/>
          <p:nvPr/>
        </p:nvSpPr>
        <p:spPr>
          <a:xfrm>
            <a:off x="5422600" y="4804575"/>
            <a:ext cx="329100" cy="279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5</a:t>
            </a:r>
            <a:endParaRPr>
              <a:latin typeface="Malgun Gothic"/>
              <a:ea typeface="Malgun Gothic"/>
              <a:cs typeface="Malgun Gothic"/>
              <a:sym typeface="Malgun Gothic"/>
            </a:endParaRPr>
          </a:p>
        </p:txBody>
      </p:sp>
      <p:sp>
        <p:nvSpPr>
          <p:cNvPr id="493" name="Google Shape;493;p25"/>
          <p:cNvSpPr/>
          <p:nvPr/>
        </p:nvSpPr>
        <p:spPr>
          <a:xfrm>
            <a:off x="1624800" y="6309750"/>
            <a:ext cx="329100" cy="279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6</a:t>
            </a:r>
            <a:endParaRPr>
              <a:latin typeface="Malgun Gothic"/>
              <a:ea typeface="Malgun Gothic"/>
              <a:cs typeface="Malgun Gothic"/>
              <a:sym typeface="Malgu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graphicFrame>
        <p:nvGraphicFramePr>
          <p:cNvPr id="499" name="Google Shape;499;p26"/>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view-013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지원신청 - 마지막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지원신청서를 작성하는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rPr lang="ko-KR" sz="1300"/>
                        <a:t>🟢 </a:t>
                      </a:r>
                      <a:r>
                        <a:rPr lang="ko-KR" sz="1300"/>
                        <a:t>지원이 필요한 서비스</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rPr lang="ko-KR" sz="1300"/>
                        <a:t> 🟢이용중인 복지 서비스</a:t>
                      </a:r>
                      <a:endParaRPr sz="1300"/>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모든 내용을 입력 후, 저장을 누르면 조사지가 저장된다.대기단계가 ‘대기’ 일 경우, 지원자는 조사지의 선택항목을 변경하여 다시 저장 할 수 있다.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체크되지 않은 빈 항목이 있으면 경고로 안내한다.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500" name="Google Shape;500;p26"/>
          <p:cNvGraphicFramePr/>
          <p:nvPr/>
        </p:nvGraphicFramePr>
        <p:xfrm>
          <a:off x="151825" y="982425"/>
          <a:ext cx="3000000" cy="3000000"/>
        </p:xfrm>
        <a:graphic>
          <a:graphicData uri="http://schemas.openxmlformats.org/drawingml/2006/table">
            <a:tbl>
              <a:tblPr>
                <a:noFill/>
                <a:tableStyleId>{DABC0C2F-476B-403E-9239-0B67E1F473CF}</a:tableStyleId>
              </a:tblPr>
              <a:tblGrid>
                <a:gridCol w="382850"/>
                <a:gridCol w="6825800"/>
                <a:gridCol w="382850"/>
                <a:gridCol w="711800"/>
              </a:tblGrid>
              <a:tr h="269175">
                <a:tc gridSpan="2">
                  <a:txBody>
                    <a:bodyPr/>
                    <a:lstStyle/>
                    <a:p>
                      <a:pPr indent="0" lvl="0" marL="0" rtl="0" algn="l">
                        <a:spcBef>
                          <a:spcPts val="0"/>
                        </a:spcBef>
                        <a:spcAft>
                          <a:spcPts val="0"/>
                        </a:spcAft>
                        <a:buNone/>
                      </a:pPr>
                      <a:r>
                        <a:rPr b="1" lang="ko-KR"/>
                        <a:t>개인별 지원</a:t>
                      </a:r>
                      <a:r>
                        <a:rPr lang="ko-KR"/>
                        <a:t>                                                                                   </a:t>
                      </a:r>
                      <a:r>
                        <a:rPr lang="ko-KR" sz="1100" u="sng"/>
                        <a:t>처음요청일자 2205년 2월 22일</a:t>
                      </a:r>
                      <a:endParaRPr sz="1100" u="sng"/>
                    </a:p>
                  </a:txBody>
                  <a:tcPr marT="91425" marB="91425" marR="91425" marL="91425"/>
                </a:tc>
                <a:tc hMerge="1"/>
                <a:tc>
                  <a:txBody>
                    <a:bodyPr/>
                    <a:lstStyle/>
                    <a:p>
                      <a:pPr indent="0" lvl="0" marL="0" rtl="0" algn="l">
                        <a:spcBef>
                          <a:spcPts val="0"/>
                        </a:spcBef>
                        <a:spcAft>
                          <a:spcPts val="0"/>
                        </a:spcAft>
                        <a:buNone/>
                      </a:pPr>
                      <a:r>
                        <a:rPr lang="ko-KR"/>
                        <a:t>예</a:t>
                      </a:r>
                      <a:endParaRPr/>
                    </a:p>
                  </a:txBody>
                  <a:tcPr marT="91425" marB="91425" marR="91425" marL="91425"/>
                </a:tc>
                <a:tc>
                  <a:txBody>
                    <a:bodyPr/>
                    <a:lstStyle/>
                    <a:p>
                      <a:pPr indent="0" lvl="0" marL="0" rtl="0" algn="l">
                        <a:spcBef>
                          <a:spcPts val="0"/>
                        </a:spcBef>
                        <a:spcAft>
                          <a:spcPts val="0"/>
                        </a:spcAft>
                        <a:buNone/>
                      </a:pPr>
                      <a:r>
                        <a:rPr lang="ko-KR" sz="1300"/>
                        <a:t>아니오</a:t>
                      </a:r>
                      <a:endParaRPr sz="1300"/>
                    </a:p>
                  </a:txBody>
                  <a:tcPr marT="91425" marB="91425" marR="91425" marL="91425"/>
                </a:tc>
              </a:tr>
              <a:tr h="383475">
                <a:tc>
                  <a:txBody>
                    <a:bodyPr/>
                    <a:lstStyle/>
                    <a:p>
                      <a:pPr indent="0" lvl="0" marL="0" rtl="0" algn="l">
                        <a:spcBef>
                          <a:spcPts val="0"/>
                        </a:spcBef>
                        <a:spcAft>
                          <a:spcPts val="0"/>
                        </a:spcAft>
                        <a:buNone/>
                      </a:pPr>
                      <a:r>
                        <a:rPr lang="ko-KR"/>
                        <a:t>1</a:t>
                      </a:r>
                      <a:endParaRPr/>
                    </a:p>
                  </a:txBody>
                  <a:tcPr marT="91425" marB="91425" marR="91425" marL="91425"/>
                </a:tc>
                <a:tc>
                  <a:txBody>
                    <a:bodyPr/>
                    <a:lstStyle/>
                    <a:p>
                      <a:pPr indent="0" lvl="0" marL="0" rtl="0" algn="l">
                        <a:spcBef>
                          <a:spcPts val="0"/>
                        </a:spcBef>
                        <a:spcAft>
                          <a:spcPts val="0"/>
                        </a:spcAft>
                        <a:buNone/>
                      </a:pPr>
                      <a:r>
                        <a:rPr lang="ko-KR"/>
                        <a:t>지원자에게 휴식 지원하기 위해 개인이 밤새 지원이 필요함</a:t>
                      </a:r>
                      <a:endParaRPr/>
                    </a:p>
                  </a:txBody>
                  <a:tcPr marT="91425" marB="91425" marR="91425" marL="91425"/>
                </a:tc>
                <a:tc>
                  <a:txBody>
                    <a:bodyPr/>
                    <a:lstStyle/>
                    <a:p>
                      <a:pPr indent="0" lvl="0" marL="0" rtl="0" algn="l">
                        <a:spcBef>
                          <a:spcPts val="0"/>
                        </a:spcBef>
                        <a:spcAft>
                          <a:spcPts val="0"/>
                        </a:spcAft>
                        <a:buNone/>
                      </a:pPr>
                      <a:r>
                        <a:rPr lang="ko-KR"/>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3475">
                <a:tc>
                  <a:txBody>
                    <a:bodyPr/>
                    <a:lstStyle/>
                    <a:p>
                      <a:pPr indent="0" lvl="0" marL="0" rtl="0" algn="l">
                        <a:spcBef>
                          <a:spcPts val="0"/>
                        </a:spcBef>
                        <a:spcAft>
                          <a:spcPts val="0"/>
                        </a:spcAft>
                        <a:buNone/>
                      </a:pPr>
                      <a:r>
                        <a:rPr lang="ko-KR"/>
                        <a:t>2</a:t>
                      </a:r>
                      <a:endParaRPr/>
                    </a:p>
                  </a:txBody>
                  <a:tcPr marT="91425" marB="91425" marR="91425" marL="91425"/>
                </a:tc>
                <a:tc>
                  <a:txBody>
                    <a:bodyPr/>
                    <a:lstStyle/>
                    <a:p>
                      <a:pPr indent="0" lvl="0" marL="0" rtl="0" algn="l">
                        <a:spcBef>
                          <a:spcPts val="0"/>
                        </a:spcBef>
                        <a:spcAft>
                          <a:spcPts val="0"/>
                        </a:spcAft>
                        <a:buNone/>
                      </a:pPr>
                      <a:r>
                        <a:rPr lang="ko-KR"/>
                        <a:t>지원자에게 휴식 지원하기 위해 낮 시간에 지원이 필요함</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ko-KR"/>
                        <a:t> </a:t>
                      </a:r>
                      <a:r>
                        <a:rPr lang="ko-KR"/>
                        <a:t>✅</a:t>
                      </a:r>
                      <a:endParaRPr/>
                    </a:p>
                  </a:txBody>
                  <a:tcPr marT="91425" marB="91425" marR="91425" marL="91425"/>
                </a:tc>
              </a:tr>
              <a:tr h="383475">
                <a:tc>
                  <a:txBody>
                    <a:bodyPr/>
                    <a:lstStyle/>
                    <a:p>
                      <a:pPr indent="0" lvl="0" marL="0" rtl="0" algn="l">
                        <a:spcBef>
                          <a:spcPts val="0"/>
                        </a:spcBef>
                        <a:spcAft>
                          <a:spcPts val="0"/>
                        </a:spcAft>
                        <a:buNone/>
                      </a:pPr>
                      <a:r>
                        <a:rPr lang="ko-KR"/>
                        <a:t>3</a:t>
                      </a:r>
                      <a:endParaRPr/>
                    </a:p>
                  </a:txBody>
                  <a:tcPr marT="91425" marB="91425" marR="91425" marL="91425"/>
                </a:tc>
                <a:tc>
                  <a:txBody>
                    <a:bodyPr/>
                    <a:lstStyle/>
                    <a:p>
                      <a:pPr indent="0" lvl="0" marL="0" rtl="0" algn="l">
                        <a:spcBef>
                          <a:spcPts val="0"/>
                        </a:spcBef>
                        <a:spcAft>
                          <a:spcPts val="0"/>
                        </a:spcAft>
                        <a:buNone/>
                      </a:pPr>
                      <a:r>
                        <a:rPr lang="ko-KR"/>
                        <a:t>행동 지원 또는 서비스가 필요함</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ko-KR"/>
                        <a:t> </a:t>
                      </a:r>
                      <a:r>
                        <a:rPr lang="ko-KR"/>
                        <a:t>✅</a:t>
                      </a:r>
                      <a:endParaRPr/>
                    </a:p>
                  </a:txBody>
                  <a:tcPr marT="91425" marB="91425" marR="91425" marL="91425"/>
                </a:tc>
              </a:tr>
            </a:tbl>
          </a:graphicData>
        </a:graphic>
      </p:graphicFrame>
      <p:graphicFrame>
        <p:nvGraphicFramePr>
          <p:cNvPr id="501" name="Google Shape;501;p26"/>
          <p:cNvGraphicFramePr/>
          <p:nvPr/>
        </p:nvGraphicFramePr>
        <p:xfrm>
          <a:off x="151825" y="3012738"/>
          <a:ext cx="3000000" cy="3000000"/>
        </p:xfrm>
        <a:graphic>
          <a:graphicData uri="http://schemas.openxmlformats.org/drawingml/2006/table">
            <a:tbl>
              <a:tblPr>
                <a:noFill/>
                <a:tableStyleId>{DABC0C2F-476B-403E-9239-0B67E1F473CF}</a:tableStyleId>
              </a:tblPr>
              <a:tblGrid>
                <a:gridCol w="382850"/>
                <a:gridCol w="6825800"/>
                <a:gridCol w="432700"/>
                <a:gridCol w="661950"/>
              </a:tblGrid>
              <a:tr h="320775">
                <a:tc gridSpan="2">
                  <a:txBody>
                    <a:bodyPr/>
                    <a:lstStyle/>
                    <a:p>
                      <a:pPr indent="0" lvl="0" marL="0" rtl="0" algn="l">
                        <a:spcBef>
                          <a:spcPts val="0"/>
                        </a:spcBef>
                        <a:spcAft>
                          <a:spcPts val="0"/>
                        </a:spcAft>
                        <a:buNone/>
                      </a:pPr>
                      <a:r>
                        <a:rPr lang="ko-KR"/>
                        <a:t>생활 안정  </a:t>
                      </a:r>
                      <a:endParaRPr/>
                    </a:p>
                  </a:txBody>
                  <a:tcPr marT="91425" marB="91425" marR="91425" marL="91425"/>
                </a:tc>
                <a:tc hMerge="1"/>
                <a:tc>
                  <a:txBody>
                    <a:bodyPr/>
                    <a:lstStyle/>
                    <a:p>
                      <a:pPr indent="0" lvl="0" marL="0" rtl="0" algn="l">
                        <a:spcBef>
                          <a:spcPts val="0"/>
                        </a:spcBef>
                        <a:spcAft>
                          <a:spcPts val="0"/>
                        </a:spcAft>
                        <a:buNone/>
                      </a:pPr>
                      <a:r>
                        <a:rPr lang="ko-KR" sz="1300"/>
                        <a:t>예</a:t>
                      </a:r>
                      <a:endParaRPr sz="1300"/>
                    </a:p>
                  </a:txBody>
                  <a:tcPr marT="91425" marB="91425" marR="91425" marL="91425"/>
                </a:tc>
                <a:tc>
                  <a:txBody>
                    <a:bodyPr/>
                    <a:lstStyle/>
                    <a:p>
                      <a:pPr indent="0" lvl="0" marL="0" rtl="0" algn="ctr">
                        <a:spcBef>
                          <a:spcPts val="0"/>
                        </a:spcBef>
                        <a:spcAft>
                          <a:spcPts val="0"/>
                        </a:spcAft>
                        <a:buNone/>
                      </a:pPr>
                      <a:r>
                        <a:rPr lang="ko-KR" sz="1300"/>
                        <a:t>아니오</a:t>
                      </a:r>
                      <a:endParaRPr sz="1300"/>
                    </a:p>
                  </a:txBody>
                  <a:tcPr marT="91425" marB="91425" marR="91425" marL="91425"/>
                </a:tc>
              </a:tr>
              <a:tr h="383475">
                <a:tc>
                  <a:txBody>
                    <a:bodyPr/>
                    <a:lstStyle/>
                    <a:p>
                      <a:pPr indent="0" lvl="0" marL="0" rtl="0" algn="l">
                        <a:spcBef>
                          <a:spcPts val="0"/>
                        </a:spcBef>
                        <a:spcAft>
                          <a:spcPts val="0"/>
                        </a:spcAft>
                        <a:buNone/>
                      </a:pPr>
                      <a:r>
                        <a:rPr lang="ko-KR"/>
                        <a:t>1</a:t>
                      </a:r>
                      <a:endParaRPr/>
                    </a:p>
                  </a:txBody>
                  <a:tcPr marT="91425" marB="91425" marR="91425" marL="91425"/>
                </a:tc>
                <a:tc>
                  <a:txBody>
                    <a:bodyPr/>
                    <a:lstStyle/>
                    <a:p>
                      <a:pPr indent="0" lvl="0" marL="0" rtl="0" algn="l">
                        <a:spcBef>
                          <a:spcPts val="0"/>
                        </a:spcBef>
                        <a:spcAft>
                          <a:spcPts val="0"/>
                        </a:spcAft>
                        <a:buNone/>
                      </a:pPr>
                      <a:r>
                        <a:rPr lang="ko-KR"/>
                        <a:t>긴급복지 생계지원</a:t>
                      </a:r>
                      <a:endParaRPr/>
                    </a:p>
                  </a:txBody>
                  <a:tcPr marT="91425" marB="91425" marR="91425" marL="91425"/>
                </a:tc>
                <a:tc>
                  <a:txBody>
                    <a:bodyPr/>
                    <a:lstStyle/>
                    <a:p>
                      <a:pPr indent="0" lvl="0" marL="0" rtl="0" algn="l">
                        <a:spcBef>
                          <a:spcPts val="0"/>
                        </a:spcBef>
                        <a:spcAft>
                          <a:spcPts val="0"/>
                        </a:spcAft>
                        <a:buNone/>
                      </a:pPr>
                      <a:r>
                        <a:rPr lang="ko-KR"/>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3475">
                <a:tc>
                  <a:txBody>
                    <a:bodyPr/>
                    <a:lstStyle/>
                    <a:p>
                      <a:pPr indent="0" lvl="0" marL="0" rtl="0" algn="l">
                        <a:spcBef>
                          <a:spcPts val="0"/>
                        </a:spcBef>
                        <a:spcAft>
                          <a:spcPts val="0"/>
                        </a:spcAft>
                        <a:buNone/>
                      </a:pPr>
                      <a:r>
                        <a:rPr lang="ko-KR"/>
                        <a:t>2</a:t>
                      </a:r>
                      <a:endParaRPr/>
                    </a:p>
                  </a:txBody>
                  <a:tcPr marT="91425" marB="91425" marR="91425" marL="91425"/>
                </a:tc>
                <a:tc>
                  <a:txBody>
                    <a:bodyPr/>
                    <a:lstStyle/>
                    <a:p>
                      <a:pPr indent="0" lvl="0" marL="0" rtl="0" algn="l">
                        <a:spcBef>
                          <a:spcPts val="0"/>
                        </a:spcBef>
                        <a:spcAft>
                          <a:spcPts val="0"/>
                        </a:spcAft>
                        <a:buNone/>
                      </a:pPr>
                      <a:r>
                        <a:rPr lang="ko-KR"/>
                        <a:t>장애 아동 수당</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ko-KR"/>
                        <a:t>✅</a:t>
                      </a:r>
                      <a:endParaRPr/>
                    </a:p>
                  </a:txBody>
                  <a:tcPr marT="91425" marB="91425" marR="91425" marL="91425"/>
                </a:tc>
              </a:tr>
              <a:tr h="100000">
                <a:tc>
                  <a:txBody>
                    <a:bodyPr/>
                    <a:lstStyle/>
                    <a:p>
                      <a:pPr indent="0" lvl="0" marL="0" rtl="0" algn="l">
                        <a:spcBef>
                          <a:spcPts val="0"/>
                        </a:spcBef>
                        <a:spcAft>
                          <a:spcPts val="0"/>
                        </a:spcAft>
                        <a:buNone/>
                      </a:pPr>
                      <a:r>
                        <a:rPr lang="ko-KR"/>
                        <a:t>3</a:t>
                      </a:r>
                      <a:endParaRPr/>
                    </a:p>
                  </a:txBody>
                  <a:tcPr marT="91425" marB="91425" marR="91425" marL="91425"/>
                </a:tc>
                <a:tc>
                  <a:txBody>
                    <a:bodyPr/>
                    <a:lstStyle/>
                    <a:p>
                      <a:pPr indent="0" lvl="0" marL="0" rtl="0" algn="l">
                        <a:spcBef>
                          <a:spcPts val="0"/>
                        </a:spcBef>
                        <a:spcAft>
                          <a:spcPts val="0"/>
                        </a:spcAft>
                        <a:buNone/>
                      </a:pPr>
                      <a:r>
                        <a:rPr lang="ko-KR"/>
                        <a:t>장애인 의료비 지원</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ko-KR"/>
                        <a:t>✅</a:t>
                      </a:r>
                      <a:endParaRPr/>
                    </a:p>
                  </a:txBody>
                  <a:tcPr marT="91425" marB="91425" marR="91425" marL="91425"/>
                </a:tc>
              </a:tr>
            </a:tbl>
          </a:graphicData>
        </a:graphic>
      </p:graphicFrame>
      <p:graphicFrame>
        <p:nvGraphicFramePr>
          <p:cNvPr id="502" name="Google Shape;502;p26"/>
          <p:cNvGraphicFramePr/>
          <p:nvPr/>
        </p:nvGraphicFramePr>
        <p:xfrm>
          <a:off x="151825" y="4768950"/>
          <a:ext cx="3000000" cy="3000000"/>
        </p:xfrm>
        <a:graphic>
          <a:graphicData uri="http://schemas.openxmlformats.org/drawingml/2006/table">
            <a:tbl>
              <a:tblPr>
                <a:noFill/>
                <a:tableStyleId>{DABC0C2F-476B-403E-9239-0B67E1F473CF}</a:tableStyleId>
              </a:tblPr>
              <a:tblGrid>
                <a:gridCol w="382850"/>
                <a:gridCol w="6717500"/>
                <a:gridCol w="432700"/>
                <a:gridCol w="770250"/>
              </a:tblGrid>
              <a:tr h="398775">
                <a:tc gridSpan="2">
                  <a:txBody>
                    <a:bodyPr/>
                    <a:lstStyle/>
                    <a:p>
                      <a:pPr indent="0" lvl="0" marL="0" rtl="0" algn="l">
                        <a:spcBef>
                          <a:spcPts val="0"/>
                        </a:spcBef>
                        <a:spcAft>
                          <a:spcPts val="0"/>
                        </a:spcAft>
                        <a:buNone/>
                      </a:pPr>
                      <a:r>
                        <a:rPr lang="ko-KR"/>
                        <a:t>고용</a:t>
                      </a:r>
                      <a:endParaRPr/>
                    </a:p>
                  </a:txBody>
                  <a:tcPr marT="91425" marB="91425" marR="91425" marL="91425"/>
                </a:tc>
                <a:tc hMerge="1"/>
                <a:tc>
                  <a:txBody>
                    <a:bodyPr/>
                    <a:lstStyle/>
                    <a:p>
                      <a:pPr indent="0" lvl="0" marL="0" rtl="0" algn="l">
                        <a:spcBef>
                          <a:spcPts val="0"/>
                        </a:spcBef>
                        <a:spcAft>
                          <a:spcPts val="0"/>
                        </a:spcAft>
                        <a:buNone/>
                      </a:pPr>
                      <a:r>
                        <a:rPr lang="ko-KR"/>
                        <a:t>예</a:t>
                      </a:r>
                      <a:endParaRPr/>
                    </a:p>
                  </a:txBody>
                  <a:tcPr marT="91425" marB="91425" marR="91425" marL="91425"/>
                </a:tc>
                <a:tc>
                  <a:txBody>
                    <a:bodyPr/>
                    <a:lstStyle/>
                    <a:p>
                      <a:pPr indent="0" lvl="0" marL="0" rtl="0" algn="ctr">
                        <a:spcBef>
                          <a:spcPts val="0"/>
                        </a:spcBef>
                        <a:spcAft>
                          <a:spcPts val="0"/>
                        </a:spcAft>
                        <a:buNone/>
                      </a:pPr>
                      <a:r>
                        <a:rPr lang="ko-KR"/>
                        <a:t>아니오</a:t>
                      </a:r>
                      <a:endParaRPr/>
                    </a:p>
                  </a:txBody>
                  <a:tcPr marT="91425" marB="91425" marR="91425" marL="91425"/>
                </a:tc>
              </a:tr>
              <a:tr h="383475">
                <a:tc>
                  <a:txBody>
                    <a:bodyPr/>
                    <a:lstStyle/>
                    <a:p>
                      <a:pPr indent="0" lvl="0" marL="0" rtl="0" algn="l">
                        <a:spcBef>
                          <a:spcPts val="0"/>
                        </a:spcBef>
                        <a:spcAft>
                          <a:spcPts val="0"/>
                        </a:spcAft>
                        <a:buNone/>
                      </a:pPr>
                      <a:r>
                        <a:rPr lang="ko-KR"/>
                        <a:t>1</a:t>
                      </a:r>
                      <a:endParaRPr/>
                    </a:p>
                  </a:txBody>
                  <a:tcPr marT="91425" marB="91425" marR="91425" marL="91425"/>
                </a:tc>
                <a:tc>
                  <a:txBody>
                    <a:bodyPr/>
                    <a:lstStyle/>
                    <a:p>
                      <a:pPr indent="0" lvl="0" marL="0" rtl="0" algn="l">
                        <a:spcBef>
                          <a:spcPts val="0"/>
                        </a:spcBef>
                        <a:spcAft>
                          <a:spcPts val="0"/>
                        </a:spcAft>
                        <a:buNone/>
                      </a:pPr>
                      <a:r>
                        <a:rPr lang="ko-KR"/>
                        <a:t>에너지 바우처</a:t>
                      </a:r>
                      <a:endParaRPr/>
                    </a:p>
                  </a:txBody>
                  <a:tcPr marT="91425" marB="91425" marR="91425" marL="91425"/>
                </a:tc>
                <a:tc>
                  <a:txBody>
                    <a:bodyPr/>
                    <a:lstStyle/>
                    <a:p>
                      <a:pPr indent="0" lvl="0" marL="0" rtl="0" algn="l">
                        <a:spcBef>
                          <a:spcPts val="0"/>
                        </a:spcBef>
                        <a:spcAft>
                          <a:spcPts val="0"/>
                        </a:spcAft>
                        <a:buNone/>
                      </a:pPr>
                      <a:r>
                        <a:rPr lang="ko-KR"/>
                        <a:t>✅</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3475">
                <a:tc>
                  <a:txBody>
                    <a:bodyPr/>
                    <a:lstStyle/>
                    <a:p>
                      <a:pPr indent="0" lvl="0" marL="0" rtl="0" algn="l">
                        <a:spcBef>
                          <a:spcPts val="0"/>
                        </a:spcBef>
                        <a:spcAft>
                          <a:spcPts val="0"/>
                        </a:spcAft>
                        <a:buNone/>
                      </a:pPr>
                      <a:r>
                        <a:rPr lang="ko-KR"/>
                        <a:t>2</a:t>
                      </a:r>
                      <a:endParaRPr/>
                    </a:p>
                  </a:txBody>
                  <a:tcPr marT="91425" marB="91425" marR="91425" marL="91425"/>
                </a:tc>
                <a:tc>
                  <a:txBody>
                    <a:bodyPr/>
                    <a:lstStyle/>
                    <a:p>
                      <a:pPr indent="0" lvl="0" marL="0" rtl="0" algn="l">
                        <a:spcBef>
                          <a:spcPts val="0"/>
                        </a:spcBef>
                        <a:spcAft>
                          <a:spcPts val="0"/>
                        </a:spcAft>
                        <a:buNone/>
                      </a:pPr>
                      <a:r>
                        <a:rPr lang="ko-KR"/>
                        <a:t>장애아동수당</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ko-KR"/>
                        <a:t>✅</a:t>
                      </a:r>
                      <a:endParaRPr/>
                    </a:p>
                  </a:txBody>
                  <a:tcPr marT="91425" marB="91425" marR="91425" marL="91425"/>
                </a:tc>
              </a:tr>
            </a:tbl>
          </a:graphicData>
        </a:graphic>
      </p:graphicFrame>
      <p:sp>
        <p:nvSpPr>
          <p:cNvPr id="503" name="Google Shape;503;p26"/>
          <p:cNvSpPr/>
          <p:nvPr/>
        </p:nvSpPr>
        <p:spPr>
          <a:xfrm>
            <a:off x="6789250" y="6131525"/>
            <a:ext cx="1594800" cy="5772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lgun Gothic"/>
              <a:ea typeface="Malgun Gothic"/>
              <a:cs typeface="Malgun Gothic"/>
              <a:sym typeface="Malgun Gothic"/>
            </a:endParaRPr>
          </a:p>
        </p:txBody>
      </p:sp>
      <p:sp>
        <p:nvSpPr>
          <p:cNvPr id="504" name="Google Shape;504;p26"/>
          <p:cNvSpPr txBox="1"/>
          <p:nvPr/>
        </p:nvSpPr>
        <p:spPr>
          <a:xfrm>
            <a:off x="6908875" y="6131525"/>
            <a:ext cx="1385700" cy="46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2800">
                <a:solidFill>
                  <a:schemeClr val="lt1"/>
                </a:solidFill>
                <a:latin typeface="Malgun Gothic"/>
                <a:ea typeface="Malgun Gothic"/>
                <a:cs typeface="Malgun Gothic"/>
                <a:sym typeface="Malgun Gothic"/>
              </a:rPr>
              <a:t>저장</a:t>
            </a:r>
            <a:endParaRPr sz="2800">
              <a:solidFill>
                <a:schemeClr val="lt1"/>
              </a:solidFill>
              <a:latin typeface="Malgun Gothic"/>
              <a:ea typeface="Malgun Gothic"/>
              <a:cs typeface="Malgun Gothic"/>
              <a:sym typeface="Malgun Gothic"/>
            </a:endParaRPr>
          </a:p>
        </p:txBody>
      </p:sp>
      <p:sp>
        <p:nvSpPr>
          <p:cNvPr id="505" name="Google Shape;505;p26"/>
          <p:cNvSpPr/>
          <p:nvPr/>
        </p:nvSpPr>
        <p:spPr>
          <a:xfrm>
            <a:off x="6469125" y="6131525"/>
            <a:ext cx="388800" cy="2991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506" name="Google Shape;506;p26"/>
          <p:cNvSpPr/>
          <p:nvPr/>
        </p:nvSpPr>
        <p:spPr>
          <a:xfrm>
            <a:off x="3248750" y="2676325"/>
            <a:ext cx="2582100" cy="2662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507" name="Google Shape;507;p26"/>
          <p:cNvSpPr txBox="1"/>
          <p:nvPr/>
        </p:nvSpPr>
        <p:spPr>
          <a:xfrm>
            <a:off x="3552800" y="3015900"/>
            <a:ext cx="1974000" cy="82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a:solidFill>
                  <a:srgbClr val="FF0000"/>
                </a:solidFill>
                <a:latin typeface="Malgun Gothic"/>
                <a:ea typeface="Malgun Gothic"/>
                <a:cs typeface="Malgun Gothic"/>
                <a:sym typeface="Malgun Gothic"/>
              </a:rPr>
              <a:t>작성되지 않은 항목이 있습니다. </a:t>
            </a:r>
            <a:endParaRPr b="1">
              <a:solidFill>
                <a:srgbClr val="FF0000"/>
              </a:solidFill>
              <a:latin typeface="Malgun Gothic"/>
              <a:ea typeface="Malgun Gothic"/>
              <a:cs typeface="Malgun Gothic"/>
              <a:sym typeface="Malgun Gothic"/>
            </a:endParaRPr>
          </a:p>
          <a:p>
            <a:pPr indent="0" lvl="0" marL="0" rtl="0" algn="ctr">
              <a:spcBef>
                <a:spcPts val="0"/>
              </a:spcBef>
              <a:spcAft>
                <a:spcPts val="0"/>
              </a:spcAft>
              <a:buNone/>
            </a:pPr>
            <a:r>
              <a:t/>
            </a:r>
            <a:endParaRPr b="1">
              <a:solidFill>
                <a:srgbClr val="FF0000"/>
              </a:solidFill>
              <a:latin typeface="Malgun Gothic"/>
              <a:ea typeface="Malgun Gothic"/>
              <a:cs typeface="Malgun Gothic"/>
              <a:sym typeface="Malgun Gothic"/>
            </a:endParaRPr>
          </a:p>
          <a:p>
            <a:pPr indent="0" lvl="0" marL="0" rtl="0" algn="ctr">
              <a:spcBef>
                <a:spcPts val="0"/>
              </a:spcBef>
              <a:spcAft>
                <a:spcPts val="0"/>
              </a:spcAft>
              <a:buNone/>
            </a:pPr>
            <a:r>
              <a:rPr b="1" lang="ko-KR">
                <a:solidFill>
                  <a:srgbClr val="FF0000"/>
                </a:solidFill>
                <a:latin typeface="Malgun Gothic"/>
                <a:ea typeface="Malgun Gothic"/>
                <a:cs typeface="Malgun Gothic"/>
                <a:sym typeface="Malgun Gothic"/>
              </a:rPr>
              <a:t>모든 항목에 답변해 주세요.</a:t>
            </a:r>
            <a:endParaRPr b="1" sz="1300">
              <a:solidFill>
                <a:srgbClr val="FF0000"/>
              </a:solidFill>
              <a:latin typeface="Malgun Gothic"/>
              <a:ea typeface="Malgun Gothic"/>
              <a:cs typeface="Malgun Gothic"/>
              <a:sym typeface="Malgun Gothic"/>
            </a:endParaRPr>
          </a:p>
        </p:txBody>
      </p:sp>
      <p:sp>
        <p:nvSpPr>
          <p:cNvPr id="508" name="Google Shape;508;p26"/>
          <p:cNvSpPr/>
          <p:nvPr/>
        </p:nvSpPr>
        <p:spPr>
          <a:xfrm>
            <a:off x="3742400" y="4290775"/>
            <a:ext cx="1594800" cy="5772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돌아가기</a:t>
            </a:r>
            <a:endParaRPr>
              <a:solidFill>
                <a:schemeClr val="lt1"/>
              </a:solidFill>
              <a:latin typeface="Malgun Gothic"/>
              <a:ea typeface="Malgun Gothic"/>
              <a:cs typeface="Malgun Gothic"/>
              <a:sym typeface="Malgun Gothic"/>
            </a:endParaRPr>
          </a:p>
        </p:txBody>
      </p:sp>
      <p:sp>
        <p:nvSpPr>
          <p:cNvPr id="509" name="Google Shape;509;p26"/>
          <p:cNvSpPr/>
          <p:nvPr/>
        </p:nvSpPr>
        <p:spPr>
          <a:xfrm>
            <a:off x="3164000" y="2640438"/>
            <a:ext cx="388800" cy="2991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516" name="Google Shape;516;p2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graphicFrame>
        <p:nvGraphicFramePr>
          <p:cNvPr id="517" name="Google Shape;517;p27"/>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view-014</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지원신청</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지원신청서페이지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기관담당자,관리자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rPr lang="ko-KR" sz="1300"/>
                        <a:t>🟢 지원이 필요한 서비스</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rPr lang="ko-KR" sz="1300"/>
                        <a:t> 🟢이용중인 복지 서비스</a:t>
                      </a:r>
                      <a:endParaRPr sz="1300"/>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지원이 필요한 서비스 종류를 선택 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이용중인 복지 서비스 종류를 선택 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고용 서비스 종류를 선택한다.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내용을 수정 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지원신청서를 반려한다.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rtl="0" algn="l">
                        <a:spcBef>
                          <a:spcPts val="0"/>
                        </a:spcBef>
                        <a:spcAft>
                          <a:spcPts val="0"/>
                        </a:spcAft>
                        <a:buClr>
                          <a:schemeClr val="dk1"/>
                        </a:buClr>
                        <a:buFont typeface="Arial"/>
                        <a:buNone/>
                      </a:pPr>
                      <a:r>
                        <a:rPr lang="ko-KR" sz="1000">
                          <a:solidFill>
                            <a:srgbClr val="2F5496"/>
                          </a:solidFill>
                        </a:rPr>
                        <a:t>*특이사항</a:t>
                      </a:r>
                      <a:endParaRPr sz="1000">
                        <a:solidFill>
                          <a:srgbClr val="2F5496"/>
                        </a:solidFill>
                      </a:endParaRPr>
                    </a:p>
                    <a:p>
                      <a:pPr indent="0" lvl="0" marL="0" rtl="0" algn="l">
                        <a:spcBef>
                          <a:spcPts val="0"/>
                        </a:spcBef>
                        <a:spcAft>
                          <a:spcPts val="0"/>
                        </a:spcAft>
                        <a:buClr>
                          <a:schemeClr val="dk1"/>
                        </a:buClr>
                        <a:buFont typeface="Arial"/>
                        <a:buNone/>
                      </a:pPr>
                      <a:r>
                        <a:t/>
                      </a:r>
                      <a:endParaRPr sz="1000">
                        <a:solidFill>
                          <a:srgbClr val="2F5496"/>
                        </a:solidFill>
                      </a:endParaRPr>
                    </a:p>
                    <a:p>
                      <a:pPr indent="0" lvl="0" marL="0" marR="0" rtl="0" algn="l">
                        <a:spcBef>
                          <a:spcPts val="0"/>
                        </a:spcBef>
                        <a:spcAft>
                          <a:spcPts val="0"/>
                        </a:spcAft>
                        <a:buNone/>
                      </a:pPr>
                      <a:r>
                        <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518" name="Google Shape;518;p27"/>
          <p:cNvGraphicFramePr/>
          <p:nvPr/>
        </p:nvGraphicFramePr>
        <p:xfrm>
          <a:off x="151825" y="982425"/>
          <a:ext cx="3000000" cy="3000000"/>
        </p:xfrm>
        <a:graphic>
          <a:graphicData uri="http://schemas.openxmlformats.org/drawingml/2006/table">
            <a:tbl>
              <a:tblPr>
                <a:noFill/>
                <a:tableStyleId>{DABC0C2F-476B-403E-9239-0B67E1F473CF}</a:tableStyleId>
              </a:tblPr>
              <a:tblGrid>
                <a:gridCol w="382850"/>
                <a:gridCol w="6825800"/>
                <a:gridCol w="382850"/>
                <a:gridCol w="711800"/>
              </a:tblGrid>
              <a:tr h="269175">
                <a:tc gridSpan="2">
                  <a:txBody>
                    <a:bodyPr/>
                    <a:lstStyle/>
                    <a:p>
                      <a:pPr indent="0" lvl="0" marL="0" rtl="0" algn="l">
                        <a:spcBef>
                          <a:spcPts val="0"/>
                        </a:spcBef>
                        <a:spcAft>
                          <a:spcPts val="0"/>
                        </a:spcAft>
                        <a:buNone/>
                      </a:pPr>
                      <a:r>
                        <a:rPr lang="ko-KR"/>
                        <a:t>개인별 지원 </a:t>
                      </a:r>
                      <a:r>
                        <a:rPr lang="ko-KR" sz="1100"/>
                        <a:t>처음요청일자 2205년 2월 22일</a:t>
                      </a:r>
                      <a:endParaRPr sz="1100"/>
                    </a:p>
                  </a:txBody>
                  <a:tcPr marT="91425" marB="91425" marR="91425" marL="91425"/>
                </a:tc>
                <a:tc hMerge="1"/>
                <a:tc>
                  <a:txBody>
                    <a:bodyPr/>
                    <a:lstStyle/>
                    <a:p>
                      <a:pPr indent="0" lvl="0" marL="0" rtl="0" algn="l">
                        <a:spcBef>
                          <a:spcPts val="0"/>
                        </a:spcBef>
                        <a:spcAft>
                          <a:spcPts val="0"/>
                        </a:spcAft>
                        <a:buNone/>
                      </a:pPr>
                      <a:r>
                        <a:rPr lang="ko-KR"/>
                        <a:t>예</a:t>
                      </a:r>
                      <a:endParaRPr/>
                    </a:p>
                  </a:txBody>
                  <a:tcPr marT="91425" marB="91425" marR="91425" marL="91425"/>
                </a:tc>
                <a:tc>
                  <a:txBody>
                    <a:bodyPr/>
                    <a:lstStyle/>
                    <a:p>
                      <a:pPr indent="0" lvl="0" marL="0" rtl="0" algn="l">
                        <a:spcBef>
                          <a:spcPts val="0"/>
                        </a:spcBef>
                        <a:spcAft>
                          <a:spcPts val="0"/>
                        </a:spcAft>
                        <a:buNone/>
                      </a:pPr>
                      <a:r>
                        <a:rPr lang="ko-KR" sz="1300"/>
                        <a:t>아니오</a:t>
                      </a:r>
                      <a:endParaRPr sz="1300"/>
                    </a:p>
                  </a:txBody>
                  <a:tcPr marT="91425" marB="91425" marR="91425" marL="91425"/>
                </a:tc>
              </a:tr>
              <a:tr h="383475">
                <a:tc>
                  <a:txBody>
                    <a:bodyPr/>
                    <a:lstStyle/>
                    <a:p>
                      <a:pPr indent="0" lvl="0" marL="0" rtl="0" algn="l">
                        <a:spcBef>
                          <a:spcPts val="0"/>
                        </a:spcBef>
                        <a:spcAft>
                          <a:spcPts val="0"/>
                        </a:spcAft>
                        <a:buNone/>
                      </a:pPr>
                      <a:r>
                        <a:rPr lang="ko-KR"/>
                        <a:t>1</a:t>
                      </a:r>
                      <a:endParaRPr/>
                    </a:p>
                  </a:txBody>
                  <a:tcPr marT="91425" marB="91425" marR="91425" marL="91425"/>
                </a:tc>
                <a:tc>
                  <a:txBody>
                    <a:bodyPr/>
                    <a:lstStyle/>
                    <a:p>
                      <a:pPr indent="0" lvl="0" marL="0" rtl="0" algn="l">
                        <a:spcBef>
                          <a:spcPts val="0"/>
                        </a:spcBef>
                        <a:spcAft>
                          <a:spcPts val="0"/>
                        </a:spcAft>
                        <a:buNone/>
                      </a:pPr>
                      <a:r>
                        <a:rPr lang="ko-KR"/>
                        <a:t>지원자에게 휴식 지원하기 위해 개인이 밤새 지원이 필요함</a:t>
                      </a:r>
                      <a:endParaRPr/>
                    </a:p>
                  </a:txBody>
                  <a:tcPr marT="91425" marB="91425" marR="91425" marL="91425"/>
                </a:tc>
                <a:tc>
                  <a:txBody>
                    <a:bodyPr/>
                    <a:lstStyle/>
                    <a:p>
                      <a:pPr indent="0" lvl="0" marL="0" rtl="0" algn="l">
                        <a:spcBef>
                          <a:spcPts val="0"/>
                        </a:spcBef>
                        <a:spcAft>
                          <a:spcPts val="0"/>
                        </a:spcAft>
                        <a:buNone/>
                      </a:pPr>
                      <a:r>
                        <a:rPr lang="ko-KR"/>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3475">
                <a:tc>
                  <a:txBody>
                    <a:bodyPr/>
                    <a:lstStyle/>
                    <a:p>
                      <a:pPr indent="0" lvl="0" marL="0" rtl="0" algn="l">
                        <a:spcBef>
                          <a:spcPts val="0"/>
                        </a:spcBef>
                        <a:spcAft>
                          <a:spcPts val="0"/>
                        </a:spcAft>
                        <a:buNone/>
                      </a:pPr>
                      <a:r>
                        <a:rPr lang="ko-KR"/>
                        <a:t>2</a:t>
                      </a:r>
                      <a:endParaRPr/>
                    </a:p>
                  </a:txBody>
                  <a:tcPr marT="91425" marB="91425" marR="91425" marL="91425"/>
                </a:tc>
                <a:tc>
                  <a:txBody>
                    <a:bodyPr/>
                    <a:lstStyle/>
                    <a:p>
                      <a:pPr indent="0" lvl="0" marL="0" rtl="0" algn="l">
                        <a:spcBef>
                          <a:spcPts val="0"/>
                        </a:spcBef>
                        <a:spcAft>
                          <a:spcPts val="0"/>
                        </a:spcAft>
                        <a:buNone/>
                      </a:pPr>
                      <a:r>
                        <a:rPr lang="ko-KR"/>
                        <a:t>지원자에게 휴식 지원하기 위해 낮 시간에 지원이 필요함</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ko-KR"/>
                        <a:t> ✅</a:t>
                      </a:r>
                      <a:endParaRPr/>
                    </a:p>
                  </a:txBody>
                  <a:tcPr marT="91425" marB="91425" marR="91425" marL="91425"/>
                </a:tc>
              </a:tr>
              <a:tr h="383475">
                <a:tc>
                  <a:txBody>
                    <a:bodyPr/>
                    <a:lstStyle/>
                    <a:p>
                      <a:pPr indent="0" lvl="0" marL="0" rtl="0" algn="l">
                        <a:spcBef>
                          <a:spcPts val="0"/>
                        </a:spcBef>
                        <a:spcAft>
                          <a:spcPts val="0"/>
                        </a:spcAft>
                        <a:buNone/>
                      </a:pPr>
                      <a:r>
                        <a:rPr lang="ko-KR"/>
                        <a:t>3</a:t>
                      </a:r>
                      <a:endParaRPr/>
                    </a:p>
                  </a:txBody>
                  <a:tcPr marT="91425" marB="91425" marR="91425" marL="91425"/>
                </a:tc>
                <a:tc>
                  <a:txBody>
                    <a:bodyPr/>
                    <a:lstStyle/>
                    <a:p>
                      <a:pPr indent="0" lvl="0" marL="0" rtl="0" algn="l">
                        <a:spcBef>
                          <a:spcPts val="0"/>
                        </a:spcBef>
                        <a:spcAft>
                          <a:spcPts val="0"/>
                        </a:spcAft>
                        <a:buNone/>
                      </a:pPr>
                      <a:r>
                        <a:rPr lang="ko-KR"/>
                        <a:t>행동 지원 또는 서비스가 필요함</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ko-KR"/>
                        <a:t> ✅</a:t>
                      </a:r>
                      <a:endParaRPr/>
                    </a:p>
                  </a:txBody>
                  <a:tcPr marT="91425" marB="91425" marR="91425" marL="91425"/>
                </a:tc>
              </a:tr>
            </a:tbl>
          </a:graphicData>
        </a:graphic>
      </p:graphicFrame>
      <p:graphicFrame>
        <p:nvGraphicFramePr>
          <p:cNvPr id="519" name="Google Shape;519;p27"/>
          <p:cNvGraphicFramePr/>
          <p:nvPr/>
        </p:nvGraphicFramePr>
        <p:xfrm>
          <a:off x="151825" y="3012738"/>
          <a:ext cx="3000000" cy="3000000"/>
        </p:xfrm>
        <a:graphic>
          <a:graphicData uri="http://schemas.openxmlformats.org/drawingml/2006/table">
            <a:tbl>
              <a:tblPr>
                <a:noFill/>
                <a:tableStyleId>{DABC0C2F-476B-403E-9239-0B67E1F473CF}</a:tableStyleId>
              </a:tblPr>
              <a:tblGrid>
                <a:gridCol w="382850"/>
                <a:gridCol w="6825800"/>
                <a:gridCol w="432700"/>
                <a:gridCol w="661950"/>
              </a:tblGrid>
              <a:tr h="320775">
                <a:tc gridSpan="2">
                  <a:txBody>
                    <a:bodyPr/>
                    <a:lstStyle/>
                    <a:p>
                      <a:pPr indent="0" lvl="0" marL="0" rtl="0" algn="l">
                        <a:spcBef>
                          <a:spcPts val="0"/>
                        </a:spcBef>
                        <a:spcAft>
                          <a:spcPts val="0"/>
                        </a:spcAft>
                        <a:buNone/>
                      </a:pPr>
                      <a:r>
                        <a:rPr lang="ko-KR"/>
                        <a:t>생활 안정  </a:t>
                      </a:r>
                      <a:endParaRPr/>
                    </a:p>
                  </a:txBody>
                  <a:tcPr marT="91425" marB="91425" marR="91425" marL="91425"/>
                </a:tc>
                <a:tc hMerge="1"/>
                <a:tc>
                  <a:txBody>
                    <a:bodyPr/>
                    <a:lstStyle/>
                    <a:p>
                      <a:pPr indent="0" lvl="0" marL="0" rtl="0" algn="l">
                        <a:spcBef>
                          <a:spcPts val="0"/>
                        </a:spcBef>
                        <a:spcAft>
                          <a:spcPts val="0"/>
                        </a:spcAft>
                        <a:buNone/>
                      </a:pPr>
                      <a:r>
                        <a:rPr lang="ko-KR" sz="1300"/>
                        <a:t>예</a:t>
                      </a:r>
                      <a:endParaRPr sz="1300"/>
                    </a:p>
                  </a:txBody>
                  <a:tcPr marT="91425" marB="91425" marR="91425" marL="91425"/>
                </a:tc>
                <a:tc>
                  <a:txBody>
                    <a:bodyPr/>
                    <a:lstStyle/>
                    <a:p>
                      <a:pPr indent="0" lvl="0" marL="0" rtl="0" algn="ctr">
                        <a:spcBef>
                          <a:spcPts val="0"/>
                        </a:spcBef>
                        <a:spcAft>
                          <a:spcPts val="0"/>
                        </a:spcAft>
                        <a:buNone/>
                      </a:pPr>
                      <a:r>
                        <a:rPr lang="ko-KR" sz="1300"/>
                        <a:t>아니오</a:t>
                      </a:r>
                      <a:endParaRPr sz="1300"/>
                    </a:p>
                  </a:txBody>
                  <a:tcPr marT="91425" marB="91425" marR="91425" marL="91425"/>
                </a:tc>
              </a:tr>
              <a:tr h="383475">
                <a:tc>
                  <a:txBody>
                    <a:bodyPr/>
                    <a:lstStyle/>
                    <a:p>
                      <a:pPr indent="0" lvl="0" marL="0" rtl="0" algn="l">
                        <a:spcBef>
                          <a:spcPts val="0"/>
                        </a:spcBef>
                        <a:spcAft>
                          <a:spcPts val="0"/>
                        </a:spcAft>
                        <a:buNone/>
                      </a:pPr>
                      <a:r>
                        <a:rPr lang="ko-KR"/>
                        <a:t>1</a:t>
                      </a:r>
                      <a:endParaRPr/>
                    </a:p>
                  </a:txBody>
                  <a:tcPr marT="91425" marB="91425" marR="91425" marL="91425"/>
                </a:tc>
                <a:tc>
                  <a:txBody>
                    <a:bodyPr/>
                    <a:lstStyle/>
                    <a:p>
                      <a:pPr indent="0" lvl="0" marL="0" rtl="0" algn="l">
                        <a:spcBef>
                          <a:spcPts val="0"/>
                        </a:spcBef>
                        <a:spcAft>
                          <a:spcPts val="0"/>
                        </a:spcAft>
                        <a:buNone/>
                      </a:pPr>
                      <a:r>
                        <a:rPr lang="ko-KR"/>
                        <a:t>긴급복지 생계지원</a:t>
                      </a:r>
                      <a:endParaRPr/>
                    </a:p>
                  </a:txBody>
                  <a:tcPr marT="91425" marB="91425" marR="91425" marL="91425"/>
                </a:tc>
                <a:tc>
                  <a:txBody>
                    <a:bodyPr/>
                    <a:lstStyle/>
                    <a:p>
                      <a:pPr indent="0" lvl="0" marL="0" rtl="0" algn="l">
                        <a:spcBef>
                          <a:spcPts val="0"/>
                        </a:spcBef>
                        <a:spcAft>
                          <a:spcPts val="0"/>
                        </a:spcAft>
                        <a:buNone/>
                      </a:pPr>
                      <a:r>
                        <a:rPr lang="ko-KR"/>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3475">
                <a:tc>
                  <a:txBody>
                    <a:bodyPr/>
                    <a:lstStyle/>
                    <a:p>
                      <a:pPr indent="0" lvl="0" marL="0" rtl="0" algn="l">
                        <a:spcBef>
                          <a:spcPts val="0"/>
                        </a:spcBef>
                        <a:spcAft>
                          <a:spcPts val="0"/>
                        </a:spcAft>
                        <a:buNone/>
                      </a:pPr>
                      <a:r>
                        <a:rPr lang="ko-KR"/>
                        <a:t>2</a:t>
                      </a:r>
                      <a:endParaRPr/>
                    </a:p>
                  </a:txBody>
                  <a:tcPr marT="91425" marB="91425" marR="91425" marL="91425"/>
                </a:tc>
                <a:tc>
                  <a:txBody>
                    <a:bodyPr/>
                    <a:lstStyle/>
                    <a:p>
                      <a:pPr indent="0" lvl="0" marL="0" rtl="0" algn="l">
                        <a:spcBef>
                          <a:spcPts val="0"/>
                        </a:spcBef>
                        <a:spcAft>
                          <a:spcPts val="0"/>
                        </a:spcAft>
                        <a:buNone/>
                      </a:pPr>
                      <a:r>
                        <a:rPr lang="ko-KR"/>
                        <a:t>장애 아동 수당</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ko-KR"/>
                        <a:t>✅</a:t>
                      </a:r>
                      <a:endParaRPr/>
                    </a:p>
                  </a:txBody>
                  <a:tcPr marT="91425" marB="91425" marR="91425" marL="91425"/>
                </a:tc>
              </a:tr>
              <a:tr h="100000">
                <a:tc>
                  <a:txBody>
                    <a:bodyPr/>
                    <a:lstStyle/>
                    <a:p>
                      <a:pPr indent="0" lvl="0" marL="0" rtl="0" algn="l">
                        <a:spcBef>
                          <a:spcPts val="0"/>
                        </a:spcBef>
                        <a:spcAft>
                          <a:spcPts val="0"/>
                        </a:spcAft>
                        <a:buNone/>
                      </a:pPr>
                      <a:r>
                        <a:rPr lang="ko-KR"/>
                        <a:t>3</a:t>
                      </a:r>
                      <a:endParaRPr/>
                    </a:p>
                  </a:txBody>
                  <a:tcPr marT="91425" marB="91425" marR="91425" marL="91425"/>
                </a:tc>
                <a:tc>
                  <a:txBody>
                    <a:bodyPr/>
                    <a:lstStyle/>
                    <a:p>
                      <a:pPr indent="0" lvl="0" marL="0" rtl="0" algn="l">
                        <a:spcBef>
                          <a:spcPts val="0"/>
                        </a:spcBef>
                        <a:spcAft>
                          <a:spcPts val="0"/>
                        </a:spcAft>
                        <a:buNone/>
                      </a:pPr>
                      <a:r>
                        <a:rPr lang="ko-KR"/>
                        <a:t>장애인 의료비 지원</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ko-KR"/>
                        <a:t>✅</a:t>
                      </a:r>
                      <a:endParaRPr/>
                    </a:p>
                  </a:txBody>
                  <a:tcPr marT="91425" marB="91425" marR="91425" marL="91425"/>
                </a:tc>
              </a:tr>
            </a:tbl>
          </a:graphicData>
        </a:graphic>
      </p:graphicFrame>
      <p:graphicFrame>
        <p:nvGraphicFramePr>
          <p:cNvPr id="520" name="Google Shape;520;p27"/>
          <p:cNvGraphicFramePr/>
          <p:nvPr/>
        </p:nvGraphicFramePr>
        <p:xfrm>
          <a:off x="151825" y="4768950"/>
          <a:ext cx="3000000" cy="3000000"/>
        </p:xfrm>
        <a:graphic>
          <a:graphicData uri="http://schemas.openxmlformats.org/drawingml/2006/table">
            <a:tbl>
              <a:tblPr>
                <a:noFill/>
                <a:tableStyleId>{DABC0C2F-476B-403E-9239-0B67E1F473CF}</a:tableStyleId>
              </a:tblPr>
              <a:tblGrid>
                <a:gridCol w="382850"/>
                <a:gridCol w="6717500"/>
                <a:gridCol w="432700"/>
                <a:gridCol w="770250"/>
              </a:tblGrid>
              <a:tr h="398775">
                <a:tc gridSpan="2">
                  <a:txBody>
                    <a:bodyPr/>
                    <a:lstStyle/>
                    <a:p>
                      <a:pPr indent="0" lvl="0" marL="0" rtl="0" algn="l">
                        <a:spcBef>
                          <a:spcPts val="0"/>
                        </a:spcBef>
                        <a:spcAft>
                          <a:spcPts val="0"/>
                        </a:spcAft>
                        <a:buNone/>
                      </a:pPr>
                      <a:r>
                        <a:rPr lang="ko-KR"/>
                        <a:t>고용</a:t>
                      </a:r>
                      <a:endParaRPr/>
                    </a:p>
                  </a:txBody>
                  <a:tcPr marT="91425" marB="91425" marR="91425" marL="91425"/>
                </a:tc>
                <a:tc hMerge="1"/>
                <a:tc>
                  <a:txBody>
                    <a:bodyPr/>
                    <a:lstStyle/>
                    <a:p>
                      <a:pPr indent="0" lvl="0" marL="0" rtl="0" algn="l">
                        <a:spcBef>
                          <a:spcPts val="0"/>
                        </a:spcBef>
                        <a:spcAft>
                          <a:spcPts val="0"/>
                        </a:spcAft>
                        <a:buNone/>
                      </a:pPr>
                      <a:r>
                        <a:rPr lang="ko-KR"/>
                        <a:t>예</a:t>
                      </a:r>
                      <a:endParaRPr/>
                    </a:p>
                  </a:txBody>
                  <a:tcPr marT="91425" marB="91425" marR="91425" marL="91425"/>
                </a:tc>
                <a:tc>
                  <a:txBody>
                    <a:bodyPr/>
                    <a:lstStyle/>
                    <a:p>
                      <a:pPr indent="0" lvl="0" marL="0" rtl="0" algn="ctr">
                        <a:spcBef>
                          <a:spcPts val="0"/>
                        </a:spcBef>
                        <a:spcAft>
                          <a:spcPts val="0"/>
                        </a:spcAft>
                        <a:buNone/>
                      </a:pPr>
                      <a:r>
                        <a:rPr lang="ko-KR"/>
                        <a:t>아니오</a:t>
                      </a:r>
                      <a:endParaRPr/>
                    </a:p>
                  </a:txBody>
                  <a:tcPr marT="91425" marB="91425" marR="91425" marL="91425"/>
                </a:tc>
              </a:tr>
              <a:tr h="383475">
                <a:tc>
                  <a:txBody>
                    <a:bodyPr/>
                    <a:lstStyle/>
                    <a:p>
                      <a:pPr indent="0" lvl="0" marL="0" rtl="0" algn="l">
                        <a:spcBef>
                          <a:spcPts val="0"/>
                        </a:spcBef>
                        <a:spcAft>
                          <a:spcPts val="0"/>
                        </a:spcAft>
                        <a:buNone/>
                      </a:pPr>
                      <a:r>
                        <a:rPr lang="ko-KR"/>
                        <a:t>1</a:t>
                      </a:r>
                      <a:endParaRPr/>
                    </a:p>
                  </a:txBody>
                  <a:tcPr marT="91425" marB="91425" marR="91425" marL="91425"/>
                </a:tc>
                <a:tc>
                  <a:txBody>
                    <a:bodyPr/>
                    <a:lstStyle/>
                    <a:p>
                      <a:pPr indent="0" lvl="0" marL="0" rtl="0" algn="l">
                        <a:spcBef>
                          <a:spcPts val="0"/>
                        </a:spcBef>
                        <a:spcAft>
                          <a:spcPts val="0"/>
                        </a:spcAft>
                        <a:buNone/>
                      </a:pPr>
                      <a:r>
                        <a:rPr lang="ko-KR"/>
                        <a:t>에너지 바우처</a:t>
                      </a:r>
                      <a:endParaRPr/>
                    </a:p>
                  </a:txBody>
                  <a:tcPr marT="91425" marB="91425" marR="91425" marL="91425"/>
                </a:tc>
                <a:tc>
                  <a:txBody>
                    <a:bodyPr/>
                    <a:lstStyle/>
                    <a:p>
                      <a:pPr indent="0" lvl="0" marL="0" rtl="0" algn="l">
                        <a:spcBef>
                          <a:spcPts val="0"/>
                        </a:spcBef>
                        <a:spcAft>
                          <a:spcPts val="0"/>
                        </a:spcAft>
                        <a:buNone/>
                      </a:pPr>
                      <a:r>
                        <a:rPr lang="ko-KR"/>
                        <a:t>✅</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3475">
                <a:tc>
                  <a:txBody>
                    <a:bodyPr/>
                    <a:lstStyle/>
                    <a:p>
                      <a:pPr indent="0" lvl="0" marL="0" rtl="0" algn="l">
                        <a:spcBef>
                          <a:spcPts val="0"/>
                        </a:spcBef>
                        <a:spcAft>
                          <a:spcPts val="0"/>
                        </a:spcAft>
                        <a:buNone/>
                      </a:pPr>
                      <a:r>
                        <a:rPr lang="ko-KR"/>
                        <a:t>2</a:t>
                      </a:r>
                      <a:endParaRPr/>
                    </a:p>
                  </a:txBody>
                  <a:tcPr marT="91425" marB="91425" marR="91425" marL="91425"/>
                </a:tc>
                <a:tc>
                  <a:txBody>
                    <a:bodyPr/>
                    <a:lstStyle/>
                    <a:p>
                      <a:pPr indent="0" lvl="0" marL="0" rtl="0" algn="l">
                        <a:spcBef>
                          <a:spcPts val="0"/>
                        </a:spcBef>
                        <a:spcAft>
                          <a:spcPts val="0"/>
                        </a:spcAft>
                        <a:buNone/>
                      </a:pPr>
                      <a:r>
                        <a:rPr lang="ko-KR"/>
                        <a:t>장애아동수당</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ko-KR"/>
                        <a:t>✅</a:t>
                      </a:r>
                      <a:endParaRPr/>
                    </a:p>
                  </a:txBody>
                  <a:tcPr marT="91425" marB="91425" marR="91425" marL="91425"/>
                </a:tc>
              </a:tr>
            </a:tbl>
          </a:graphicData>
        </a:graphic>
      </p:graphicFrame>
      <p:sp>
        <p:nvSpPr>
          <p:cNvPr id="521" name="Google Shape;521;p27"/>
          <p:cNvSpPr/>
          <p:nvPr/>
        </p:nvSpPr>
        <p:spPr>
          <a:xfrm>
            <a:off x="2980450" y="767550"/>
            <a:ext cx="388800" cy="2991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522" name="Google Shape;522;p27"/>
          <p:cNvSpPr/>
          <p:nvPr/>
        </p:nvSpPr>
        <p:spPr>
          <a:xfrm>
            <a:off x="2192975" y="2781100"/>
            <a:ext cx="498300" cy="3732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
        <p:nvSpPr>
          <p:cNvPr id="523" name="Google Shape;523;p27"/>
          <p:cNvSpPr/>
          <p:nvPr/>
        </p:nvSpPr>
        <p:spPr>
          <a:xfrm>
            <a:off x="777525" y="4665025"/>
            <a:ext cx="339000" cy="3732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3</a:t>
            </a:r>
            <a:endParaRPr>
              <a:latin typeface="Malgun Gothic"/>
              <a:ea typeface="Malgun Gothic"/>
              <a:cs typeface="Malgun Gothic"/>
              <a:sym typeface="Malgun Gothic"/>
            </a:endParaRPr>
          </a:p>
        </p:txBody>
      </p:sp>
      <p:sp>
        <p:nvSpPr>
          <p:cNvPr id="524" name="Google Shape;524;p27"/>
          <p:cNvSpPr/>
          <p:nvPr/>
        </p:nvSpPr>
        <p:spPr>
          <a:xfrm>
            <a:off x="2621600" y="6131525"/>
            <a:ext cx="1006800" cy="373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수정</a:t>
            </a:r>
            <a:endParaRPr>
              <a:latin typeface="Malgun Gothic"/>
              <a:ea typeface="Malgun Gothic"/>
              <a:cs typeface="Malgun Gothic"/>
              <a:sym typeface="Malgun Gothic"/>
            </a:endParaRPr>
          </a:p>
        </p:txBody>
      </p:sp>
      <p:sp>
        <p:nvSpPr>
          <p:cNvPr id="525" name="Google Shape;525;p27"/>
          <p:cNvSpPr/>
          <p:nvPr/>
        </p:nvSpPr>
        <p:spPr>
          <a:xfrm>
            <a:off x="4106825" y="6131525"/>
            <a:ext cx="1006800" cy="373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반려</a:t>
            </a:r>
            <a:endParaRPr>
              <a:latin typeface="Malgun Gothic"/>
              <a:ea typeface="Malgun Gothic"/>
              <a:cs typeface="Malgun Gothic"/>
              <a:sym typeface="Malgun Gothic"/>
            </a:endParaRPr>
          </a:p>
        </p:txBody>
      </p:sp>
      <p:sp>
        <p:nvSpPr>
          <p:cNvPr id="526" name="Google Shape;526;p27"/>
          <p:cNvSpPr/>
          <p:nvPr/>
        </p:nvSpPr>
        <p:spPr>
          <a:xfrm>
            <a:off x="2247725" y="5803625"/>
            <a:ext cx="388800" cy="3732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4</a:t>
            </a:r>
            <a:endParaRPr>
              <a:latin typeface="Malgun Gothic"/>
              <a:ea typeface="Malgun Gothic"/>
              <a:cs typeface="Malgun Gothic"/>
              <a:sym typeface="Malgun Gothic"/>
            </a:endParaRPr>
          </a:p>
        </p:txBody>
      </p:sp>
      <p:sp>
        <p:nvSpPr>
          <p:cNvPr id="527" name="Google Shape;527;p27"/>
          <p:cNvSpPr/>
          <p:nvPr/>
        </p:nvSpPr>
        <p:spPr>
          <a:xfrm>
            <a:off x="5213275" y="5990775"/>
            <a:ext cx="388800" cy="2991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5</a:t>
            </a:r>
            <a:endParaRPr>
              <a:latin typeface="Malgun Gothic"/>
              <a:ea typeface="Malgun Gothic"/>
              <a:cs typeface="Malgun Gothic"/>
              <a:sym typeface="Malgun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graphicFrame>
        <p:nvGraphicFramePr>
          <p:cNvPr id="533" name="Google Shape;533;p28"/>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view-015</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기관관리자 메인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res-12</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관리자가 승인요청목록을 조회하는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기관 관리자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관리자 승인 요청 목록(순위, 상태, 요청일시, 지원자명, 보호자명, 요청자명, 지원계획, 상담내역, 지원결과)을 조회한다. 각 행을 클릭하면 지원신청을 조회할 수 있다.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상담내역을 조회하는 페이지로 이동한다.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해당 지원계획을 조회하는 페이지로 이동한다.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지원계획의 결과를 조회하는 페이지로 이동한다.</a:t>
                      </a:r>
                      <a:endParaRPr b="1"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지원계획의 페이징을 출력한다.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지원결과는 1건이상의 지원결과가 작성된 경우에만 버튼이 활성화되며, 비활성화된다.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읽지않은 내용 혹은 확인하지 않은 내용이 추가된 경우 버튼의 색상이 변한다.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읽지않은 내용 혹은 확인하지 않은 내용이 추가된 지원의 버튼을 눌렀을 때, 읽지않은 내용을 순서대로 제일 위에서부터 출력한다.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담당자 배정 페이지 추가 예정 &gt; 행을 클릭시 지원신청서를 확인하면서 담당자 배정도 같이 할 수 있는 방식으로</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534" name="Google Shape;534;p28"/>
          <p:cNvSpPr/>
          <p:nvPr/>
        </p:nvSpPr>
        <p:spPr>
          <a:xfrm>
            <a:off x="179425" y="877175"/>
            <a:ext cx="8413200" cy="565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graphicFrame>
        <p:nvGraphicFramePr>
          <p:cNvPr id="535" name="Google Shape;535;p28"/>
          <p:cNvGraphicFramePr/>
          <p:nvPr/>
        </p:nvGraphicFramePr>
        <p:xfrm>
          <a:off x="360913" y="1079638"/>
          <a:ext cx="3000000" cy="3000000"/>
        </p:xfrm>
        <a:graphic>
          <a:graphicData uri="http://schemas.openxmlformats.org/drawingml/2006/table">
            <a:tbl>
              <a:tblPr>
                <a:noFill/>
                <a:tableStyleId>{DABC0C2F-476B-403E-9239-0B67E1F473CF}</a:tableStyleId>
              </a:tblPr>
              <a:tblGrid>
                <a:gridCol w="529750"/>
                <a:gridCol w="536750"/>
                <a:gridCol w="1373325"/>
                <a:gridCol w="1035800"/>
                <a:gridCol w="926150"/>
                <a:gridCol w="833950"/>
                <a:gridCol w="761100"/>
                <a:gridCol w="761100"/>
                <a:gridCol w="761100"/>
              </a:tblGrid>
              <a:tr h="381000">
                <a:tc>
                  <a:txBody>
                    <a:bodyPr/>
                    <a:lstStyle/>
                    <a:p>
                      <a:pPr indent="0" lvl="0" marL="0" rtl="0" algn="ctr">
                        <a:spcBef>
                          <a:spcPts val="0"/>
                        </a:spcBef>
                        <a:spcAft>
                          <a:spcPts val="0"/>
                        </a:spcAft>
                        <a:buNone/>
                      </a:pPr>
                      <a:r>
                        <a:rPr b="1" lang="ko-KR" sz="1200"/>
                        <a:t>순위</a:t>
                      </a:r>
                      <a:endParaRPr b="1" sz="1200"/>
                    </a:p>
                  </a:txBody>
                  <a:tcPr marT="91425" marB="91425" marR="91425" marL="91425" anchor="ctr">
                    <a:lnB cap="flat" cmpd="sng" w="9525">
                      <a:solidFill>
                        <a:schemeClr val="dk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ko-KR" sz="1200"/>
                        <a:t>상태</a:t>
                      </a:r>
                      <a:endParaRPr b="1" sz="1200"/>
                    </a:p>
                  </a:txBody>
                  <a:tcPr marT="91425" marB="91425" marR="91425" marL="91425" anchor="ctr">
                    <a:lnR cap="flat" cmpd="sng" w="9525">
                      <a:solidFill>
                        <a:srgbClr val="9E9E9E"/>
                      </a:solidFill>
                      <a:prstDash val="solid"/>
                      <a:round/>
                      <a:headEnd len="sm" w="sm" type="none"/>
                      <a:tailEnd len="sm" w="sm" type="none"/>
                    </a:lnR>
                    <a:lnB cap="flat" cmpd="sng" w="9525">
                      <a:solidFill>
                        <a:schemeClr val="dk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ko-KR" sz="1200"/>
                        <a:t>요청일시</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ko-KR" sz="1200"/>
                        <a:t>지원대상자</a:t>
                      </a:r>
                      <a:endParaRPr b="1" sz="1200"/>
                    </a:p>
                  </a:txBody>
                  <a:tcPr marT="91425" marB="91425" marR="91425" marL="91425" anchor="ctr">
                    <a:lnL cap="flat" cmpd="sng" w="9525">
                      <a:solidFill>
                        <a:srgbClr val="9E9E9E"/>
                      </a:solidFill>
                      <a:prstDash val="solid"/>
                      <a:round/>
                      <a:headEnd len="sm" w="sm" type="none"/>
                      <a:tailEnd len="sm" w="sm" type="none"/>
                    </a:lnL>
                    <a:lnB cap="flat" cmpd="sng" w="9525">
                      <a:solidFill>
                        <a:schemeClr val="dk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ko-KR" sz="1200"/>
                        <a:t>지원자명</a:t>
                      </a:r>
                      <a:endParaRPr b="1" sz="1200"/>
                    </a:p>
                  </a:txBody>
                  <a:tcPr marT="91425" marB="91425" marR="91425" marL="91425" anchor="ctr">
                    <a:lnB cap="flat" cmpd="sng" w="9525">
                      <a:solidFill>
                        <a:schemeClr val="dk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ko-KR" sz="1200"/>
                        <a:t>담당자명</a:t>
                      </a:r>
                      <a:endParaRPr b="1" sz="1200"/>
                    </a:p>
                  </a:txBody>
                  <a:tcPr marT="91425" marB="91425" marR="91425" marL="91425" anchor="ctr">
                    <a:lnB cap="flat" cmpd="sng" w="9525">
                      <a:solidFill>
                        <a:schemeClr val="dk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ko-KR" sz="1200"/>
                        <a:t>상담내역</a:t>
                      </a:r>
                      <a:endParaRPr b="1" sz="1200"/>
                    </a:p>
                  </a:txBody>
                  <a:tcPr marT="91425" marB="91425" marR="91425" marL="91425" anchor="ctr">
                    <a:lnB cap="flat" cmpd="sng" w="9525">
                      <a:solidFill>
                        <a:schemeClr val="dk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ko-KR" sz="1200"/>
                        <a:t>지원계획</a:t>
                      </a:r>
                      <a:endParaRPr b="1" sz="1200"/>
                    </a:p>
                  </a:txBody>
                  <a:tcPr marT="91425" marB="91425" marR="91425" marL="91425" anchor="ctr">
                    <a:lnB cap="flat" cmpd="sng" w="9525">
                      <a:solidFill>
                        <a:schemeClr val="dk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ko-KR" sz="1200"/>
                        <a:t>지원결과</a:t>
                      </a:r>
                      <a:endParaRPr b="1" sz="1200"/>
                    </a:p>
                  </a:txBody>
                  <a:tcPr marT="91425" marB="91425" marR="91425" marL="91425" anchor="ctr">
                    <a:lnB cap="flat" cmpd="sng" w="9525">
                      <a:solidFill>
                        <a:schemeClr val="dk1"/>
                      </a:solidFill>
                      <a:prstDash val="solid"/>
                      <a:round/>
                      <a:headEnd len="sm" w="sm" type="none"/>
                      <a:tailEnd len="sm" w="sm" type="none"/>
                    </a:lnB>
                    <a:solidFill>
                      <a:schemeClr val="accent6"/>
                    </a:solidFill>
                  </a:tcPr>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긴급</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대기</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2023-08-11 11:22:33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지원자A</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보호자A</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요청자A</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긴급</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처리</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2023-08-11 11:22:33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지원자B</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보호자B</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요청자B</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긴급</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완료</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2023-08-05 08:56:33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지원자C</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보호자C</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solidFill>
                            <a:schemeClr val="dk1"/>
                          </a:solidFill>
                        </a:rPr>
                        <a:t>요청자</a:t>
                      </a:r>
                      <a:r>
                        <a:rPr lang="ko-KR" sz="1000"/>
                        <a:t>C</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중점</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대기</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2023-08-11 11:22:33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지원자D</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보호자D</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요청자D</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중점</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처리</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2023-08-05 08:56:33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지원자E</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보호자E</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요청자E</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ko-KR" sz="1000">
                          <a:solidFill>
                            <a:srgbClr val="0A0A0A"/>
                          </a:solidFill>
                        </a:rPr>
                        <a:t>중점</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완료</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2023-08-05 08:56:33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지원자F</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보호자F</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요청자F</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계획</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대기</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2023-08-11 11:22:33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지원자G</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보호자G</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요청자G</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계획</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처리</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2023-08-11 11:22:33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지원자H</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보호자H</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요청자H</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계획</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완료</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2023-08-05 08:56:33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지원자I</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보호자I</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요청자I</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계획</a:t>
                      </a:r>
                      <a:endParaRPr sz="1000">
                        <a:solidFill>
                          <a:srgbClr val="0A0A0A"/>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완료</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2023-08-05 08:56:33</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지원자J</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solidFill>
                            <a:schemeClr val="dk1"/>
                          </a:solidFill>
                        </a:rPr>
                        <a:t>보호자</a:t>
                      </a:r>
                      <a:r>
                        <a:rPr lang="ko-KR" sz="1000"/>
                        <a:t>J</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요청자J</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검토</a:t>
                      </a:r>
                      <a:endParaRPr sz="1000">
                        <a:solidFill>
                          <a:srgbClr val="0A0A0A"/>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대기</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t>2023-08-11 13:55:55</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solidFill>
                            <a:schemeClr val="dk1"/>
                          </a:solidFill>
                        </a:rPr>
                        <a:t>지원자K</a:t>
                      </a:r>
                      <a:endParaRPr sz="1000">
                        <a:solidFill>
                          <a:schemeClr val="dk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000">
                          <a:solidFill>
                            <a:schemeClr val="dk1"/>
                          </a:solidFill>
                        </a:rPr>
                        <a:t>보호자K</a:t>
                      </a:r>
                      <a:endParaRPr sz="1000">
                        <a:solidFill>
                          <a:schemeClr val="dk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
        <p:nvSpPr>
          <p:cNvPr id="536" name="Google Shape;536;p28"/>
          <p:cNvSpPr/>
          <p:nvPr/>
        </p:nvSpPr>
        <p:spPr>
          <a:xfrm>
            <a:off x="5725835" y="1556963"/>
            <a:ext cx="481200" cy="2094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dk1"/>
                </a:solidFill>
                <a:latin typeface="Malgun Gothic"/>
                <a:ea typeface="Malgun Gothic"/>
                <a:cs typeface="Malgun Gothic"/>
                <a:sym typeface="Malgun Gothic"/>
              </a:rPr>
              <a:t>보기</a:t>
            </a:r>
            <a:endParaRPr b="1" sz="1000">
              <a:solidFill>
                <a:schemeClr val="dk1"/>
              </a:solidFill>
              <a:latin typeface="Malgun Gothic"/>
              <a:ea typeface="Malgun Gothic"/>
              <a:cs typeface="Malgun Gothic"/>
              <a:sym typeface="Malgun Gothic"/>
            </a:endParaRPr>
          </a:p>
        </p:txBody>
      </p:sp>
      <p:sp>
        <p:nvSpPr>
          <p:cNvPr id="537" name="Google Shape;537;p28"/>
          <p:cNvSpPr/>
          <p:nvPr/>
        </p:nvSpPr>
        <p:spPr>
          <a:xfrm>
            <a:off x="6521710" y="1556963"/>
            <a:ext cx="481200" cy="2094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dk1"/>
                </a:solidFill>
                <a:latin typeface="Malgun Gothic"/>
                <a:ea typeface="Malgun Gothic"/>
                <a:cs typeface="Malgun Gothic"/>
                <a:sym typeface="Malgun Gothic"/>
              </a:rPr>
              <a:t>보기</a:t>
            </a:r>
            <a:endParaRPr b="1" sz="1000">
              <a:solidFill>
                <a:schemeClr val="dk1"/>
              </a:solidFill>
              <a:latin typeface="Malgun Gothic"/>
              <a:ea typeface="Malgun Gothic"/>
              <a:cs typeface="Malgun Gothic"/>
              <a:sym typeface="Malgun Gothic"/>
            </a:endParaRPr>
          </a:p>
        </p:txBody>
      </p:sp>
      <p:sp>
        <p:nvSpPr>
          <p:cNvPr id="538" name="Google Shape;538;p28"/>
          <p:cNvSpPr/>
          <p:nvPr/>
        </p:nvSpPr>
        <p:spPr>
          <a:xfrm>
            <a:off x="5725835" y="192576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39" name="Google Shape;539;p28"/>
          <p:cNvSpPr/>
          <p:nvPr/>
        </p:nvSpPr>
        <p:spPr>
          <a:xfrm>
            <a:off x="6521710" y="1925763"/>
            <a:ext cx="481200" cy="2094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dk1"/>
                </a:solidFill>
                <a:latin typeface="Malgun Gothic"/>
                <a:ea typeface="Malgun Gothic"/>
                <a:cs typeface="Malgun Gothic"/>
                <a:sym typeface="Malgun Gothic"/>
              </a:rPr>
              <a:t>보기</a:t>
            </a:r>
            <a:endParaRPr b="1" sz="1000">
              <a:solidFill>
                <a:schemeClr val="dk1"/>
              </a:solidFill>
              <a:latin typeface="Malgun Gothic"/>
              <a:ea typeface="Malgun Gothic"/>
              <a:cs typeface="Malgun Gothic"/>
              <a:sym typeface="Malgun Gothic"/>
            </a:endParaRPr>
          </a:p>
        </p:txBody>
      </p:sp>
      <p:sp>
        <p:nvSpPr>
          <p:cNvPr id="540" name="Google Shape;540;p28"/>
          <p:cNvSpPr/>
          <p:nvPr/>
        </p:nvSpPr>
        <p:spPr>
          <a:xfrm>
            <a:off x="5725835" y="2314510"/>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41" name="Google Shape;541;p28"/>
          <p:cNvSpPr/>
          <p:nvPr/>
        </p:nvSpPr>
        <p:spPr>
          <a:xfrm>
            <a:off x="6521710" y="2314501"/>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42" name="Google Shape;542;p28"/>
          <p:cNvSpPr/>
          <p:nvPr/>
        </p:nvSpPr>
        <p:spPr>
          <a:xfrm>
            <a:off x="5725835" y="2693267"/>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43" name="Google Shape;543;p28"/>
          <p:cNvSpPr/>
          <p:nvPr/>
        </p:nvSpPr>
        <p:spPr>
          <a:xfrm>
            <a:off x="6521710" y="269328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44" name="Google Shape;544;p28"/>
          <p:cNvSpPr/>
          <p:nvPr/>
        </p:nvSpPr>
        <p:spPr>
          <a:xfrm>
            <a:off x="5725835" y="3080406"/>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45" name="Google Shape;545;p28"/>
          <p:cNvSpPr/>
          <p:nvPr/>
        </p:nvSpPr>
        <p:spPr>
          <a:xfrm>
            <a:off x="6521710" y="3075410"/>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46" name="Google Shape;546;p28"/>
          <p:cNvSpPr/>
          <p:nvPr/>
        </p:nvSpPr>
        <p:spPr>
          <a:xfrm>
            <a:off x="5725835" y="345586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47" name="Google Shape;547;p28"/>
          <p:cNvSpPr/>
          <p:nvPr/>
        </p:nvSpPr>
        <p:spPr>
          <a:xfrm>
            <a:off x="6521703" y="3460018"/>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48" name="Google Shape;548;p28"/>
          <p:cNvSpPr/>
          <p:nvPr/>
        </p:nvSpPr>
        <p:spPr>
          <a:xfrm>
            <a:off x="5725835" y="3844599"/>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49" name="Google Shape;549;p28"/>
          <p:cNvSpPr/>
          <p:nvPr/>
        </p:nvSpPr>
        <p:spPr>
          <a:xfrm>
            <a:off x="6521710" y="3844607"/>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50" name="Google Shape;550;p28"/>
          <p:cNvSpPr/>
          <p:nvPr/>
        </p:nvSpPr>
        <p:spPr>
          <a:xfrm>
            <a:off x="5725835" y="4202632"/>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51" name="Google Shape;551;p28"/>
          <p:cNvSpPr/>
          <p:nvPr/>
        </p:nvSpPr>
        <p:spPr>
          <a:xfrm>
            <a:off x="6521710" y="4202616"/>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52" name="Google Shape;552;p28"/>
          <p:cNvSpPr/>
          <p:nvPr/>
        </p:nvSpPr>
        <p:spPr>
          <a:xfrm>
            <a:off x="5725835" y="4599668"/>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53" name="Google Shape;553;p28"/>
          <p:cNvSpPr/>
          <p:nvPr/>
        </p:nvSpPr>
        <p:spPr>
          <a:xfrm>
            <a:off x="6521710" y="4599648"/>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54" name="Google Shape;554;p28"/>
          <p:cNvSpPr/>
          <p:nvPr/>
        </p:nvSpPr>
        <p:spPr>
          <a:xfrm>
            <a:off x="5725835" y="498219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55" name="Google Shape;555;p28"/>
          <p:cNvSpPr/>
          <p:nvPr/>
        </p:nvSpPr>
        <p:spPr>
          <a:xfrm>
            <a:off x="6521710" y="498217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56" name="Google Shape;556;p28"/>
          <p:cNvSpPr/>
          <p:nvPr/>
        </p:nvSpPr>
        <p:spPr>
          <a:xfrm>
            <a:off x="7269285" y="2309514"/>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57" name="Google Shape;557;p28"/>
          <p:cNvSpPr/>
          <p:nvPr/>
        </p:nvSpPr>
        <p:spPr>
          <a:xfrm>
            <a:off x="7269285" y="3080414"/>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58" name="Google Shape;558;p28"/>
          <p:cNvSpPr/>
          <p:nvPr/>
        </p:nvSpPr>
        <p:spPr>
          <a:xfrm>
            <a:off x="7269288" y="459966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559" name="Google Shape;559;p28"/>
          <p:cNvSpPr/>
          <p:nvPr/>
        </p:nvSpPr>
        <p:spPr>
          <a:xfrm>
            <a:off x="7269288" y="4982188"/>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graphicFrame>
        <p:nvGraphicFramePr>
          <p:cNvPr id="560" name="Google Shape;560;p28"/>
          <p:cNvGraphicFramePr/>
          <p:nvPr/>
        </p:nvGraphicFramePr>
        <p:xfrm>
          <a:off x="360900" y="5744713"/>
          <a:ext cx="3000000" cy="3000000"/>
        </p:xfrm>
        <a:graphic>
          <a:graphicData uri="http://schemas.openxmlformats.org/drawingml/2006/table">
            <a:tbl>
              <a:tblPr>
                <a:noFill/>
                <a:tableStyleId>{DABC0C2F-476B-403E-9239-0B67E1F473CF}</a:tableStyleId>
              </a:tblPr>
              <a:tblGrid>
                <a:gridCol w="1074150"/>
                <a:gridCol w="1074150"/>
                <a:gridCol w="1074150"/>
                <a:gridCol w="1074150"/>
                <a:gridCol w="1074150"/>
                <a:gridCol w="1074150"/>
                <a:gridCol w="1074150"/>
              </a:tblGrid>
              <a:tr h="335075">
                <a:tc>
                  <a:txBody>
                    <a:bodyPr/>
                    <a:lstStyle/>
                    <a:p>
                      <a:pPr indent="0" lvl="0" marL="0" rtl="0" algn="ctr">
                        <a:spcBef>
                          <a:spcPts val="0"/>
                        </a:spcBef>
                        <a:spcAft>
                          <a:spcPts val="0"/>
                        </a:spcAft>
                        <a:buNone/>
                      </a:pPr>
                      <a:r>
                        <a:rPr lang="ko-KR" sz="1700">
                          <a:solidFill>
                            <a:schemeClr val="lt2"/>
                          </a:solidFill>
                        </a:rPr>
                        <a:t>&lt;&lt;</a:t>
                      </a:r>
                      <a:endParaRPr sz="1700">
                        <a:solidFill>
                          <a:schemeClr val="lt2"/>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solidFill>
                            <a:srgbClr val="0000FF"/>
                          </a:solidFill>
                        </a:rPr>
                        <a:t>1</a:t>
                      </a:r>
                      <a:endParaRPr sz="1700">
                        <a:solidFill>
                          <a:srgbClr val="0000FF"/>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2</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3</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4</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5</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&gt;&gt;</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r>
            </a:tbl>
          </a:graphicData>
        </a:graphic>
      </p:graphicFrame>
      <p:sp>
        <p:nvSpPr>
          <p:cNvPr id="561" name="Google Shape;561;p28"/>
          <p:cNvSpPr/>
          <p:nvPr/>
        </p:nvSpPr>
        <p:spPr>
          <a:xfrm>
            <a:off x="92000" y="7688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562" name="Google Shape;562;p28"/>
          <p:cNvSpPr/>
          <p:nvPr/>
        </p:nvSpPr>
        <p:spPr>
          <a:xfrm>
            <a:off x="5554463" y="1319038"/>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563" name="Google Shape;563;p28"/>
          <p:cNvSpPr/>
          <p:nvPr/>
        </p:nvSpPr>
        <p:spPr>
          <a:xfrm>
            <a:off x="6401738" y="1319038"/>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564" name="Google Shape;564;p28"/>
          <p:cNvSpPr/>
          <p:nvPr/>
        </p:nvSpPr>
        <p:spPr>
          <a:xfrm>
            <a:off x="7118838" y="2135163"/>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sp>
        <p:nvSpPr>
          <p:cNvPr id="565" name="Google Shape;565;p28"/>
          <p:cNvSpPr/>
          <p:nvPr/>
        </p:nvSpPr>
        <p:spPr>
          <a:xfrm>
            <a:off x="290750" y="555222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graphicFrame>
        <p:nvGraphicFramePr>
          <p:cNvPr id="571" name="Google Shape;571;p29"/>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view-016</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히스토리(수정이력)</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res-16</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수정 이력에 대해 조회할 수 있는 기능</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100"/>
                        <a:t>담당자 및 관리자</a:t>
                      </a:r>
                      <a:endParaRPr sz="11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해당 내역의 수정 이력을 확인 할 수 있으며  지원자, 담당자, 기관 관리자가 변경 이력 간략히 조회 기능</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해당 수정 이력 클릭시, 상세 보기 가능</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지원 담당자 및 관리자가 ‘수정이력’ 클릭을 통해 해당 화면을 확인할 수 있다.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해당 기능은 지원신청 단계부터 지원계획, 지원결과 까지 각 업무별로 기능이 구현된다.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572" name="Google Shape;572;p29"/>
          <p:cNvSpPr/>
          <p:nvPr/>
        </p:nvSpPr>
        <p:spPr>
          <a:xfrm>
            <a:off x="850475" y="1742350"/>
            <a:ext cx="6504300" cy="36378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573" name="Google Shape;573;p29"/>
          <p:cNvSpPr/>
          <p:nvPr/>
        </p:nvSpPr>
        <p:spPr>
          <a:xfrm>
            <a:off x="1222475" y="1960075"/>
            <a:ext cx="5760300" cy="6078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홍길동 님 {해당내역} 수정 이력                                      ✕</a:t>
            </a:r>
            <a:endParaRPr>
              <a:solidFill>
                <a:schemeClr val="lt1"/>
              </a:solidFill>
              <a:latin typeface="Malgun Gothic"/>
              <a:ea typeface="Malgun Gothic"/>
              <a:cs typeface="Malgun Gothic"/>
              <a:sym typeface="Malgun Gothic"/>
            </a:endParaRPr>
          </a:p>
        </p:txBody>
      </p:sp>
      <p:graphicFrame>
        <p:nvGraphicFramePr>
          <p:cNvPr id="574" name="Google Shape;574;p29"/>
          <p:cNvGraphicFramePr/>
          <p:nvPr/>
        </p:nvGraphicFramePr>
        <p:xfrm>
          <a:off x="952500" y="2857500"/>
          <a:ext cx="3000000" cy="3000000"/>
        </p:xfrm>
        <a:graphic>
          <a:graphicData uri="http://schemas.openxmlformats.org/drawingml/2006/table">
            <a:tbl>
              <a:tblPr>
                <a:noFill/>
                <a:tableStyleId>{DABC0C2F-476B-403E-9239-0B67E1F473CF}</a:tableStyleId>
              </a:tblPr>
              <a:tblGrid>
                <a:gridCol w="2106875"/>
                <a:gridCol w="2106875"/>
                <a:gridCol w="2106875"/>
              </a:tblGrid>
              <a:tr h="381000">
                <a:tc>
                  <a:txBody>
                    <a:bodyPr/>
                    <a:lstStyle/>
                    <a:p>
                      <a:pPr indent="0" lvl="0" marL="0" rtl="0" algn="ctr">
                        <a:spcBef>
                          <a:spcPts val="0"/>
                        </a:spcBef>
                        <a:spcAft>
                          <a:spcPts val="0"/>
                        </a:spcAft>
                        <a:buNone/>
                      </a:pPr>
                      <a:r>
                        <a:rPr lang="ko-KR"/>
                        <a:t>수정 날짜/시간</a:t>
                      </a:r>
                      <a:endParaRPr/>
                    </a:p>
                  </a:txBody>
                  <a:tcPr marT="91425" marB="91425" marR="91425" marL="91425">
                    <a:solidFill>
                      <a:srgbClr val="A4C2F4"/>
                    </a:solidFill>
                  </a:tcPr>
                </a:tc>
                <a:tc>
                  <a:txBody>
                    <a:bodyPr/>
                    <a:lstStyle/>
                    <a:p>
                      <a:pPr indent="0" lvl="0" marL="0" rtl="0" algn="ctr">
                        <a:spcBef>
                          <a:spcPts val="0"/>
                        </a:spcBef>
                        <a:spcAft>
                          <a:spcPts val="0"/>
                        </a:spcAft>
                        <a:buNone/>
                      </a:pPr>
                      <a:r>
                        <a:rPr lang="ko-KR"/>
                        <a:t>작성자</a:t>
                      </a:r>
                      <a:endParaRPr/>
                    </a:p>
                  </a:txBody>
                  <a:tcPr marT="91425" marB="91425" marR="91425" marL="91425">
                    <a:solidFill>
                      <a:srgbClr val="A4C2F4"/>
                    </a:solidFill>
                  </a:tcPr>
                </a:tc>
                <a:tc>
                  <a:txBody>
                    <a:bodyPr/>
                    <a:lstStyle/>
                    <a:p>
                      <a:pPr indent="0" lvl="0" marL="0" rtl="0" algn="ctr">
                        <a:spcBef>
                          <a:spcPts val="0"/>
                        </a:spcBef>
                        <a:spcAft>
                          <a:spcPts val="0"/>
                        </a:spcAft>
                        <a:buNone/>
                      </a:pPr>
                      <a:r>
                        <a:rPr lang="ko-KR"/>
                        <a:t>권한</a:t>
                      </a:r>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ko-KR"/>
                        <a:t>2026.02.10 17:42:17</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강하늘</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담당자</a:t>
                      </a:r>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KR"/>
                        <a:t>2026.02.09 14:42:15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강빛나</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기관관리자</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KR"/>
                        <a:t>2026.02.08 13:10:26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고미령</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지원자</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75" name="Google Shape;575;p29"/>
          <p:cNvSpPr/>
          <p:nvPr/>
        </p:nvSpPr>
        <p:spPr>
          <a:xfrm>
            <a:off x="827161" y="1746107"/>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576" name="Google Shape;576;p29"/>
          <p:cNvSpPr/>
          <p:nvPr/>
        </p:nvSpPr>
        <p:spPr>
          <a:xfrm>
            <a:off x="827161" y="2683857"/>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graphicFrame>
        <p:nvGraphicFramePr>
          <p:cNvPr id="582" name="Google Shape;582;p30"/>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view-017</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히스토리(수정이력) - </a:t>
                      </a:r>
                      <a:r>
                        <a:rPr lang="ko-KR"/>
                        <a:t>상세이력</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res-16</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97800">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수정 이력에 대해 </a:t>
                      </a:r>
                      <a:r>
                        <a:rPr lang="ko-KR"/>
                        <a:t>상세하게 </a:t>
                      </a:r>
                      <a:r>
                        <a:rPr lang="ko-KR"/>
                        <a:t>조회할 수 있는 기능</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700"/>
                        <a:t>지원자, </a:t>
                      </a:r>
                      <a:r>
                        <a:rPr lang="ko-KR" sz="700"/>
                        <a:t>담당자 및 관리자</a:t>
                      </a:r>
                      <a:endParaRPr sz="700"/>
                    </a:p>
                  </a:txBody>
                  <a:tcPr marT="45725" marB="45725" marR="91450" marL="9145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수정 전 내용과 수정 후 변경 내용이 표기되며, 작성자와 수정자의 정보 및 수정한 항목을 상세히 조회할 수 있습니다.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지원 담당자 및 관리자가 ‘수정이력’ 클릭을 통해 해당 화면을 확인할 수 있다.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해당 기능은 지원신청 단계부터 지원계획, 지원결과 까지 각 업무별로 기능이 구현된다.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583" name="Google Shape;583;p30"/>
          <p:cNvSpPr/>
          <p:nvPr/>
        </p:nvSpPr>
        <p:spPr>
          <a:xfrm>
            <a:off x="850475" y="1742350"/>
            <a:ext cx="6504300" cy="36378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584" name="Google Shape;584;p30"/>
          <p:cNvSpPr/>
          <p:nvPr/>
        </p:nvSpPr>
        <p:spPr>
          <a:xfrm>
            <a:off x="1222475" y="1960075"/>
            <a:ext cx="5760300" cy="6078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홍길동 님 {해당내역} 수정 이력                                      ✕</a:t>
            </a:r>
            <a:endParaRPr>
              <a:solidFill>
                <a:schemeClr val="lt1"/>
              </a:solidFill>
              <a:latin typeface="Malgun Gothic"/>
              <a:ea typeface="Malgun Gothic"/>
              <a:cs typeface="Malgun Gothic"/>
              <a:sym typeface="Malgun Gothic"/>
            </a:endParaRPr>
          </a:p>
        </p:txBody>
      </p:sp>
      <p:graphicFrame>
        <p:nvGraphicFramePr>
          <p:cNvPr id="585" name="Google Shape;585;p30"/>
          <p:cNvGraphicFramePr/>
          <p:nvPr/>
        </p:nvGraphicFramePr>
        <p:xfrm>
          <a:off x="952500" y="2857500"/>
          <a:ext cx="3000000" cy="3000000"/>
        </p:xfrm>
        <a:graphic>
          <a:graphicData uri="http://schemas.openxmlformats.org/drawingml/2006/table">
            <a:tbl>
              <a:tblPr>
                <a:noFill/>
                <a:tableStyleId>{DABC0C2F-476B-403E-9239-0B67E1F473CF}</a:tableStyleId>
              </a:tblPr>
              <a:tblGrid>
                <a:gridCol w="2106875"/>
                <a:gridCol w="2106875"/>
                <a:gridCol w="2106875"/>
              </a:tblGrid>
              <a:tr h="381000">
                <a:tc>
                  <a:txBody>
                    <a:bodyPr/>
                    <a:lstStyle/>
                    <a:p>
                      <a:pPr indent="0" lvl="0" marL="0" rtl="0" algn="ctr">
                        <a:spcBef>
                          <a:spcPts val="0"/>
                        </a:spcBef>
                        <a:spcAft>
                          <a:spcPts val="0"/>
                        </a:spcAft>
                        <a:buNone/>
                      </a:pPr>
                      <a:r>
                        <a:rPr lang="ko-KR"/>
                        <a:t>수정 날짜/시간</a:t>
                      </a:r>
                      <a:endParaRPr/>
                    </a:p>
                  </a:txBody>
                  <a:tcPr marT="91425" marB="91425" marR="91425" marL="91425">
                    <a:solidFill>
                      <a:srgbClr val="A4C2F4"/>
                    </a:solidFill>
                  </a:tcPr>
                </a:tc>
                <a:tc>
                  <a:txBody>
                    <a:bodyPr/>
                    <a:lstStyle/>
                    <a:p>
                      <a:pPr indent="0" lvl="0" marL="0" rtl="0" algn="ctr">
                        <a:spcBef>
                          <a:spcPts val="0"/>
                        </a:spcBef>
                        <a:spcAft>
                          <a:spcPts val="0"/>
                        </a:spcAft>
                        <a:buNone/>
                      </a:pPr>
                      <a:r>
                        <a:rPr lang="ko-KR"/>
                        <a:t>작성자</a:t>
                      </a:r>
                      <a:endParaRPr/>
                    </a:p>
                  </a:txBody>
                  <a:tcPr marT="91425" marB="91425" marR="91425" marL="91425">
                    <a:solidFill>
                      <a:srgbClr val="A4C2F4"/>
                    </a:solidFill>
                  </a:tcPr>
                </a:tc>
                <a:tc>
                  <a:txBody>
                    <a:bodyPr/>
                    <a:lstStyle/>
                    <a:p>
                      <a:pPr indent="0" lvl="0" marL="0" rtl="0" algn="ctr">
                        <a:spcBef>
                          <a:spcPts val="0"/>
                        </a:spcBef>
                        <a:spcAft>
                          <a:spcPts val="0"/>
                        </a:spcAft>
                        <a:buNone/>
                      </a:pPr>
                      <a:r>
                        <a:rPr lang="ko-KR"/>
                        <a:t>권한</a:t>
                      </a:r>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ko-KR"/>
                        <a:t>2026.02.10 17:42:17</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강하늘</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담당자</a:t>
                      </a:r>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KR"/>
                        <a:t>2026.02.09 14:42:15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강빛나</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기관관리자</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KR"/>
                        <a:t>2026.02.08 13:10:26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고미령</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지원자</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586" name="Google Shape;586;p30"/>
          <p:cNvPicPr preferRelativeResize="0"/>
          <p:nvPr/>
        </p:nvPicPr>
        <p:blipFill>
          <a:blip r:embed="rId3">
            <a:alphaModFix/>
          </a:blip>
          <a:stretch>
            <a:fillRect/>
          </a:stretch>
        </p:blipFill>
        <p:spPr>
          <a:xfrm>
            <a:off x="92000" y="699071"/>
            <a:ext cx="8503199" cy="6117410"/>
          </a:xfrm>
          <a:prstGeom prst="rect">
            <a:avLst/>
          </a:prstGeom>
          <a:noFill/>
          <a:ln>
            <a:noFill/>
          </a:ln>
        </p:spPr>
      </p:pic>
      <p:graphicFrame>
        <p:nvGraphicFramePr>
          <p:cNvPr id="587" name="Google Shape;587;p30"/>
          <p:cNvGraphicFramePr/>
          <p:nvPr/>
        </p:nvGraphicFramePr>
        <p:xfrm>
          <a:off x="405475" y="2206600"/>
          <a:ext cx="3000000" cy="3000000"/>
        </p:xfrm>
        <a:graphic>
          <a:graphicData uri="http://schemas.openxmlformats.org/drawingml/2006/table">
            <a:tbl>
              <a:tblPr>
                <a:noFill/>
                <a:tableStyleId>{DABC0C2F-476B-403E-9239-0B67E1F473CF}</a:tableStyleId>
              </a:tblPr>
              <a:tblGrid>
                <a:gridCol w="2657650"/>
                <a:gridCol w="2657650"/>
                <a:gridCol w="2657650"/>
              </a:tblGrid>
              <a:tr h="367600">
                <a:tc>
                  <a:txBody>
                    <a:bodyPr/>
                    <a:lstStyle/>
                    <a:p>
                      <a:pPr indent="0" lvl="0" marL="0" rtl="0" algn="ctr">
                        <a:spcBef>
                          <a:spcPts val="0"/>
                        </a:spcBef>
                        <a:spcAft>
                          <a:spcPts val="0"/>
                        </a:spcAft>
                        <a:buNone/>
                      </a:pPr>
                      <a:r>
                        <a:rPr lang="ko-KR"/>
                        <a:t>수정 날짜/시간</a:t>
                      </a:r>
                      <a:endParaRPr/>
                    </a:p>
                  </a:txBody>
                  <a:tcPr marT="91425" marB="91425" marR="91425" marL="91425">
                    <a:solidFill>
                      <a:srgbClr val="FFF2CC"/>
                    </a:solidFill>
                  </a:tcPr>
                </a:tc>
                <a:tc>
                  <a:txBody>
                    <a:bodyPr/>
                    <a:lstStyle/>
                    <a:p>
                      <a:pPr indent="0" lvl="0" marL="0" rtl="0" algn="ctr">
                        <a:spcBef>
                          <a:spcPts val="0"/>
                        </a:spcBef>
                        <a:spcAft>
                          <a:spcPts val="0"/>
                        </a:spcAft>
                        <a:buNone/>
                      </a:pPr>
                      <a:r>
                        <a:rPr lang="ko-KR"/>
                        <a:t>작성자</a:t>
                      </a:r>
                      <a:endParaRPr/>
                    </a:p>
                  </a:txBody>
                  <a:tcPr marT="91425" marB="91425" marR="91425" marL="91425">
                    <a:solidFill>
                      <a:srgbClr val="FFF2CC"/>
                    </a:solidFill>
                  </a:tcPr>
                </a:tc>
                <a:tc>
                  <a:txBody>
                    <a:bodyPr/>
                    <a:lstStyle/>
                    <a:p>
                      <a:pPr indent="0" lvl="0" marL="0" rtl="0" algn="ctr">
                        <a:spcBef>
                          <a:spcPts val="0"/>
                        </a:spcBef>
                        <a:spcAft>
                          <a:spcPts val="0"/>
                        </a:spcAft>
                        <a:buNone/>
                      </a:pPr>
                      <a:r>
                        <a:rPr lang="ko-KR"/>
                        <a:t>소속기관</a:t>
                      </a:r>
                      <a:endParaRPr/>
                    </a:p>
                  </a:txBody>
                  <a:tcPr marT="91425" marB="91425" marR="91425" marL="91425">
                    <a:solidFill>
                      <a:srgbClr val="FFF2CC"/>
                    </a:solidFill>
                  </a:tcPr>
                </a:tc>
              </a:tr>
              <a:tr h="358675">
                <a:tc>
                  <a:txBody>
                    <a:bodyPr/>
                    <a:lstStyle/>
                    <a:p>
                      <a:pPr indent="0" lvl="0" marL="0" rtl="0" algn="ctr">
                        <a:spcBef>
                          <a:spcPts val="0"/>
                        </a:spcBef>
                        <a:spcAft>
                          <a:spcPts val="0"/>
                        </a:spcAft>
                        <a:buNone/>
                      </a:pPr>
                      <a:r>
                        <a:rPr lang="ko-KR"/>
                        <a:t>2026.02.10 17:42:17</a:t>
                      </a:r>
                      <a:endParaRPr/>
                    </a:p>
                  </a:txBody>
                  <a:tcPr marT="91425" marB="91425" marR="91425" marL="91425">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a:t>강하늘</a:t>
                      </a:r>
                      <a:endParaRPr/>
                    </a:p>
                  </a:txBody>
                  <a:tcPr marT="91425" marB="91425" marR="91425" marL="91425">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a:t>대구 남구 지원센터</a:t>
                      </a:r>
                      <a:endParaRPr/>
                    </a:p>
                  </a:txBody>
                  <a:tcPr marT="91425" marB="91425" marR="91425" marL="91425">
                    <a:lnB cap="flat" cmpd="sng" w="9525">
                      <a:solidFill>
                        <a:srgbClr val="9E9E9E"/>
                      </a:solidFill>
                      <a:prstDash val="solid"/>
                      <a:round/>
                      <a:headEnd len="sm" w="sm" type="none"/>
                      <a:tailEnd len="sm" w="sm" type="none"/>
                    </a:lnB>
                    <a:solidFill>
                      <a:schemeClr val="lt1"/>
                    </a:solidFill>
                  </a:tcPr>
                </a:tc>
              </a:tr>
              <a:tr h="330050">
                <a:tc>
                  <a:txBody>
                    <a:bodyPr/>
                    <a:lstStyle/>
                    <a:p>
                      <a:pPr indent="0" lvl="0" marL="0" rtl="0" algn="ctr">
                        <a:spcBef>
                          <a:spcPts val="0"/>
                        </a:spcBef>
                        <a:spcAft>
                          <a:spcPts val="0"/>
                        </a:spcAft>
                        <a:buNone/>
                      </a:pPr>
                      <a:r>
                        <a:rPr lang="ko-KR"/>
                        <a:t>수정자</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ko-KR"/>
                        <a:t>소속기관</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ctr">
                        <a:spcBef>
                          <a:spcPts val="0"/>
                        </a:spcBef>
                        <a:spcAft>
                          <a:spcPts val="0"/>
                        </a:spcAft>
                        <a:buNone/>
                      </a:pPr>
                      <a:r>
                        <a:rPr lang="ko-KR"/>
                        <a:t>변경항목</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330050">
                <a:tc>
                  <a:txBody>
                    <a:bodyPr/>
                    <a:lstStyle/>
                    <a:p>
                      <a:pPr indent="0" lvl="0" marL="0" rtl="0" algn="ctr">
                        <a:spcBef>
                          <a:spcPts val="0"/>
                        </a:spcBef>
                        <a:spcAft>
                          <a:spcPts val="0"/>
                        </a:spcAft>
                        <a:buNone/>
                      </a:pPr>
                      <a:r>
                        <a:rPr lang="ko-KR"/>
                        <a:t>강빛나</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a:t>대구 남구 지원센터</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a:t>내용</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67575">
                <a:tc gridSpan="3">
                  <a:txBody>
                    <a:bodyPr/>
                    <a:lstStyle/>
                    <a:p>
                      <a:pPr indent="0" lvl="0" marL="0" rtl="0" algn="ctr">
                        <a:spcBef>
                          <a:spcPts val="0"/>
                        </a:spcBef>
                        <a:spcAft>
                          <a:spcPts val="0"/>
                        </a:spcAft>
                        <a:buNone/>
                      </a:pPr>
                      <a:r>
                        <a:rPr lang="ko-KR"/>
                        <a:t>수정 전</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c hMerge="1"/>
                <a:tc hMerge="1"/>
              </a:tr>
              <a:tr h="755625">
                <a:tc gridSpan="3">
                  <a:txBody>
                    <a:bodyPr/>
                    <a:lstStyle/>
                    <a:p>
                      <a:pPr indent="0" lvl="0" marL="0" rtl="0" algn="ctr">
                        <a:spcBef>
                          <a:spcPts val="0"/>
                        </a:spcBef>
                        <a:spcAft>
                          <a:spcPts val="0"/>
                        </a:spcAft>
                        <a:buNone/>
                      </a:pPr>
                      <a:r>
                        <a:rPr lang="ko-KR"/>
                        <a:t>현재 통학에 어려움을 겪고 있습니다. 그에 따라 지역 사설버스 운영에 사용할 수 있는 교통비 지급이 필요할 것으로 보입니다.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hMerge="1"/>
                <a:tc hMerge="1"/>
              </a:tr>
              <a:tr h="330025">
                <a:tc gridSpan="3">
                  <a:txBody>
                    <a:bodyPr/>
                    <a:lstStyle/>
                    <a:p>
                      <a:pPr indent="0" lvl="0" marL="0" rtl="0" algn="ctr">
                        <a:spcBef>
                          <a:spcPts val="0"/>
                        </a:spcBef>
                        <a:spcAft>
                          <a:spcPts val="0"/>
                        </a:spcAft>
                        <a:buNone/>
                      </a:pPr>
                      <a:r>
                        <a:rPr lang="ko-KR"/>
                        <a:t>수정 후</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hMerge="1"/>
                <a:tc hMerge="1"/>
              </a:tr>
              <a:tr h="755625">
                <a:tc gridSpan="3">
                  <a:txBody>
                    <a:bodyPr/>
                    <a:lstStyle/>
                    <a:p>
                      <a:pPr indent="0" lvl="0" marL="0" rtl="0" algn="ctr">
                        <a:spcBef>
                          <a:spcPts val="0"/>
                        </a:spcBef>
                        <a:spcAft>
                          <a:spcPts val="0"/>
                        </a:spcAft>
                        <a:buNone/>
                      </a:pPr>
                      <a:r>
                        <a:rPr lang="ko-KR"/>
                        <a:t>통학에 어려움을 겪고 있으나, 보호자 대동 하에 대중교통 이용을 진행하며, 이에 따른 통학 교통비 및 보호자 교통비 추가 지원이 필요합니다.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hMerge="1"/>
                <a:tc hMerge="1"/>
              </a:tr>
            </a:tbl>
          </a:graphicData>
        </a:graphic>
      </p:graphicFrame>
      <p:sp>
        <p:nvSpPr>
          <p:cNvPr id="588" name="Google Shape;588;p30"/>
          <p:cNvSpPr/>
          <p:nvPr/>
        </p:nvSpPr>
        <p:spPr>
          <a:xfrm>
            <a:off x="322211" y="2062482"/>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graphicFrame>
        <p:nvGraphicFramePr>
          <p:cNvPr id="594" name="Google Shape;594;p31"/>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view-018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조회 - 지원자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지원계획을 지원자가 조회하는 화면</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rPr lang="ko-KR"/>
                        <a:t>             지원계획 01</a:t>
                      </a:r>
                      <a:r>
                        <a:rPr lang="ko-KR" sz="1000"/>
                        <a:t>                                                                                                                                                          작성일 2022년2월22일</a:t>
                      </a:r>
                      <a:endParaRPr sz="1000"/>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sz="1100">
                        <a:latin typeface="Malgun Gothic"/>
                        <a:ea typeface="Malgun Gothic"/>
                        <a:cs typeface="Malgun Gothic"/>
                        <a:sym typeface="Malgun Gothic"/>
                      </a:endParaRPr>
                    </a:p>
                    <a:p>
                      <a:pPr indent="0" lvl="0" marL="0" marR="0" rtl="0" algn="l">
                        <a:spcBef>
                          <a:spcPts val="0"/>
                        </a:spcBef>
                        <a:spcAft>
                          <a:spcPts val="0"/>
                        </a:spcAft>
                        <a:buNone/>
                      </a:pPr>
                      <a:r>
                        <a:rPr lang="ko-KR"/>
                        <a:t>             </a:t>
                      </a:r>
                      <a:r>
                        <a:rPr lang="ko-KR"/>
                        <a:t>지원계획 02                                                                                                               </a:t>
                      </a:r>
                      <a:r>
                        <a:rPr lang="ko-KR" sz="1000"/>
                        <a:t>작성일 2022년 2월22일</a:t>
                      </a:r>
                      <a:r>
                        <a:rPr lang="ko-KR"/>
                        <a:t>   </a:t>
                      </a:r>
                      <a:endParaRPr/>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지원계획내용정보를 확인할수있는 페이지.</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수정이력을 통해 본 ppt 16슬라이드의 ‘수정이력’ 화면을 조회 가능하다.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595" name="Google Shape;595;p31"/>
          <p:cNvGraphicFramePr/>
          <p:nvPr/>
        </p:nvGraphicFramePr>
        <p:xfrm>
          <a:off x="161838" y="1103125"/>
          <a:ext cx="3000000" cy="3000000"/>
        </p:xfrm>
        <a:graphic>
          <a:graphicData uri="http://schemas.openxmlformats.org/drawingml/2006/table">
            <a:tbl>
              <a:tblPr>
                <a:noFill/>
                <a:tableStyleId>{DABC0C2F-476B-403E-9239-0B67E1F473CF}</a:tableStyleId>
              </a:tblPr>
              <a:tblGrid>
                <a:gridCol w="695275"/>
                <a:gridCol w="1695175"/>
                <a:gridCol w="1195200"/>
                <a:gridCol w="1195200"/>
                <a:gridCol w="1195200"/>
                <a:gridCol w="1195200"/>
                <a:gridCol w="1195200"/>
              </a:tblGrid>
              <a:tr h="369050">
                <a:tc>
                  <a:txBody>
                    <a:bodyPr/>
                    <a:lstStyle/>
                    <a:p>
                      <a:pPr indent="0" lvl="0" marL="0" rtl="0" algn="l">
                        <a:spcBef>
                          <a:spcPts val="0"/>
                        </a:spcBef>
                        <a:spcAft>
                          <a:spcPts val="0"/>
                        </a:spcAft>
                        <a:buNone/>
                      </a:pPr>
                      <a:r>
                        <a:rPr lang="ko-KR"/>
                        <a:t>목표</a:t>
                      </a:r>
                      <a:endParaRPr/>
                    </a:p>
                  </a:txBody>
                  <a:tcPr marT="91425" marB="91425" marR="91425" marL="91425"/>
                </a:tc>
                <a:tc gridSpan="6">
                  <a:txBody>
                    <a:bodyPr/>
                    <a:lstStyle/>
                    <a:p>
                      <a:pPr indent="0" lvl="0" marL="0" rtl="0" algn="l">
                        <a:spcBef>
                          <a:spcPts val="0"/>
                        </a:spcBef>
                        <a:spcAft>
                          <a:spcPts val="0"/>
                        </a:spcAft>
                        <a:buNone/>
                      </a:pPr>
                      <a:r>
                        <a:rPr lang="ko-KR"/>
                        <a:t>목표 내용 여기에 표시됨</a:t>
                      </a:r>
                      <a:endParaRPr/>
                    </a:p>
                  </a:txBody>
                  <a:tcPr marT="91425" marB="91425" marR="91425" marL="91425"/>
                </a:tc>
                <a:tc hMerge="1"/>
                <a:tc hMerge="1"/>
                <a:tc hMerge="1"/>
                <a:tc hMerge="1"/>
                <a:tc hMerge="1"/>
              </a:tr>
              <a:tr h="871700">
                <a:tc>
                  <a:txBody>
                    <a:bodyPr/>
                    <a:lstStyle/>
                    <a:p>
                      <a:pPr indent="0" lvl="0" marL="0" rtl="0" algn="l">
                        <a:spcBef>
                          <a:spcPts val="0"/>
                        </a:spcBef>
                        <a:spcAft>
                          <a:spcPts val="0"/>
                        </a:spcAft>
                        <a:buNone/>
                      </a:pPr>
                      <a:r>
                        <a:rPr lang="ko-KR"/>
                        <a:t>내용</a:t>
                      </a:r>
                      <a:endParaRPr/>
                    </a:p>
                  </a:txBody>
                  <a:tcPr marT="91425" marB="91425" marR="91425" marL="91425"/>
                </a:tc>
                <a:tc gridSpan="6">
                  <a:txBody>
                    <a:bodyPr/>
                    <a:lstStyle/>
                    <a:p>
                      <a:pPr indent="0" lvl="0" marL="0" rtl="0" algn="l">
                        <a:spcBef>
                          <a:spcPts val="0"/>
                        </a:spcBef>
                        <a:spcAft>
                          <a:spcPts val="0"/>
                        </a:spcAft>
                        <a:buNone/>
                      </a:pPr>
                      <a:r>
                        <a:rPr lang="ko-KR" sz="1000"/>
                        <a:t>지원계획 내용이 여기에 표시됨,</a:t>
                      </a:r>
                      <a:r>
                        <a:rPr lang="ko-KR" sz="1000">
                          <a:solidFill>
                            <a:schemeClr val="dk1"/>
                          </a:solidFill>
                        </a:rPr>
                        <a:t>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a:t>
                      </a:r>
                      <a:endParaRPr sz="1000"/>
                    </a:p>
                  </a:txBody>
                  <a:tcPr marT="91425" marB="91425" marR="91425" marL="91425"/>
                </a:tc>
                <a:tc hMerge="1"/>
                <a:tc hMerge="1"/>
                <a:tc hMerge="1"/>
                <a:tc hMerge="1"/>
                <a:tc hMerge="1"/>
              </a:tr>
              <a:tr h="831825">
                <a:tc>
                  <a:txBody>
                    <a:bodyPr/>
                    <a:lstStyle/>
                    <a:p>
                      <a:pPr indent="0" lvl="0" marL="0" rtl="0" algn="l">
                        <a:spcBef>
                          <a:spcPts val="0"/>
                        </a:spcBef>
                        <a:spcAft>
                          <a:spcPts val="0"/>
                        </a:spcAft>
                        <a:buNone/>
                      </a:pPr>
                      <a:r>
                        <a:rPr lang="ko-KR"/>
                        <a:t>첨부</a:t>
                      </a:r>
                      <a:endParaRPr/>
                    </a:p>
                  </a:txBody>
                  <a:tcPr marT="91425" marB="91425" marR="91425" marL="91425"/>
                </a:tc>
                <a:tc gridSpan="6">
                  <a:txBody>
                    <a:bodyPr/>
                    <a:lstStyle/>
                    <a:p>
                      <a:pPr indent="0" lvl="0" marL="0" rtl="0" algn="l">
                        <a:spcBef>
                          <a:spcPts val="0"/>
                        </a:spcBef>
                        <a:spcAft>
                          <a:spcPts val="0"/>
                        </a:spcAft>
                        <a:buNone/>
                      </a:pPr>
                      <a:r>
                        <a:rPr lang="ko-KR"/>
                        <a:t>⏬</a:t>
                      </a:r>
                      <a:r>
                        <a:rPr lang="ko-KR" sz="1100">
                          <a:solidFill>
                            <a:srgbClr val="808080"/>
                          </a:solidFill>
                        </a:rPr>
                        <a:t>사진12345.png</a:t>
                      </a:r>
                      <a:r>
                        <a:rPr lang="ko-KR"/>
                        <a:t> </a:t>
                      </a:r>
                      <a:endParaRPr/>
                    </a:p>
                    <a:p>
                      <a:pPr indent="0" lvl="0" marL="0" rtl="0" algn="l">
                        <a:spcBef>
                          <a:spcPts val="0"/>
                        </a:spcBef>
                        <a:spcAft>
                          <a:spcPts val="0"/>
                        </a:spcAft>
                        <a:buNone/>
                      </a:pPr>
                      <a:r>
                        <a:rPr lang="ko-KR"/>
                        <a:t>⏬</a:t>
                      </a:r>
                      <a:r>
                        <a:rPr lang="ko-KR" sz="1100">
                          <a:solidFill>
                            <a:srgbClr val="808080"/>
                          </a:solidFill>
                        </a:rPr>
                        <a:t>지원계획0204.pdf</a:t>
                      </a:r>
                      <a:endParaRPr sz="1100">
                        <a:solidFill>
                          <a:srgbClr val="808080"/>
                        </a:solidFill>
                      </a:endParaRPr>
                    </a:p>
                  </a:txBody>
                  <a:tcPr marT="91425" marB="91425" marR="91425" marL="91425"/>
                </a:tc>
                <a:tc hMerge="1"/>
                <a:tc hMerge="1"/>
                <a:tc hMerge="1"/>
                <a:tc hMerge="1"/>
                <a:tc hMerge="1"/>
              </a:tr>
            </a:tbl>
          </a:graphicData>
        </a:graphic>
      </p:graphicFrame>
      <p:graphicFrame>
        <p:nvGraphicFramePr>
          <p:cNvPr id="596" name="Google Shape;596;p31"/>
          <p:cNvGraphicFramePr/>
          <p:nvPr/>
        </p:nvGraphicFramePr>
        <p:xfrm>
          <a:off x="161838" y="3684850"/>
          <a:ext cx="3000000" cy="3000000"/>
        </p:xfrm>
        <a:graphic>
          <a:graphicData uri="http://schemas.openxmlformats.org/drawingml/2006/table">
            <a:tbl>
              <a:tblPr>
                <a:noFill/>
                <a:tableStyleId>{DABC0C2F-476B-403E-9239-0B67E1F473CF}</a:tableStyleId>
              </a:tblPr>
              <a:tblGrid>
                <a:gridCol w="695275"/>
                <a:gridCol w="3487950"/>
                <a:gridCol w="2091625"/>
                <a:gridCol w="2091625"/>
              </a:tblGrid>
              <a:tr h="305825">
                <a:tc>
                  <a:txBody>
                    <a:bodyPr/>
                    <a:lstStyle/>
                    <a:p>
                      <a:pPr indent="0" lvl="0" marL="0" rtl="0" algn="l">
                        <a:spcBef>
                          <a:spcPts val="0"/>
                        </a:spcBef>
                        <a:spcAft>
                          <a:spcPts val="0"/>
                        </a:spcAft>
                        <a:buNone/>
                      </a:pPr>
                      <a:r>
                        <a:rPr lang="ko-KR"/>
                        <a:t>목표</a:t>
                      </a:r>
                      <a:endParaRPr/>
                    </a:p>
                  </a:txBody>
                  <a:tcPr marT="91425" marB="91425" marR="91425" marL="91425"/>
                </a:tc>
                <a:tc gridSpan="3">
                  <a:txBody>
                    <a:bodyPr/>
                    <a:lstStyle/>
                    <a:p>
                      <a:pPr indent="0" lvl="0" marL="0" rtl="0" algn="l">
                        <a:spcBef>
                          <a:spcPts val="0"/>
                        </a:spcBef>
                        <a:spcAft>
                          <a:spcPts val="0"/>
                        </a:spcAft>
                        <a:buNone/>
                      </a:pPr>
                      <a:r>
                        <a:rPr lang="ko-KR"/>
                        <a:t>목표 내용 여기에 표시됨</a:t>
                      </a:r>
                      <a:endParaRPr/>
                    </a:p>
                  </a:txBody>
                  <a:tcPr marT="91425" marB="91425" marR="91425" marL="91425"/>
                </a:tc>
                <a:tc hMerge="1"/>
                <a:tc hMerge="1"/>
              </a:tr>
              <a:tr h="836725">
                <a:tc>
                  <a:txBody>
                    <a:bodyPr/>
                    <a:lstStyle/>
                    <a:p>
                      <a:pPr indent="0" lvl="0" marL="0" rtl="0" algn="l">
                        <a:spcBef>
                          <a:spcPts val="0"/>
                        </a:spcBef>
                        <a:spcAft>
                          <a:spcPts val="0"/>
                        </a:spcAft>
                        <a:buNone/>
                      </a:pPr>
                      <a:r>
                        <a:rPr lang="ko-KR"/>
                        <a:t>내용</a:t>
                      </a:r>
                      <a:endParaRPr/>
                    </a:p>
                  </a:txBody>
                  <a:tcPr marT="91425" marB="91425" marR="91425" marL="91425"/>
                </a:tc>
                <a:tc gridSpan="3">
                  <a:txBody>
                    <a:bodyPr/>
                    <a:lstStyle/>
                    <a:p>
                      <a:pPr indent="0" lvl="0" marL="0" rtl="0" algn="l">
                        <a:spcBef>
                          <a:spcPts val="0"/>
                        </a:spcBef>
                        <a:spcAft>
                          <a:spcPts val="0"/>
                        </a:spcAft>
                        <a:buClr>
                          <a:schemeClr val="dk1"/>
                        </a:buClr>
                        <a:buSzPts val="1100"/>
                        <a:buFont typeface="Arial"/>
                        <a:buNone/>
                      </a:pPr>
                      <a:r>
                        <a:rPr lang="ko-KR" sz="1000">
                          <a:solidFill>
                            <a:schemeClr val="dk1"/>
                          </a:solidFill>
                        </a:rPr>
                        <a:t>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a:t>
                      </a:r>
                      <a:endParaRPr sz="1000">
                        <a:solidFill>
                          <a:schemeClr val="dk1"/>
                        </a:solidFill>
                      </a:endParaRPr>
                    </a:p>
                    <a:p>
                      <a:pPr indent="0" lvl="0" marL="0" rtl="0" algn="l">
                        <a:spcBef>
                          <a:spcPts val="0"/>
                        </a:spcBef>
                        <a:spcAft>
                          <a:spcPts val="0"/>
                        </a:spcAft>
                        <a:buNone/>
                      </a:pPr>
                      <a:r>
                        <a:t/>
                      </a:r>
                      <a:endParaRPr/>
                    </a:p>
                  </a:txBody>
                  <a:tcPr marT="91425" marB="91425" marR="91425" marL="91425"/>
                </a:tc>
                <a:tc hMerge="1"/>
                <a:tc hMerge="1"/>
              </a:tr>
              <a:tr h="813650">
                <a:tc>
                  <a:txBody>
                    <a:bodyPr/>
                    <a:lstStyle/>
                    <a:p>
                      <a:pPr indent="0" lvl="0" marL="0" rtl="0" algn="l">
                        <a:spcBef>
                          <a:spcPts val="0"/>
                        </a:spcBef>
                        <a:spcAft>
                          <a:spcPts val="0"/>
                        </a:spcAft>
                        <a:buNone/>
                      </a:pPr>
                      <a:r>
                        <a:rPr lang="ko-KR"/>
                        <a:t>첨부</a:t>
                      </a:r>
                      <a:endParaRPr/>
                    </a:p>
                  </a:txBody>
                  <a:tcPr marT="91425" marB="91425" marR="91425" marL="91425"/>
                </a:tc>
                <a:tc gridSpan="3">
                  <a:txBody>
                    <a:bodyPr/>
                    <a:lstStyle/>
                    <a:p>
                      <a:pPr indent="0" lvl="0" marL="0" rtl="0" algn="l">
                        <a:spcBef>
                          <a:spcPts val="0"/>
                        </a:spcBef>
                        <a:spcAft>
                          <a:spcPts val="0"/>
                        </a:spcAft>
                        <a:buNone/>
                      </a:pPr>
                      <a:r>
                        <a:rPr lang="ko-KR" sz="1100">
                          <a:solidFill>
                            <a:srgbClr val="808080"/>
                          </a:solidFill>
                        </a:rPr>
                        <a:t>첨부파일이 없습니다.</a:t>
                      </a:r>
                      <a:endParaRPr sz="1100">
                        <a:solidFill>
                          <a:srgbClr val="808080"/>
                        </a:solidFill>
                      </a:endParaRPr>
                    </a:p>
                  </a:txBody>
                  <a:tcPr marT="91425" marB="91425" marR="91425" marL="91425"/>
                </a:tc>
                <a:tc hMerge="1"/>
                <a:tc hMerge="1"/>
              </a:tr>
            </a:tbl>
          </a:graphicData>
        </a:graphic>
      </p:graphicFrame>
      <p:sp>
        <p:nvSpPr>
          <p:cNvPr id="597" name="Google Shape;597;p31"/>
          <p:cNvSpPr txBox="1"/>
          <p:nvPr/>
        </p:nvSpPr>
        <p:spPr>
          <a:xfrm>
            <a:off x="213978" y="753097"/>
            <a:ext cx="546000" cy="315600"/>
          </a:xfrm>
          <a:prstGeom prst="rect">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100">
                <a:solidFill>
                  <a:schemeClr val="lt1"/>
                </a:solidFill>
                <a:latin typeface="Malgun Gothic"/>
                <a:ea typeface="Malgun Gothic"/>
                <a:cs typeface="Malgun Gothic"/>
                <a:sym typeface="Malgun Gothic"/>
              </a:rPr>
              <a:t>승인</a:t>
            </a:r>
            <a:endParaRPr sz="1100">
              <a:solidFill>
                <a:schemeClr val="lt1"/>
              </a:solidFill>
              <a:latin typeface="Malgun Gothic"/>
              <a:ea typeface="Malgun Gothic"/>
              <a:cs typeface="Malgun Gothic"/>
              <a:sym typeface="Malgun Gothic"/>
            </a:endParaRPr>
          </a:p>
        </p:txBody>
      </p:sp>
      <p:sp>
        <p:nvSpPr>
          <p:cNvPr id="598" name="Google Shape;598;p31"/>
          <p:cNvSpPr txBox="1"/>
          <p:nvPr/>
        </p:nvSpPr>
        <p:spPr>
          <a:xfrm>
            <a:off x="156598" y="3263098"/>
            <a:ext cx="667800" cy="315600"/>
          </a:xfrm>
          <a:prstGeom prst="rect">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000">
                <a:solidFill>
                  <a:schemeClr val="lt1"/>
                </a:solidFill>
                <a:latin typeface="Malgun Gothic"/>
                <a:ea typeface="Malgun Gothic"/>
                <a:cs typeface="Malgun Gothic"/>
                <a:sym typeface="Malgun Gothic"/>
              </a:rPr>
              <a:t>승인</a:t>
            </a:r>
            <a:endParaRPr sz="1000">
              <a:solidFill>
                <a:schemeClr val="lt1"/>
              </a:solidFill>
              <a:latin typeface="Malgun Gothic"/>
              <a:ea typeface="Malgun Gothic"/>
              <a:cs typeface="Malgun Gothic"/>
              <a:sym typeface="Malgun Gothic"/>
            </a:endParaRPr>
          </a:p>
        </p:txBody>
      </p:sp>
      <p:sp>
        <p:nvSpPr>
          <p:cNvPr id="599" name="Google Shape;599;p31"/>
          <p:cNvSpPr/>
          <p:nvPr/>
        </p:nvSpPr>
        <p:spPr>
          <a:xfrm>
            <a:off x="5193350" y="1325750"/>
            <a:ext cx="428700" cy="4785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600" name="Google Shape;600;p31"/>
          <p:cNvSpPr/>
          <p:nvPr/>
        </p:nvSpPr>
        <p:spPr>
          <a:xfrm>
            <a:off x="509350" y="6077175"/>
            <a:ext cx="1728600" cy="5379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수정이력</a:t>
            </a:r>
            <a:endParaRPr>
              <a:solidFill>
                <a:schemeClr val="lt1"/>
              </a:solidFill>
              <a:latin typeface="Malgun Gothic"/>
              <a:ea typeface="Malgun Gothic"/>
              <a:cs typeface="Malgun Gothic"/>
              <a:sym typeface="Malgun Gothic"/>
            </a:endParaRPr>
          </a:p>
        </p:txBody>
      </p:sp>
      <p:sp>
        <p:nvSpPr>
          <p:cNvPr id="601" name="Google Shape;601;p31"/>
          <p:cNvSpPr/>
          <p:nvPr/>
        </p:nvSpPr>
        <p:spPr>
          <a:xfrm>
            <a:off x="319050" y="5965475"/>
            <a:ext cx="388800" cy="3156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graphicFrame>
        <p:nvGraphicFramePr>
          <p:cNvPr id="607" name="Google Shape;607;p32"/>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608" name="Google Shape;608;p32"/>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609" name="Google Shape;609;p32"/>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view-019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지원결과 조회 - 지원자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지원결과를 지원자가 조회하는 화면</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양현규</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rPr lang="ko-KR"/>
                        <a:t>           지원</a:t>
                      </a:r>
                      <a:r>
                        <a:rPr lang="ko-KR"/>
                        <a:t>결과 01                                                             </a:t>
                      </a:r>
                      <a:r>
                        <a:rPr lang="ko-KR" sz="1300"/>
                        <a:t>   </a:t>
                      </a:r>
                      <a:r>
                        <a:rPr lang="ko-KR" sz="1200"/>
                        <a:t>         </a:t>
                      </a:r>
                      <a:r>
                        <a:rPr lang="ko-KR" sz="1100"/>
                        <a:t>  </a:t>
                      </a:r>
                      <a:r>
                        <a:rPr lang="ko-KR" sz="1000"/>
                        <a:t>                                                      작성일 2025년4월 22일</a:t>
                      </a:r>
                      <a:endParaRPr sz="1000"/>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ko-KR"/>
                        <a:t>           지원</a:t>
                      </a:r>
                      <a:r>
                        <a:rPr lang="ko-KR"/>
                        <a:t>결과</a:t>
                      </a:r>
                      <a:r>
                        <a:rPr lang="ko-KR"/>
                        <a:t> 02                                                                                                     </a:t>
                      </a:r>
                      <a:r>
                        <a:rPr lang="ko-KR" sz="1000"/>
                        <a:t>                  </a:t>
                      </a:r>
                      <a:r>
                        <a:rPr lang="ko-KR" sz="1000"/>
                        <a:t>작성일 2025 3월 14일</a:t>
                      </a:r>
                      <a:endParaRPr sz="1000"/>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지원결과에 대한 정보를 확인 하는 페이지</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수정이력을 통해 본 ppt 16슬라이드의 ‘수정이력’ 화면을 조회 가능하다.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610" name="Google Shape;610;p32"/>
          <p:cNvGraphicFramePr/>
          <p:nvPr/>
        </p:nvGraphicFramePr>
        <p:xfrm>
          <a:off x="161838" y="1103125"/>
          <a:ext cx="3000000" cy="3000000"/>
        </p:xfrm>
        <a:graphic>
          <a:graphicData uri="http://schemas.openxmlformats.org/drawingml/2006/table">
            <a:tbl>
              <a:tblPr>
                <a:noFill/>
                <a:tableStyleId>{DABC0C2F-476B-403E-9239-0B67E1F473CF}</a:tableStyleId>
              </a:tblPr>
              <a:tblGrid>
                <a:gridCol w="695275"/>
                <a:gridCol w="1695175"/>
                <a:gridCol w="1195200"/>
                <a:gridCol w="1195200"/>
                <a:gridCol w="1195200"/>
                <a:gridCol w="1195200"/>
                <a:gridCol w="1195200"/>
              </a:tblGrid>
              <a:tr h="369050">
                <a:tc>
                  <a:txBody>
                    <a:bodyPr/>
                    <a:lstStyle/>
                    <a:p>
                      <a:pPr indent="0" lvl="0" marL="0" rtl="0" algn="l">
                        <a:spcBef>
                          <a:spcPts val="0"/>
                        </a:spcBef>
                        <a:spcAft>
                          <a:spcPts val="0"/>
                        </a:spcAft>
                        <a:buNone/>
                      </a:pPr>
                      <a:r>
                        <a:rPr lang="ko-KR"/>
                        <a:t>목표</a:t>
                      </a:r>
                      <a:endParaRPr/>
                    </a:p>
                  </a:txBody>
                  <a:tcPr marT="91425" marB="91425" marR="91425" marL="91425"/>
                </a:tc>
                <a:tc gridSpan="6">
                  <a:txBody>
                    <a:bodyPr/>
                    <a:lstStyle/>
                    <a:p>
                      <a:pPr indent="0" lvl="0" marL="0" rtl="0" algn="l">
                        <a:spcBef>
                          <a:spcPts val="0"/>
                        </a:spcBef>
                        <a:spcAft>
                          <a:spcPts val="0"/>
                        </a:spcAft>
                        <a:buNone/>
                      </a:pPr>
                      <a:r>
                        <a:rPr lang="ko-KR"/>
                        <a:t>결과</a:t>
                      </a:r>
                      <a:r>
                        <a:rPr lang="ko-KR"/>
                        <a:t> 내용 여기에 표시됨</a:t>
                      </a:r>
                      <a:endParaRPr/>
                    </a:p>
                  </a:txBody>
                  <a:tcPr marT="91425" marB="91425" marR="91425" marL="91425"/>
                </a:tc>
                <a:tc hMerge="1"/>
                <a:tc hMerge="1"/>
                <a:tc hMerge="1"/>
                <a:tc hMerge="1"/>
                <a:tc hMerge="1"/>
              </a:tr>
              <a:tr h="871700">
                <a:tc>
                  <a:txBody>
                    <a:bodyPr/>
                    <a:lstStyle/>
                    <a:p>
                      <a:pPr indent="0" lvl="0" marL="0" rtl="0" algn="l">
                        <a:spcBef>
                          <a:spcPts val="0"/>
                        </a:spcBef>
                        <a:spcAft>
                          <a:spcPts val="0"/>
                        </a:spcAft>
                        <a:buNone/>
                      </a:pPr>
                      <a:r>
                        <a:rPr lang="ko-KR"/>
                        <a:t>내용</a:t>
                      </a:r>
                      <a:endParaRPr/>
                    </a:p>
                  </a:txBody>
                  <a:tcPr marT="91425" marB="91425" marR="91425" marL="91425"/>
                </a:tc>
                <a:tc gridSpan="6">
                  <a:txBody>
                    <a:bodyPr/>
                    <a:lstStyle/>
                    <a:p>
                      <a:pPr indent="0" lvl="0" marL="0" rtl="0" algn="l">
                        <a:spcBef>
                          <a:spcPts val="0"/>
                        </a:spcBef>
                        <a:spcAft>
                          <a:spcPts val="0"/>
                        </a:spcAft>
                        <a:buNone/>
                      </a:pPr>
                      <a:r>
                        <a:rPr lang="ko-KR" sz="1000"/>
                        <a:t>지원계획 내용이 여기에 표시됨,</a:t>
                      </a:r>
                      <a:r>
                        <a:rPr lang="ko-KR" sz="1000">
                          <a:solidFill>
                            <a:schemeClr val="dk1"/>
                          </a:solidFill>
                        </a:rPr>
                        <a:t>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a:t>
                      </a:r>
                      <a:endParaRPr sz="1000"/>
                    </a:p>
                  </a:txBody>
                  <a:tcPr marT="91425" marB="91425" marR="91425" marL="91425"/>
                </a:tc>
                <a:tc hMerge="1"/>
                <a:tc hMerge="1"/>
                <a:tc hMerge="1"/>
                <a:tc hMerge="1"/>
                <a:tc hMerge="1"/>
              </a:tr>
              <a:tr h="831825">
                <a:tc>
                  <a:txBody>
                    <a:bodyPr/>
                    <a:lstStyle/>
                    <a:p>
                      <a:pPr indent="0" lvl="0" marL="0" rtl="0" algn="l">
                        <a:spcBef>
                          <a:spcPts val="0"/>
                        </a:spcBef>
                        <a:spcAft>
                          <a:spcPts val="0"/>
                        </a:spcAft>
                        <a:buNone/>
                      </a:pPr>
                      <a:r>
                        <a:rPr lang="ko-KR"/>
                        <a:t>첨부</a:t>
                      </a:r>
                      <a:endParaRPr/>
                    </a:p>
                  </a:txBody>
                  <a:tcPr marT="91425" marB="91425" marR="91425" marL="91425"/>
                </a:tc>
                <a:tc gridSpan="6">
                  <a:txBody>
                    <a:bodyPr/>
                    <a:lstStyle/>
                    <a:p>
                      <a:pPr indent="0" lvl="0" marL="0" rtl="0" algn="l">
                        <a:spcBef>
                          <a:spcPts val="0"/>
                        </a:spcBef>
                        <a:spcAft>
                          <a:spcPts val="0"/>
                        </a:spcAft>
                        <a:buNone/>
                      </a:pPr>
                      <a:r>
                        <a:rPr lang="ko-KR"/>
                        <a:t>⏬</a:t>
                      </a:r>
                      <a:r>
                        <a:rPr lang="ko-KR" sz="1100">
                          <a:solidFill>
                            <a:srgbClr val="808080"/>
                          </a:solidFill>
                        </a:rPr>
                        <a:t>사진12345.png</a:t>
                      </a:r>
                      <a:r>
                        <a:rPr lang="ko-KR"/>
                        <a:t> </a:t>
                      </a:r>
                      <a:endParaRPr/>
                    </a:p>
                    <a:p>
                      <a:pPr indent="0" lvl="0" marL="0" rtl="0" algn="l">
                        <a:spcBef>
                          <a:spcPts val="0"/>
                        </a:spcBef>
                        <a:spcAft>
                          <a:spcPts val="0"/>
                        </a:spcAft>
                        <a:buNone/>
                      </a:pPr>
                      <a:r>
                        <a:rPr lang="ko-KR"/>
                        <a:t>⏬</a:t>
                      </a:r>
                      <a:r>
                        <a:rPr lang="ko-KR" sz="1100">
                          <a:solidFill>
                            <a:srgbClr val="808080"/>
                          </a:solidFill>
                        </a:rPr>
                        <a:t>지원계획0204.pdf</a:t>
                      </a:r>
                      <a:endParaRPr sz="1100">
                        <a:solidFill>
                          <a:srgbClr val="808080"/>
                        </a:solidFill>
                      </a:endParaRPr>
                    </a:p>
                  </a:txBody>
                  <a:tcPr marT="91425" marB="91425" marR="91425" marL="91425"/>
                </a:tc>
                <a:tc hMerge="1"/>
                <a:tc hMerge="1"/>
                <a:tc hMerge="1"/>
                <a:tc hMerge="1"/>
                <a:tc hMerge="1"/>
              </a:tr>
            </a:tbl>
          </a:graphicData>
        </a:graphic>
      </p:graphicFrame>
      <p:graphicFrame>
        <p:nvGraphicFramePr>
          <p:cNvPr id="611" name="Google Shape;611;p32"/>
          <p:cNvGraphicFramePr/>
          <p:nvPr/>
        </p:nvGraphicFramePr>
        <p:xfrm>
          <a:off x="161838" y="3684850"/>
          <a:ext cx="3000000" cy="3000000"/>
        </p:xfrm>
        <a:graphic>
          <a:graphicData uri="http://schemas.openxmlformats.org/drawingml/2006/table">
            <a:tbl>
              <a:tblPr>
                <a:noFill/>
                <a:tableStyleId>{DABC0C2F-476B-403E-9239-0B67E1F473CF}</a:tableStyleId>
              </a:tblPr>
              <a:tblGrid>
                <a:gridCol w="695275"/>
                <a:gridCol w="3487950"/>
                <a:gridCol w="2091625"/>
                <a:gridCol w="2091625"/>
              </a:tblGrid>
              <a:tr h="305825">
                <a:tc>
                  <a:txBody>
                    <a:bodyPr/>
                    <a:lstStyle/>
                    <a:p>
                      <a:pPr indent="0" lvl="0" marL="0" rtl="0" algn="l">
                        <a:spcBef>
                          <a:spcPts val="0"/>
                        </a:spcBef>
                        <a:spcAft>
                          <a:spcPts val="0"/>
                        </a:spcAft>
                        <a:buNone/>
                      </a:pPr>
                      <a:r>
                        <a:rPr lang="ko-KR"/>
                        <a:t>목표</a:t>
                      </a:r>
                      <a:endParaRPr/>
                    </a:p>
                  </a:txBody>
                  <a:tcPr marT="91425" marB="91425" marR="91425" marL="91425"/>
                </a:tc>
                <a:tc gridSpan="3">
                  <a:txBody>
                    <a:bodyPr/>
                    <a:lstStyle/>
                    <a:p>
                      <a:pPr indent="0" lvl="0" marL="0" rtl="0" algn="l">
                        <a:spcBef>
                          <a:spcPts val="0"/>
                        </a:spcBef>
                        <a:spcAft>
                          <a:spcPts val="0"/>
                        </a:spcAft>
                        <a:buNone/>
                      </a:pPr>
                      <a:r>
                        <a:rPr lang="ko-KR"/>
                        <a:t>결과</a:t>
                      </a:r>
                      <a:r>
                        <a:rPr lang="ko-KR"/>
                        <a:t> 내용 여기에 표시됨</a:t>
                      </a:r>
                      <a:endParaRPr/>
                    </a:p>
                  </a:txBody>
                  <a:tcPr marT="91425" marB="91425" marR="91425" marL="91425"/>
                </a:tc>
                <a:tc hMerge="1"/>
                <a:tc hMerge="1"/>
              </a:tr>
              <a:tr h="836725">
                <a:tc>
                  <a:txBody>
                    <a:bodyPr/>
                    <a:lstStyle/>
                    <a:p>
                      <a:pPr indent="0" lvl="0" marL="0" rtl="0" algn="l">
                        <a:spcBef>
                          <a:spcPts val="0"/>
                        </a:spcBef>
                        <a:spcAft>
                          <a:spcPts val="0"/>
                        </a:spcAft>
                        <a:buNone/>
                      </a:pPr>
                      <a:r>
                        <a:rPr lang="ko-KR"/>
                        <a:t>내용</a:t>
                      </a:r>
                      <a:endParaRPr/>
                    </a:p>
                  </a:txBody>
                  <a:tcPr marT="91425" marB="91425" marR="91425" marL="91425"/>
                </a:tc>
                <a:tc gridSpan="3">
                  <a:txBody>
                    <a:bodyPr/>
                    <a:lstStyle/>
                    <a:p>
                      <a:pPr indent="0" lvl="0" marL="0" rtl="0" algn="l">
                        <a:spcBef>
                          <a:spcPts val="0"/>
                        </a:spcBef>
                        <a:spcAft>
                          <a:spcPts val="0"/>
                        </a:spcAft>
                        <a:buNone/>
                      </a:pPr>
                      <a:r>
                        <a:rPr lang="ko-KR" sz="1000">
                          <a:solidFill>
                            <a:schemeClr val="dk1"/>
                          </a:solidFill>
                        </a:rPr>
                        <a:t>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표시됨,지원계획 내용이 여기에 표시됨,</a:t>
                      </a:r>
                      <a:endParaRPr sz="1000">
                        <a:solidFill>
                          <a:schemeClr val="dk1"/>
                        </a:solidFill>
                      </a:endParaRPr>
                    </a:p>
                    <a:p>
                      <a:pPr indent="0" lvl="0" marL="0" rtl="0" algn="l">
                        <a:spcBef>
                          <a:spcPts val="0"/>
                        </a:spcBef>
                        <a:spcAft>
                          <a:spcPts val="0"/>
                        </a:spcAft>
                        <a:buNone/>
                      </a:pPr>
                      <a:r>
                        <a:t/>
                      </a:r>
                      <a:endParaRPr/>
                    </a:p>
                  </a:txBody>
                  <a:tcPr marT="91425" marB="91425" marR="91425" marL="91425"/>
                </a:tc>
                <a:tc hMerge="1"/>
                <a:tc hMerge="1"/>
              </a:tr>
              <a:tr h="813650">
                <a:tc>
                  <a:txBody>
                    <a:bodyPr/>
                    <a:lstStyle/>
                    <a:p>
                      <a:pPr indent="0" lvl="0" marL="0" rtl="0" algn="l">
                        <a:spcBef>
                          <a:spcPts val="0"/>
                        </a:spcBef>
                        <a:spcAft>
                          <a:spcPts val="0"/>
                        </a:spcAft>
                        <a:buNone/>
                      </a:pPr>
                      <a:r>
                        <a:rPr lang="ko-KR"/>
                        <a:t>첨부</a:t>
                      </a:r>
                      <a:endParaRPr/>
                    </a:p>
                  </a:txBody>
                  <a:tcPr marT="91425" marB="91425" marR="91425" marL="91425"/>
                </a:tc>
                <a:tc gridSpan="3">
                  <a:txBody>
                    <a:bodyPr/>
                    <a:lstStyle/>
                    <a:p>
                      <a:pPr indent="0" lvl="0" marL="0" rtl="0" algn="l">
                        <a:spcBef>
                          <a:spcPts val="0"/>
                        </a:spcBef>
                        <a:spcAft>
                          <a:spcPts val="0"/>
                        </a:spcAft>
                        <a:buNone/>
                      </a:pPr>
                      <a:r>
                        <a:rPr lang="ko-KR" sz="1100">
                          <a:solidFill>
                            <a:srgbClr val="808080"/>
                          </a:solidFill>
                        </a:rPr>
                        <a:t>첨부파일이없습니다.</a:t>
                      </a:r>
                      <a:endParaRPr sz="1100">
                        <a:solidFill>
                          <a:srgbClr val="808080"/>
                        </a:solidFill>
                      </a:endParaRPr>
                    </a:p>
                  </a:txBody>
                  <a:tcPr marT="91425" marB="91425" marR="91425" marL="91425"/>
                </a:tc>
                <a:tc hMerge="1"/>
                <a:tc hMerge="1"/>
              </a:tr>
            </a:tbl>
          </a:graphicData>
        </a:graphic>
      </p:graphicFrame>
      <p:sp>
        <p:nvSpPr>
          <p:cNvPr id="612" name="Google Shape;612;p32"/>
          <p:cNvSpPr/>
          <p:nvPr/>
        </p:nvSpPr>
        <p:spPr>
          <a:xfrm>
            <a:off x="3057650" y="937000"/>
            <a:ext cx="378900" cy="339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1</a:t>
            </a:r>
            <a:endParaRPr>
              <a:latin typeface="Malgun Gothic"/>
              <a:ea typeface="Malgun Gothic"/>
              <a:cs typeface="Malgun Gothic"/>
              <a:sym typeface="Malgun Gothic"/>
            </a:endParaRPr>
          </a:p>
        </p:txBody>
      </p:sp>
      <p:sp>
        <p:nvSpPr>
          <p:cNvPr id="613" name="Google Shape;613;p32"/>
          <p:cNvSpPr/>
          <p:nvPr/>
        </p:nvSpPr>
        <p:spPr>
          <a:xfrm>
            <a:off x="509350" y="6077175"/>
            <a:ext cx="1728600" cy="5379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수정이력</a:t>
            </a:r>
            <a:endParaRPr>
              <a:solidFill>
                <a:schemeClr val="lt1"/>
              </a:solidFill>
              <a:latin typeface="Malgun Gothic"/>
              <a:ea typeface="Malgun Gothic"/>
              <a:cs typeface="Malgun Gothic"/>
              <a:sym typeface="Malgun Gothic"/>
            </a:endParaRPr>
          </a:p>
        </p:txBody>
      </p:sp>
      <p:sp>
        <p:nvSpPr>
          <p:cNvPr id="614" name="Google Shape;614;p32"/>
          <p:cNvSpPr/>
          <p:nvPr/>
        </p:nvSpPr>
        <p:spPr>
          <a:xfrm>
            <a:off x="319050" y="5965475"/>
            <a:ext cx="388800" cy="3156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2</a:t>
            </a:r>
            <a:endParaRPr>
              <a:latin typeface="Malgun Gothic"/>
              <a:ea typeface="Malgun Gothic"/>
              <a:cs typeface="Malgun Gothic"/>
              <a:sym typeface="Malgun Gothic"/>
            </a:endParaRPr>
          </a:p>
        </p:txBody>
      </p:sp>
      <p:sp>
        <p:nvSpPr>
          <p:cNvPr id="615" name="Google Shape;615;p32"/>
          <p:cNvSpPr txBox="1"/>
          <p:nvPr/>
        </p:nvSpPr>
        <p:spPr>
          <a:xfrm>
            <a:off x="161853" y="704322"/>
            <a:ext cx="546000" cy="315600"/>
          </a:xfrm>
          <a:prstGeom prst="rect">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100">
                <a:solidFill>
                  <a:schemeClr val="lt1"/>
                </a:solidFill>
                <a:latin typeface="Malgun Gothic"/>
                <a:ea typeface="Malgun Gothic"/>
                <a:cs typeface="Malgun Gothic"/>
                <a:sym typeface="Malgun Gothic"/>
              </a:rPr>
              <a:t>승인</a:t>
            </a:r>
            <a:endParaRPr sz="1100">
              <a:solidFill>
                <a:schemeClr val="lt1"/>
              </a:solidFill>
              <a:latin typeface="Malgun Gothic"/>
              <a:ea typeface="Malgun Gothic"/>
              <a:cs typeface="Malgun Gothic"/>
              <a:sym typeface="Malgun Gothic"/>
            </a:endParaRPr>
          </a:p>
        </p:txBody>
      </p:sp>
      <p:sp>
        <p:nvSpPr>
          <p:cNvPr id="616" name="Google Shape;616;p32"/>
          <p:cNvSpPr txBox="1"/>
          <p:nvPr/>
        </p:nvSpPr>
        <p:spPr>
          <a:xfrm>
            <a:off x="161853" y="3286047"/>
            <a:ext cx="546000" cy="315600"/>
          </a:xfrm>
          <a:prstGeom prst="rect">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100">
                <a:solidFill>
                  <a:schemeClr val="lt1"/>
                </a:solidFill>
                <a:latin typeface="Malgun Gothic"/>
                <a:ea typeface="Malgun Gothic"/>
                <a:cs typeface="Malgun Gothic"/>
                <a:sym typeface="Malgun Gothic"/>
              </a:rPr>
              <a:t>승인</a:t>
            </a:r>
            <a:endParaRPr sz="1100">
              <a:solidFill>
                <a:schemeClr val="lt1"/>
              </a:solidFill>
              <a:latin typeface="Malgun Gothic"/>
              <a:ea typeface="Malgun Gothic"/>
              <a:cs typeface="Malgun Gothic"/>
              <a:sym typeface="Malgun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graphicFrame>
        <p:nvGraphicFramePr>
          <p:cNvPr id="622" name="Google Shape;622;p33"/>
          <p:cNvGraphicFramePr/>
          <p:nvPr/>
        </p:nvGraphicFramePr>
        <p:xfrm>
          <a:off x="92160" y="89640"/>
          <a:ext cx="3000000" cy="3000000"/>
        </p:xfrm>
        <a:graphic>
          <a:graphicData uri="http://schemas.openxmlformats.org/drawingml/2006/table">
            <a:tbl>
              <a:tblPr>
                <a:noFill/>
                <a:tableStyleId>{55D9632B-3A11-45D4-88F0-56B401F7D582}</a:tableStyleId>
              </a:tblPr>
              <a:tblGrid>
                <a:gridCol w="816125"/>
                <a:gridCol w="3330000"/>
                <a:gridCol w="747350"/>
                <a:gridCol w="3657600"/>
                <a:gridCol w="852475"/>
                <a:gridCol w="1173600"/>
                <a:gridCol w="673200"/>
                <a:gridCol w="741250"/>
              </a:tblGrid>
              <a:tr h="25632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view-0</a:t>
                      </a:r>
                      <a:r>
                        <a:rPr lang="ko-KR" sz="1000">
                          <a:solidFill>
                            <a:schemeClr val="dk1"/>
                          </a:solidFill>
                        </a:rPr>
                        <a:t>20</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명</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지원대상자 선택 Layout</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요구사항ID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t/>
                      </a:r>
                      <a:endParaRPr b="0" sz="18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6532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개요</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지원신청 시 지원대상자 정보 선택 화면에 대한 Layout</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사용자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개발자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박상원</a:t>
                      </a:r>
                      <a:endParaRPr b="0" sz="13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18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623" name="Google Shape;623;p33"/>
          <p:cNvSpPr/>
          <p:nvPr/>
        </p:nvSpPr>
        <p:spPr>
          <a:xfrm>
            <a:off x="1877040" y="1179720"/>
            <a:ext cx="4893000" cy="50223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p:txBody>
      </p:sp>
      <p:sp>
        <p:nvSpPr>
          <p:cNvPr id="624" name="Google Shape;624;p33"/>
          <p:cNvSpPr/>
          <p:nvPr/>
        </p:nvSpPr>
        <p:spPr>
          <a:xfrm>
            <a:off x="2275560" y="847800"/>
            <a:ext cx="4246200" cy="324300"/>
          </a:xfrm>
          <a:prstGeom prst="rect">
            <a:avLst/>
          </a:prstGeom>
          <a:no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브라우저 해상도 : 1920</a:t>
            </a:r>
            <a:endParaRPr b="0" i="0" sz="1400" u="none" cap="none" strike="noStrike">
              <a:solidFill>
                <a:srgbClr val="000000"/>
              </a:solidFill>
              <a:latin typeface="Malgun Gothic"/>
              <a:ea typeface="Malgun Gothic"/>
              <a:cs typeface="Malgun Gothic"/>
              <a:sym typeface="Malgun Gothic"/>
            </a:endParaRPr>
          </a:p>
        </p:txBody>
      </p:sp>
      <p:sp>
        <p:nvSpPr>
          <p:cNvPr id="625" name="Google Shape;625;p33"/>
          <p:cNvSpPr/>
          <p:nvPr/>
        </p:nvSpPr>
        <p:spPr>
          <a:xfrm>
            <a:off x="2200680" y="3240000"/>
            <a:ext cx="4246200" cy="324300"/>
          </a:xfrm>
          <a:prstGeom prst="rect">
            <a:avLst/>
          </a:prstGeom>
          <a:no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rgbClr val="000000"/>
                </a:solidFill>
                <a:latin typeface="Malgun Gothic"/>
                <a:ea typeface="Malgun Gothic"/>
                <a:cs typeface="Malgun Gothic"/>
                <a:sym typeface="Malgun Gothic"/>
              </a:rPr>
              <a:t>45%</a:t>
            </a:r>
            <a:endParaRPr b="0" i="0" sz="1400" u="none" cap="none" strike="noStrike">
              <a:solidFill>
                <a:srgbClr val="000000"/>
              </a:solidFill>
              <a:latin typeface="Malgun Gothic"/>
              <a:ea typeface="Malgun Gothic"/>
              <a:cs typeface="Malgun Gothic"/>
              <a:sym typeface="Malgun Gothic"/>
            </a:endParaRPr>
          </a:p>
        </p:txBody>
      </p:sp>
      <p:cxnSp>
        <p:nvCxnSpPr>
          <p:cNvPr id="626" name="Google Shape;626;p33"/>
          <p:cNvCxnSpPr>
            <a:stCxn id="623" idx="3"/>
            <a:endCxn id="623" idx="3"/>
          </p:cNvCxnSpPr>
          <p:nvPr/>
        </p:nvCxnSpPr>
        <p:spPr>
          <a:xfrm>
            <a:off x="6770040" y="3690870"/>
            <a:ext cx="600" cy="600"/>
          </a:xfrm>
          <a:prstGeom prst="bentConnector2">
            <a:avLst/>
          </a:prstGeom>
          <a:noFill/>
          <a:ln cap="flat" cmpd="sng" w="9525">
            <a:solidFill>
              <a:srgbClr val="3465A4"/>
            </a:solidFill>
            <a:prstDash val="solid"/>
            <a:round/>
            <a:headEnd len="med" w="med" type="triangle"/>
            <a:tailEnd len="med" w="med" type="triangle"/>
          </a:ln>
        </p:spPr>
      </p:cxnSp>
      <p:cxnSp>
        <p:nvCxnSpPr>
          <p:cNvPr id="627" name="Google Shape;627;p33"/>
          <p:cNvCxnSpPr/>
          <p:nvPr/>
        </p:nvCxnSpPr>
        <p:spPr>
          <a:xfrm>
            <a:off x="1877040" y="3600000"/>
            <a:ext cx="4893600" cy="300"/>
          </a:xfrm>
          <a:prstGeom prst="straightConnector1">
            <a:avLst/>
          </a:prstGeom>
          <a:noFill/>
          <a:ln cap="flat" cmpd="sng" w="9525">
            <a:solidFill>
              <a:srgbClr val="3465A4"/>
            </a:solidFill>
            <a:prstDash val="solid"/>
            <a:round/>
            <a:headEnd len="med" w="med" type="triangl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graphicFrame>
        <p:nvGraphicFramePr>
          <p:cNvPr id="633" name="Google Shape;633;p34"/>
          <p:cNvGraphicFramePr/>
          <p:nvPr/>
        </p:nvGraphicFramePr>
        <p:xfrm>
          <a:off x="92160" y="89640"/>
          <a:ext cx="3000000" cy="3000000"/>
        </p:xfrm>
        <a:graphic>
          <a:graphicData uri="http://schemas.openxmlformats.org/drawingml/2006/table">
            <a:tbl>
              <a:tblPr>
                <a:noFill/>
                <a:tableStyleId>{55D9632B-3A11-45D4-88F0-56B401F7D582}</a:tableStyleId>
              </a:tblPr>
              <a:tblGrid>
                <a:gridCol w="816125"/>
                <a:gridCol w="3330000"/>
                <a:gridCol w="747350"/>
                <a:gridCol w="3657600"/>
                <a:gridCol w="852475"/>
                <a:gridCol w="1173600"/>
                <a:gridCol w="673200"/>
                <a:gridCol w="741250"/>
              </a:tblGrid>
              <a:tr h="25632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view-0</a:t>
                      </a:r>
                      <a:r>
                        <a:rPr lang="ko-KR" sz="1000">
                          <a:solidFill>
                            <a:schemeClr val="dk1"/>
                          </a:solidFill>
                        </a:rPr>
                        <a:t>21</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명</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지원대상 선택 페이지</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요구사항ID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lang="ko-KR" sz="1000">
                          <a:solidFill>
                            <a:schemeClr val="dk1"/>
                          </a:solidFill>
                        </a:rPr>
                        <a:t>res-6</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16000">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개요</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지원 신청을 위한 지원대상 정보 선택 화면</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사용자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지원자</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개발자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박상원</a:t>
                      </a:r>
                      <a:endParaRPr b="0" sz="13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18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 select 창 형식이고 지원자는 등록해둔 지원대상을 선택할 수 있다.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진한 회색으로 된 창은 지원 대상이 선택되었을 때 해당 지원 대상의 정보가 표시되고 수정이 불가능한 ReadOnly 속성이다.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선택한 내용을 가지고 지원 신청 진행을 위해 지원 신청 화면으로 이동</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지원 신청을 취소하고 정보 선택 </a:t>
                      </a:r>
                      <a:r>
                        <a:rPr lang="ko-KR" sz="1000">
                          <a:solidFill>
                            <a:srgbClr val="2F5496"/>
                          </a:solidFill>
                        </a:rPr>
                        <a:t>모달창</a:t>
                      </a:r>
                      <a:r>
                        <a:rPr b="0" lang="ko-KR" sz="1000" u="none" strike="noStrike">
                          <a:solidFill>
                            <a:srgbClr val="2F5496"/>
                          </a:solidFill>
                          <a:latin typeface="Arial"/>
                          <a:ea typeface="Arial"/>
                          <a:cs typeface="Arial"/>
                          <a:sym typeface="Arial"/>
                        </a:rPr>
                        <a:t> 종료 </a:t>
                      </a:r>
                      <a:endParaRPr b="0" sz="1000" u="none" strike="noStrike">
                        <a:solidFill>
                          <a:srgbClr val="2F5496"/>
                        </a:solidFill>
                        <a:latin typeface="Arial"/>
                        <a:ea typeface="Arial"/>
                        <a:cs typeface="Arial"/>
                        <a:sym typeface="Arial"/>
                      </a:endParaRPr>
                    </a:p>
                    <a:p>
                      <a:pPr indent="-292100" lvl="0" marL="457200" marR="0" rtl="0" algn="l">
                        <a:lnSpc>
                          <a:spcPct val="100000"/>
                        </a:lnSpc>
                        <a:spcBef>
                          <a:spcPts val="0"/>
                        </a:spcBef>
                        <a:spcAft>
                          <a:spcPts val="0"/>
                        </a:spcAft>
                        <a:buClr>
                          <a:srgbClr val="2F5496"/>
                        </a:buClr>
                        <a:buSzPts val="1000"/>
                        <a:buAutoNum type="arabicPeriod"/>
                      </a:pPr>
                      <a:r>
                        <a:rPr lang="ko-KR" sz="1000">
                          <a:solidFill>
                            <a:srgbClr val="2F5496"/>
                          </a:solidFill>
                        </a:rPr>
                        <a:t>마이페이지 &gt; 지원자 화면으로 연결해서 지원자 등록을 할 수 있게 한다.</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Char char="-"/>
                      </a:pPr>
                      <a:r>
                        <a:rPr b="0" lang="ko-KR" sz="1000" u="none" strike="noStrike">
                          <a:solidFill>
                            <a:srgbClr val="2F5496"/>
                          </a:solidFill>
                          <a:latin typeface="Arial"/>
                          <a:ea typeface="Arial"/>
                          <a:cs typeface="Arial"/>
                          <a:sym typeface="Arial"/>
                        </a:rPr>
                        <a:t>지원자가 지원 신청을 클릭 시 해당 화면이 </a:t>
                      </a:r>
                      <a:r>
                        <a:rPr lang="ko-KR" sz="1000">
                          <a:solidFill>
                            <a:srgbClr val="2F5496"/>
                          </a:solidFill>
                        </a:rPr>
                        <a:t>모달창</a:t>
                      </a:r>
                      <a:r>
                        <a:rPr b="0" lang="ko-KR" sz="1000" u="none" strike="noStrike">
                          <a:solidFill>
                            <a:srgbClr val="2F5496"/>
                          </a:solidFill>
                          <a:latin typeface="Arial"/>
                          <a:ea typeface="Arial"/>
                          <a:cs typeface="Arial"/>
                          <a:sym typeface="Arial"/>
                        </a:rPr>
                        <a:t>으로 나온다.</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634" name="Google Shape;634;p34"/>
          <p:cNvSpPr/>
          <p:nvPr/>
        </p:nvSpPr>
        <p:spPr>
          <a:xfrm>
            <a:off x="1877040" y="1179720"/>
            <a:ext cx="4893000" cy="50223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Malgun Gothic"/>
              <a:ea typeface="Malgun Gothic"/>
              <a:cs typeface="Malgun Gothic"/>
              <a:sym typeface="Malgun Gothic"/>
            </a:endParaRPr>
          </a:p>
        </p:txBody>
      </p:sp>
      <p:sp>
        <p:nvSpPr>
          <p:cNvPr id="635" name="Google Shape;635;p34"/>
          <p:cNvSpPr/>
          <p:nvPr/>
        </p:nvSpPr>
        <p:spPr>
          <a:xfrm>
            <a:off x="3960000" y="2151000"/>
            <a:ext cx="1979700" cy="368700"/>
          </a:xfrm>
          <a:prstGeom prst="rect">
            <a:avLst/>
          </a:prstGeom>
          <a:solidFill>
            <a:schemeClr val="lt1"/>
          </a:solidFill>
          <a:ln cap="flat" cmpd="sng" w="25400">
            <a:solidFill>
              <a:srgbClr val="3254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800" u="none" cap="none" strike="noStrike">
                <a:solidFill>
                  <a:srgbClr val="000000"/>
                </a:solidFill>
                <a:latin typeface="Malgun Gothic"/>
                <a:ea typeface="Malgun Gothic"/>
                <a:cs typeface="Malgun Gothic"/>
                <a:sym typeface="Malgun Gothic"/>
              </a:rPr>
              <a:t>지원대상 선택 </a:t>
            </a:r>
            <a:endParaRPr b="0" i="0" sz="1800" u="none" cap="none" strike="noStrike">
              <a:solidFill>
                <a:srgbClr val="000000"/>
              </a:solidFill>
              <a:latin typeface="Malgun Gothic"/>
              <a:ea typeface="Malgun Gothic"/>
              <a:cs typeface="Malgun Gothic"/>
              <a:sym typeface="Malgun Gothic"/>
            </a:endParaRPr>
          </a:p>
        </p:txBody>
      </p:sp>
      <p:sp>
        <p:nvSpPr>
          <p:cNvPr id="636" name="Google Shape;636;p34"/>
          <p:cNvSpPr/>
          <p:nvPr/>
        </p:nvSpPr>
        <p:spPr>
          <a:xfrm>
            <a:off x="2700000" y="2121480"/>
            <a:ext cx="1079700" cy="303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ko-KR" sz="1400" u="none" cap="none" strike="noStrike">
                <a:solidFill>
                  <a:schemeClr val="dk1"/>
                </a:solidFill>
                <a:latin typeface="Malgun Gothic"/>
                <a:ea typeface="Malgun Gothic"/>
                <a:cs typeface="Malgun Gothic"/>
                <a:sym typeface="Malgun Gothic"/>
              </a:rPr>
              <a:t>지원자명</a:t>
            </a:r>
            <a:endParaRPr b="0" i="0" sz="1400" u="none" cap="none" strike="noStrike">
              <a:solidFill>
                <a:srgbClr val="000000"/>
              </a:solidFill>
              <a:latin typeface="Malgun Gothic"/>
              <a:ea typeface="Malgun Gothic"/>
              <a:cs typeface="Malgun Gothic"/>
              <a:sym typeface="Malgun Gothic"/>
            </a:endParaRPr>
          </a:p>
        </p:txBody>
      </p:sp>
      <p:sp>
        <p:nvSpPr>
          <p:cNvPr id="637" name="Google Shape;637;p34"/>
          <p:cNvSpPr/>
          <p:nvPr/>
        </p:nvSpPr>
        <p:spPr>
          <a:xfrm>
            <a:off x="2708670" y="1440000"/>
            <a:ext cx="1799700" cy="3639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ko-KR" sz="1800" u="none" cap="none" strike="noStrike">
                <a:solidFill>
                  <a:schemeClr val="dk1"/>
                </a:solidFill>
                <a:latin typeface="Malgun Gothic"/>
                <a:ea typeface="Malgun Gothic"/>
                <a:cs typeface="Malgun Gothic"/>
                <a:sym typeface="Malgun Gothic"/>
              </a:rPr>
              <a:t>지원대상 정보 </a:t>
            </a:r>
            <a:endParaRPr b="0" i="0" sz="1800" u="none" cap="none" strike="noStrike">
              <a:solidFill>
                <a:srgbClr val="000000"/>
              </a:solidFill>
              <a:latin typeface="Malgun Gothic"/>
              <a:ea typeface="Malgun Gothic"/>
              <a:cs typeface="Malgun Gothic"/>
              <a:sym typeface="Malgun Gothic"/>
            </a:endParaRPr>
          </a:p>
        </p:txBody>
      </p:sp>
      <p:sp>
        <p:nvSpPr>
          <p:cNvPr id="638" name="Google Shape;638;p34"/>
          <p:cNvSpPr/>
          <p:nvPr/>
        </p:nvSpPr>
        <p:spPr>
          <a:xfrm>
            <a:off x="3960000" y="2700000"/>
            <a:ext cx="1979700" cy="359700"/>
          </a:xfrm>
          <a:prstGeom prst="rect">
            <a:avLst/>
          </a:prstGeom>
          <a:solidFill>
            <a:srgbClr val="808080"/>
          </a:solidFill>
          <a:ln cap="flat" cmpd="sng" w="25400">
            <a:solidFill>
              <a:srgbClr val="3254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800" u="none" cap="none" strike="noStrike">
                <a:solidFill>
                  <a:srgbClr val="000000"/>
                </a:solidFill>
                <a:latin typeface="Malgun Gothic"/>
                <a:ea typeface="Malgun Gothic"/>
                <a:cs typeface="Malgun Gothic"/>
                <a:sym typeface="Malgun Gothic"/>
              </a:rPr>
              <a:t>발달장애</a:t>
            </a:r>
            <a:endParaRPr b="0" i="0" sz="1800" u="none" cap="none" strike="noStrike">
              <a:solidFill>
                <a:srgbClr val="FFFFFF"/>
              </a:solidFill>
              <a:latin typeface="Malgun Gothic"/>
              <a:ea typeface="Malgun Gothic"/>
              <a:cs typeface="Malgun Gothic"/>
              <a:sym typeface="Malgun Gothic"/>
            </a:endParaRPr>
          </a:p>
        </p:txBody>
      </p:sp>
      <p:sp>
        <p:nvSpPr>
          <p:cNvPr id="639" name="Google Shape;639;p34"/>
          <p:cNvSpPr/>
          <p:nvPr/>
        </p:nvSpPr>
        <p:spPr>
          <a:xfrm>
            <a:off x="2700000" y="2756160"/>
            <a:ext cx="1079700" cy="303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ko-KR" sz="1400" u="none" cap="none" strike="noStrike">
                <a:solidFill>
                  <a:schemeClr val="dk1"/>
                </a:solidFill>
                <a:latin typeface="Malgun Gothic"/>
                <a:ea typeface="Malgun Gothic"/>
                <a:cs typeface="Malgun Gothic"/>
                <a:sym typeface="Malgun Gothic"/>
              </a:rPr>
              <a:t>장애유형</a:t>
            </a:r>
            <a:endParaRPr b="0" i="0" sz="1400" u="none" cap="none" strike="noStrike">
              <a:solidFill>
                <a:srgbClr val="000000"/>
              </a:solidFill>
              <a:latin typeface="Malgun Gothic"/>
              <a:ea typeface="Malgun Gothic"/>
              <a:cs typeface="Malgun Gothic"/>
              <a:sym typeface="Malgun Gothic"/>
            </a:endParaRPr>
          </a:p>
        </p:txBody>
      </p:sp>
      <p:sp>
        <p:nvSpPr>
          <p:cNvPr id="640" name="Google Shape;640;p34"/>
          <p:cNvSpPr/>
          <p:nvPr/>
        </p:nvSpPr>
        <p:spPr>
          <a:xfrm>
            <a:off x="2700000" y="3476160"/>
            <a:ext cx="1079700" cy="303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ko-KR" sz="1400" u="none" cap="none" strike="noStrike">
                <a:solidFill>
                  <a:schemeClr val="dk1"/>
                </a:solidFill>
                <a:latin typeface="Malgun Gothic"/>
                <a:ea typeface="Malgun Gothic"/>
                <a:cs typeface="Malgun Gothic"/>
                <a:sym typeface="Malgun Gothic"/>
              </a:rPr>
              <a:t>성별</a:t>
            </a:r>
            <a:endParaRPr b="0" i="0" sz="1400" u="none" cap="none" strike="noStrike">
              <a:solidFill>
                <a:srgbClr val="000000"/>
              </a:solidFill>
              <a:latin typeface="Malgun Gothic"/>
              <a:ea typeface="Malgun Gothic"/>
              <a:cs typeface="Malgun Gothic"/>
              <a:sym typeface="Malgun Gothic"/>
            </a:endParaRPr>
          </a:p>
        </p:txBody>
      </p:sp>
      <p:sp>
        <p:nvSpPr>
          <p:cNvPr id="641" name="Google Shape;641;p34"/>
          <p:cNvSpPr/>
          <p:nvPr/>
        </p:nvSpPr>
        <p:spPr>
          <a:xfrm>
            <a:off x="2700000" y="4376160"/>
            <a:ext cx="1079700" cy="303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ko-KR" sz="1400" u="none" cap="none" strike="noStrike">
                <a:solidFill>
                  <a:schemeClr val="dk1"/>
                </a:solidFill>
                <a:latin typeface="Malgun Gothic"/>
                <a:ea typeface="Malgun Gothic"/>
                <a:cs typeface="Malgun Gothic"/>
                <a:sym typeface="Malgun Gothic"/>
              </a:rPr>
              <a:t>생년월일</a:t>
            </a:r>
            <a:endParaRPr b="0" i="0" sz="1400" u="none" cap="none" strike="noStrike">
              <a:solidFill>
                <a:srgbClr val="000000"/>
              </a:solidFill>
              <a:latin typeface="Malgun Gothic"/>
              <a:ea typeface="Malgun Gothic"/>
              <a:cs typeface="Malgun Gothic"/>
              <a:sym typeface="Malgun Gothic"/>
            </a:endParaRPr>
          </a:p>
        </p:txBody>
      </p:sp>
      <p:sp>
        <p:nvSpPr>
          <p:cNvPr id="642" name="Google Shape;642;p34"/>
          <p:cNvSpPr/>
          <p:nvPr/>
        </p:nvSpPr>
        <p:spPr>
          <a:xfrm>
            <a:off x="3960000" y="4320000"/>
            <a:ext cx="1979700" cy="359700"/>
          </a:xfrm>
          <a:prstGeom prst="rect">
            <a:avLst/>
          </a:prstGeom>
          <a:solidFill>
            <a:srgbClr val="808080"/>
          </a:solidFill>
          <a:ln cap="flat" cmpd="sng" w="25400">
            <a:solidFill>
              <a:srgbClr val="3254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800" u="none" cap="none" strike="noStrike">
                <a:solidFill>
                  <a:srgbClr val="000000"/>
                </a:solidFill>
                <a:latin typeface="Malgun Gothic"/>
                <a:ea typeface="Malgun Gothic"/>
                <a:cs typeface="Malgun Gothic"/>
                <a:sym typeface="Malgun Gothic"/>
              </a:rPr>
              <a:t>2000-09-09</a:t>
            </a:r>
            <a:endParaRPr b="0" i="0" sz="1800" u="none" cap="none" strike="noStrike">
              <a:solidFill>
                <a:srgbClr val="FFFFFF"/>
              </a:solidFill>
              <a:latin typeface="Malgun Gothic"/>
              <a:ea typeface="Malgun Gothic"/>
              <a:cs typeface="Malgun Gothic"/>
              <a:sym typeface="Malgun Gothic"/>
            </a:endParaRPr>
          </a:p>
        </p:txBody>
      </p:sp>
      <p:sp>
        <p:nvSpPr>
          <p:cNvPr id="643" name="Google Shape;643;p34"/>
          <p:cNvSpPr/>
          <p:nvPr/>
        </p:nvSpPr>
        <p:spPr>
          <a:xfrm>
            <a:off x="3960000" y="3420000"/>
            <a:ext cx="1979700" cy="359700"/>
          </a:xfrm>
          <a:prstGeom prst="rect">
            <a:avLst/>
          </a:prstGeom>
          <a:solidFill>
            <a:srgbClr val="808080"/>
          </a:solidFill>
          <a:ln cap="flat" cmpd="sng" w="25400">
            <a:solidFill>
              <a:srgbClr val="3254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800" u="none" cap="none" strike="noStrike">
                <a:solidFill>
                  <a:srgbClr val="000000"/>
                </a:solidFill>
                <a:latin typeface="Malgun Gothic"/>
                <a:ea typeface="Malgun Gothic"/>
                <a:cs typeface="Malgun Gothic"/>
                <a:sym typeface="Malgun Gothic"/>
              </a:rPr>
              <a:t>남자</a:t>
            </a:r>
            <a:endParaRPr b="0" i="0" sz="1800" u="none" cap="none" strike="noStrike">
              <a:solidFill>
                <a:srgbClr val="FFFFFF"/>
              </a:solidFill>
              <a:latin typeface="Malgun Gothic"/>
              <a:ea typeface="Malgun Gothic"/>
              <a:cs typeface="Malgun Gothic"/>
              <a:sym typeface="Malgun Gothic"/>
            </a:endParaRPr>
          </a:p>
        </p:txBody>
      </p:sp>
      <p:sp>
        <p:nvSpPr>
          <p:cNvPr id="644" name="Google Shape;644;p34"/>
          <p:cNvSpPr/>
          <p:nvPr/>
        </p:nvSpPr>
        <p:spPr>
          <a:xfrm>
            <a:off x="3781080" y="1980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1</a:t>
            </a:r>
            <a:endParaRPr b="0" i="0" sz="1000" u="none" cap="none" strike="noStrike">
              <a:solidFill>
                <a:srgbClr val="FFFFFF"/>
              </a:solidFill>
              <a:latin typeface="Malgun Gothic"/>
              <a:ea typeface="Malgun Gothic"/>
              <a:cs typeface="Malgun Gothic"/>
              <a:sym typeface="Malgun Gothic"/>
            </a:endParaRPr>
          </a:p>
        </p:txBody>
      </p:sp>
      <p:sp>
        <p:nvSpPr>
          <p:cNvPr id="645" name="Google Shape;645;p34"/>
          <p:cNvSpPr/>
          <p:nvPr/>
        </p:nvSpPr>
        <p:spPr>
          <a:xfrm>
            <a:off x="3781080" y="268272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2</a:t>
            </a:r>
            <a:endParaRPr b="0" i="0" sz="1000" u="none" cap="none" strike="noStrike">
              <a:solidFill>
                <a:srgbClr val="FFFFFF"/>
              </a:solidFill>
              <a:latin typeface="Malgun Gothic"/>
              <a:ea typeface="Malgun Gothic"/>
              <a:cs typeface="Malgun Gothic"/>
              <a:sym typeface="Malgun Gothic"/>
            </a:endParaRPr>
          </a:p>
        </p:txBody>
      </p:sp>
      <p:sp>
        <p:nvSpPr>
          <p:cNvPr id="646" name="Google Shape;646;p34"/>
          <p:cNvSpPr/>
          <p:nvPr/>
        </p:nvSpPr>
        <p:spPr>
          <a:xfrm>
            <a:off x="2340000" y="5391000"/>
            <a:ext cx="1979700" cy="368700"/>
          </a:xfrm>
          <a:prstGeom prst="rect">
            <a:avLst/>
          </a:prstGeom>
          <a:solidFill>
            <a:schemeClr val="accent1"/>
          </a:solidFill>
          <a:ln cap="flat" cmpd="sng" w="25400">
            <a:solidFill>
              <a:srgbClr val="3254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800" u="none" cap="none" strike="noStrike">
                <a:solidFill>
                  <a:schemeClr val="lt1"/>
                </a:solidFill>
                <a:latin typeface="Malgun Gothic"/>
                <a:ea typeface="Malgun Gothic"/>
                <a:cs typeface="Malgun Gothic"/>
                <a:sym typeface="Malgun Gothic"/>
              </a:rPr>
              <a:t>확인 </a:t>
            </a:r>
            <a:endParaRPr b="0" i="0" sz="1800" u="none" cap="none" strike="noStrike">
              <a:solidFill>
                <a:schemeClr val="lt1"/>
              </a:solidFill>
              <a:latin typeface="Malgun Gothic"/>
              <a:ea typeface="Malgun Gothic"/>
              <a:cs typeface="Malgun Gothic"/>
              <a:sym typeface="Malgun Gothic"/>
            </a:endParaRPr>
          </a:p>
        </p:txBody>
      </p:sp>
      <p:sp>
        <p:nvSpPr>
          <p:cNvPr id="647" name="Google Shape;647;p34"/>
          <p:cNvSpPr/>
          <p:nvPr/>
        </p:nvSpPr>
        <p:spPr>
          <a:xfrm>
            <a:off x="4500000" y="5391000"/>
            <a:ext cx="1979700" cy="368700"/>
          </a:xfrm>
          <a:prstGeom prst="rect">
            <a:avLst/>
          </a:prstGeom>
          <a:solidFill>
            <a:schemeClr val="accent4"/>
          </a:solidFill>
          <a:ln cap="flat" cmpd="sng" w="25400">
            <a:solidFill>
              <a:srgbClr val="3254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800" u="none" cap="none" strike="noStrike">
                <a:solidFill>
                  <a:schemeClr val="lt1"/>
                </a:solidFill>
                <a:latin typeface="Malgun Gothic"/>
                <a:ea typeface="Malgun Gothic"/>
                <a:cs typeface="Malgun Gothic"/>
                <a:sym typeface="Malgun Gothic"/>
              </a:rPr>
              <a:t>취소 </a:t>
            </a:r>
            <a:endParaRPr b="0" i="0" sz="1800" u="none" cap="none" strike="noStrike">
              <a:solidFill>
                <a:schemeClr val="lt1"/>
              </a:solidFill>
              <a:latin typeface="Malgun Gothic"/>
              <a:ea typeface="Malgun Gothic"/>
              <a:cs typeface="Malgun Gothic"/>
              <a:sym typeface="Malgun Gothic"/>
            </a:endParaRPr>
          </a:p>
        </p:txBody>
      </p:sp>
      <p:sp>
        <p:nvSpPr>
          <p:cNvPr id="648" name="Google Shape;648;p34"/>
          <p:cNvSpPr/>
          <p:nvPr/>
        </p:nvSpPr>
        <p:spPr>
          <a:xfrm>
            <a:off x="2340000" y="519372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3</a:t>
            </a:r>
            <a:endParaRPr b="0" i="0" sz="1000" u="none" cap="none" strike="noStrike">
              <a:solidFill>
                <a:srgbClr val="FFFFFF"/>
              </a:solidFill>
              <a:latin typeface="Malgun Gothic"/>
              <a:ea typeface="Malgun Gothic"/>
              <a:cs typeface="Malgun Gothic"/>
              <a:sym typeface="Malgun Gothic"/>
            </a:endParaRPr>
          </a:p>
        </p:txBody>
      </p:sp>
      <p:sp>
        <p:nvSpPr>
          <p:cNvPr id="649" name="Google Shape;649;p34"/>
          <p:cNvSpPr/>
          <p:nvPr/>
        </p:nvSpPr>
        <p:spPr>
          <a:xfrm>
            <a:off x="4500000" y="5220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000" u="none" cap="none" strike="noStrike">
                <a:solidFill>
                  <a:schemeClr val="lt1"/>
                </a:solidFill>
                <a:latin typeface="Malgun Gothic"/>
                <a:ea typeface="Malgun Gothic"/>
                <a:cs typeface="Malgun Gothic"/>
                <a:sym typeface="Malgun Gothic"/>
              </a:rPr>
              <a:t>4</a:t>
            </a:r>
            <a:endParaRPr b="0" i="0" sz="1000" u="none" cap="none" strike="noStrike">
              <a:solidFill>
                <a:srgbClr val="FFFFFF"/>
              </a:solidFill>
              <a:latin typeface="Malgun Gothic"/>
              <a:ea typeface="Malgun Gothic"/>
              <a:cs typeface="Malgun Gothic"/>
              <a:sym typeface="Malgun Gothic"/>
            </a:endParaRPr>
          </a:p>
        </p:txBody>
      </p:sp>
      <p:sp>
        <p:nvSpPr>
          <p:cNvPr id="650" name="Google Shape;650;p34"/>
          <p:cNvSpPr/>
          <p:nvPr/>
        </p:nvSpPr>
        <p:spPr>
          <a:xfrm>
            <a:off x="4678500" y="1440000"/>
            <a:ext cx="1979700" cy="368700"/>
          </a:xfrm>
          <a:prstGeom prst="rect">
            <a:avLst/>
          </a:prstGeom>
          <a:solidFill>
            <a:schemeClr val="lt1"/>
          </a:solidFill>
          <a:ln cap="flat" cmpd="sng" w="25400">
            <a:solidFill>
              <a:srgbClr val="3254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ko-KR" sz="1300" u="none" cap="none" strike="noStrike">
                <a:solidFill>
                  <a:srgbClr val="000000"/>
                </a:solidFill>
                <a:latin typeface="Malgun Gothic"/>
                <a:ea typeface="Malgun Gothic"/>
                <a:cs typeface="Malgun Gothic"/>
                <a:sym typeface="Malgun Gothic"/>
              </a:rPr>
              <a:t>지원대상 </a:t>
            </a:r>
            <a:r>
              <a:rPr lang="ko-KR" sz="1300">
                <a:latin typeface="Malgun Gothic"/>
                <a:ea typeface="Malgun Gothic"/>
                <a:cs typeface="Malgun Gothic"/>
                <a:sym typeface="Malgun Gothic"/>
              </a:rPr>
              <a:t>등록하러가기</a:t>
            </a:r>
            <a:r>
              <a:rPr b="0" i="0" lang="ko-KR" sz="1300" u="none" cap="none" strike="noStrike">
                <a:solidFill>
                  <a:srgbClr val="000000"/>
                </a:solidFill>
                <a:latin typeface="Malgun Gothic"/>
                <a:ea typeface="Malgun Gothic"/>
                <a:cs typeface="Malgun Gothic"/>
                <a:sym typeface="Malgun Gothic"/>
              </a:rPr>
              <a:t> </a:t>
            </a:r>
            <a:endParaRPr b="0" i="0" sz="1300" u="none" cap="none" strike="noStrike">
              <a:solidFill>
                <a:srgbClr val="000000"/>
              </a:solidFill>
              <a:latin typeface="Malgun Gothic"/>
              <a:ea typeface="Malgun Gothic"/>
              <a:cs typeface="Malgun Gothic"/>
              <a:sym typeface="Malgun Gothic"/>
            </a:endParaRPr>
          </a:p>
        </p:txBody>
      </p:sp>
      <p:sp>
        <p:nvSpPr>
          <p:cNvPr id="651" name="Google Shape;651;p34"/>
          <p:cNvSpPr/>
          <p:nvPr/>
        </p:nvSpPr>
        <p:spPr>
          <a:xfrm>
            <a:off x="4562655" y="1303975"/>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ko-KR" sz="1000">
                <a:solidFill>
                  <a:schemeClr val="lt1"/>
                </a:solidFill>
                <a:latin typeface="Malgun Gothic"/>
                <a:ea typeface="Malgun Gothic"/>
                <a:cs typeface="Malgun Gothic"/>
                <a:sym typeface="Malgun Gothic"/>
              </a:rPr>
              <a:t>5</a:t>
            </a:r>
            <a:endParaRPr b="0" i="0" sz="1000" u="none" cap="none" strike="noStrike">
              <a:solidFill>
                <a:srgbClr val="FFFFFF"/>
              </a:solidFill>
              <a:latin typeface="Malgun Gothic"/>
              <a:ea typeface="Malgun Gothic"/>
              <a:cs typeface="Malgun Gothic"/>
              <a:sym typeface="Malgun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graphicFrame>
        <p:nvGraphicFramePr>
          <p:cNvPr id="657" name="Google Shape;657;p35"/>
          <p:cNvGraphicFramePr/>
          <p:nvPr/>
        </p:nvGraphicFramePr>
        <p:xfrm>
          <a:off x="23760" y="69840"/>
          <a:ext cx="3000000" cy="3000000"/>
        </p:xfrm>
        <a:graphic>
          <a:graphicData uri="http://schemas.openxmlformats.org/drawingml/2006/table">
            <a:tbl>
              <a:tblPr>
                <a:noFill/>
                <a:tableStyleId>{55D9632B-3A11-45D4-88F0-56B401F7D582}</a:tableStyleId>
              </a:tblPr>
              <a:tblGrid>
                <a:gridCol w="816125"/>
                <a:gridCol w="3330000"/>
                <a:gridCol w="747350"/>
                <a:gridCol w="3657600"/>
                <a:gridCol w="852475"/>
                <a:gridCol w="1173600"/>
                <a:gridCol w="673200"/>
                <a:gridCol w="741250"/>
              </a:tblGrid>
              <a:tr h="25632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view-0</a:t>
                      </a:r>
                      <a:r>
                        <a:rPr lang="ko-KR" sz="1000">
                          <a:solidFill>
                            <a:schemeClr val="dk1"/>
                          </a:solidFill>
                        </a:rPr>
                        <a:t>22</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명</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지원자의 조사지 작성 화면 </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요구사항ID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lang="ko-KR" sz="1000">
                          <a:solidFill>
                            <a:schemeClr val="dk1"/>
                          </a:solidFill>
                        </a:rPr>
                        <a:t>res-4</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16000">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개요</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지원자가 지원 신청을 하기 위한 조사지 작성 화면</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사용자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지원자</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개발자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박상원</a:t>
                      </a:r>
                      <a:endParaRPr b="0" sz="13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2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지원 대상 선택 화면에서 선택한 지원 대상의 이름을</a:t>
                      </a:r>
                      <a:r>
                        <a:rPr lang="ko-KR" sz="1000">
                          <a:solidFill>
                            <a:srgbClr val="2F5496"/>
                          </a:solidFill>
                        </a:rPr>
                        <a:t> 표시한다</a:t>
                      </a:r>
                      <a:r>
                        <a:rPr b="0" lang="ko-KR" sz="1000" u="none" strike="noStrike">
                          <a:solidFill>
                            <a:srgbClr val="2F5496"/>
                          </a:solidFill>
                          <a:latin typeface="Arial"/>
                          <a:ea typeface="Arial"/>
                          <a:cs typeface="Arial"/>
                          <a:sym typeface="Arial"/>
                        </a:rPr>
                        <a:t>.</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현재 화면으로 접속한 시점으로 현재 날짜를 표시 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조사지의 항목은 “예”와 “아니오” 중 선택하는 체크박스 형식으로 표현한다.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lang="ko-KR" sz="1000">
                          <a:solidFill>
                            <a:srgbClr val="2F5496"/>
                          </a:solidFill>
                        </a:rPr>
                        <a:t>기본적으로 해당 textarea는 보이지 않는 상태이다. </a:t>
                      </a:r>
                      <a:r>
                        <a:rPr b="0" lang="ko-KR" sz="1000" u="none" strike="noStrike">
                          <a:solidFill>
                            <a:srgbClr val="2F5496"/>
                          </a:solidFill>
                          <a:latin typeface="Arial"/>
                          <a:ea typeface="Arial"/>
                          <a:cs typeface="Arial"/>
                          <a:sym typeface="Arial"/>
                        </a:rPr>
                        <a:t>“예”를 선택한 경우 </a:t>
                      </a:r>
                      <a:r>
                        <a:rPr lang="ko-KR" sz="1000">
                          <a:solidFill>
                            <a:srgbClr val="2F5496"/>
                          </a:solidFill>
                        </a:rPr>
                        <a:t>해당 영역이 보이면서 </a:t>
                      </a:r>
                      <a:r>
                        <a:rPr b="0" lang="ko-KR" sz="1000" u="none" strike="noStrike">
                          <a:solidFill>
                            <a:srgbClr val="2F5496"/>
                          </a:solidFill>
                          <a:latin typeface="Arial"/>
                          <a:ea typeface="Arial"/>
                          <a:cs typeface="Arial"/>
                          <a:sym typeface="Arial"/>
                        </a:rPr>
                        <a:t>입력할 수 있게 하고 “아니오”를 선택한 경우 비활성화가 되</a:t>
                      </a:r>
                      <a:r>
                        <a:rPr lang="ko-KR" sz="1000">
                          <a:solidFill>
                            <a:srgbClr val="2F5496"/>
                          </a:solidFill>
                        </a:rPr>
                        <a:t>면서</a:t>
                      </a:r>
                      <a:r>
                        <a:rPr b="0" lang="ko-KR" sz="1000" u="none" strike="noStrike">
                          <a:solidFill>
                            <a:srgbClr val="2F5496"/>
                          </a:solidFill>
                          <a:latin typeface="Arial"/>
                          <a:ea typeface="Arial"/>
                          <a:cs typeface="Arial"/>
                          <a:sym typeface="Arial"/>
                        </a:rPr>
                        <a:t> 입력을 할 수 없게 한다. 확인(5</a:t>
                      </a:r>
                      <a:r>
                        <a:rPr lang="ko-KR" sz="1000">
                          <a:solidFill>
                            <a:srgbClr val="2F5496"/>
                          </a:solidFill>
                        </a:rPr>
                        <a:t>번버튼)</a:t>
                      </a:r>
                      <a:r>
                        <a:rPr b="0" lang="ko-KR" sz="1000" u="none" strike="noStrike">
                          <a:solidFill>
                            <a:srgbClr val="2F5496"/>
                          </a:solidFill>
                          <a:latin typeface="Arial"/>
                          <a:ea typeface="Arial"/>
                          <a:cs typeface="Arial"/>
                          <a:sym typeface="Arial"/>
                        </a:rPr>
                        <a:t> 클릭 시 해당 항목이 “아니오”인 상태라면 사유의 내용이 입력이 되어 있</a:t>
                      </a:r>
                      <a:r>
                        <a:rPr lang="ko-KR" sz="1000">
                          <a:solidFill>
                            <a:srgbClr val="2F5496"/>
                          </a:solidFill>
                        </a:rPr>
                        <a:t>어도 </a:t>
                      </a:r>
                      <a:r>
                        <a:rPr b="0" lang="ko-KR" sz="1000" u="none" strike="noStrike">
                          <a:solidFill>
                            <a:srgbClr val="2F5496"/>
                          </a:solidFill>
                          <a:latin typeface="Arial"/>
                          <a:ea typeface="Arial"/>
                          <a:cs typeface="Arial"/>
                          <a:sym typeface="Arial"/>
                        </a:rPr>
                        <a:t>데이터를 넘기지 않는다. </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조사지에서 항목 별 선택한 데이터를 전송한다.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조사지 작성을 종료하고 메인 화면으로 이동한다.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지원이 필요한 서비스에 대하여 해당 서비스를 처음 요청한 일자를 지원자가 선택할 수 있다</a:t>
                      </a:r>
                      <a:r>
                        <a:rPr lang="ko-KR" sz="1000">
                          <a:solidFill>
                            <a:srgbClr val="2F5496"/>
                          </a:solidFill>
                        </a:rPr>
                        <a:t>. </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3465A4"/>
                        </a:buClr>
                        <a:buSzPts val="1000"/>
                        <a:buFont typeface="Malgun Gothic"/>
                        <a:buAutoNum type="arabicPeriod"/>
                      </a:pPr>
                      <a:r>
                        <a:rPr lang="ko-KR" sz="1000">
                          <a:solidFill>
                            <a:srgbClr val="3465A4"/>
                          </a:solidFill>
                          <a:latin typeface="Malgun Gothic"/>
                          <a:ea typeface="Malgun Gothic"/>
                          <a:cs typeface="Malgun Gothic"/>
                          <a:sym typeface="Malgun Gothic"/>
                        </a:rPr>
                        <a:t>날짜 선택을 취소하여 처음 요청 일자가 없다는 뜻으로 선택한다.</a:t>
                      </a:r>
                      <a:endParaRPr b="0" sz="1000" u="none" strike="noStrike">
                        <a:solidFill>
                          <a:srgbClr val="3465A4"/>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2F5496"/>
                        </a:solidFill>
                        <a:latin typeface="Arial"/>
                        <a:ea typeface="Arial"/>
                        <a:cs typeface="Arial"/>
                        <a:sym typeface="Arial"/>
                      </a:endParaRPr>
                    </a:p>
                    <a:p>
                      <a:pPr indent="0" lvl="0" marL="0" marR="0" rtl="0" algn="l">
                        <a:lnSpc>
                          <a:spcPct val="100000"/>
                        </a:lnSpc>
                        <a:spcBef>
                          <a:spcPts val="0"/>
                        </a:spcBef>
                        <a:spcAft>
                          <a:spcPts val="0"/>
                        </a:spcAft>
                        <a:buNone/>
                      </a:pPr>
                      <a:r>
                        <a:t/>
                      </a:r>
                      <a:endParaRPr sz="1000">
                        <a:solidFill>
                          <a:srgbClr val="2F5496"/>
                        </a:solidFill>
                      </a:endParaRPr>
                    </a:p>
                    <a:p>
                      <a:pPr indent="-292100" lvl="0" marL="457200" marR="0" rtl="0" algn="l">
                        <a:lnSpc>
                          <a:spcPct val="100000"/>
                        </a:lnSpc>
                        <a:spcBef>
                          <a:spcPts val="0"/>
                        </a:spcBef>
                        <a:spcAft>
                          <a:spcPts val="0"/>
                        </a:spcAft>
                        <a:buClr>
                          <a:srgbClr val="2F5496"/>
                        </a:buClr>
                        <a:buSzPts val="1000"/>
                        <a:buFont typeface="Arial"/>
                        <a:buChar char="-"/>
                      </a:pPr>
                      <a:r>
                        <a:rPr b="0" lang="ko-KR" sz="1000" u="none" strike="noStrike">
                          <a:solidFill>
                            <a:srgbClr val="2F5496"/>
                          </a:solidFill>
                          <a:latin typeface="Arial"/>
                          <a:ea typeface="Arial"/>
                          <a:cs typeface="Arial"/>
                          <a:sym typeface="Arial"/>
                        </a:rPr>
                        <a:t>지원 사유 조사지의 항목이 길어지면 화면은 스크롤 형식으로 내릴 수 있게 한다..</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658" name="Google Shape;658;p35"/>
          <p:cNvSpPr/>
          <p:nvPr/>
        </p:nvSpPr>
        <p:spPr>
          <a:xfrm>
            <a:off x="346320" y="900000"/>
            <a:ext cx="8005200" cy="56847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659" name="Google Shape;659;p35"/>
          <p:cNvSpPr/>
          <p:nvPr/>
        </p:nvSpPr>
        <p:spPr>
          <a:xfrm>
            <a:off x="540000" y="990360"/>
            <a:ext cx="1259700" cy="3216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지원대상: 홍길동</a:t>
            </a:r>
            <a:endParaRPr b="0" sz="1100" u="none" strike="noStrike">
              <a:solidFill>
                <a:srgbClr val="000000"/>
              </a:solidFill>
              <a:latin typeface="Malgun Gothic"/>
              <a:ea typeface="Malgun Gothic"/>
              <a:cs typeface="Malgun Gothic"/>
              <a:sym typeface="Malgun Gothic"/>
            </a:endParaRPr>
          </a:p>
        </p:txBody>
      </p:sp>
      <p:sp>
        <p:nvSpPr>
          <p:cNvPr id="660" name="Google Shape;660;p35"/>
          <p:cNvSpPr/>
          <p:nvPr/>
        </p:nvSpPr>
        <p:spPr>
          <a:xfrm>
            <a:off x="6300000" y="990360"/>
            <a:ext cx="1799700" cy="3216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작성일: 2026-02-10 (화)</a:t>
            </a:r>
            <a:endParaRPr b="0" sz="1100" u="none" strike="noStrike">
              <a:solidFill>
                <a:srgbClr val="000000"/>
              </a:solidFill>
              <a:latin typeface="Malgun Gothic"/>
              <a:ea typeface="Malgun Gothic"/>
              <a:cs typeface="Malgun Gothic"/>
              <a:sym typeface="Malgun Gothic"/>
            </a:endParaRPr>
          </a:p>
        </p:txBody>
      </p:sp>
      <p:sp>
        <p:nvSpPr>
          <p:cNvPr id="661" name="Google Shape;661;p35"/>
          <p:cNvSpPr/>
          <p:nvPr/>
        </p:nvSpPr>
        <p:spPr>
          <a:xfrm>
            <a:off x="540000" y="1518475"/>
            <a:ext cx="7559700" cy="41118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662" name="Google Shape;662;p35"/>
          <p:cNvSpPr/>
          <p:nvPr/>
        </p:nvSpPr>
        <p:spPr>
          <a:xfrm>
            <a:off x="6840000" y="6052680"/>
            <a:ext cx="587400" cy="321600"/>
          </a:xfrm>
          <a:prstGeom prst="rect">
            <a:avLst/>
          </a:prstGeom>
          <a:solidFill>
            <a:schemeClr val="accen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lang="ko-KR" sz="1100" u="none" strike="noStrike">
                <a:solidFill>
                  <a:schemeClr val="lt1"/>
                </a:solidFill>
                <a:latin typeface="Malgun Gothic"/>
                <a:ea typeface="Malgun Gothic"/>
                <a:cs typeface="Malgun Gothic"/>
                <a:sym typeface="Malgun Gothic"/>
              </a:rPr>
              <a:t>확인</a:t>
            </a:r>
            <a:endParaRPr b="0" sz="1100" u="none" strike="noStrike">
              <a:solidFill>
                <a:schemeClr val="lt1"/>
              </a:solidFill>
              <a:latin typeface="Malgun Gothic"/>
              <a:ea typeface="Malgun Gothic"/>
              <a:cs typeface="Malgun Gothic"/>
              <a:sym typeface="Malgun Gothic"/>
            </a:endParaRPr>
          </a:p>
        </p:txBody>
      </p:sp>
      <p:sp>
        <p:nvSpPr>
          <p:cNvPr id="663" name="Google Shape;663;p35"/>
          <p:cNvSpPr/>
          <p:nvPr/>
        </p:nvSpPr>
        <p:spPr>
          <a:xfrm>
            <a:off x="7512120" y="6052680"/>
            <a:ext cx="587400" cy="321600"/>
          </a:xfrm>
          <a:prstGeom prst="rect">
            <a:avLst/>
          </a:prstGeom>
          <a:solidFill>
            <a:srgbClr val="FF9900"/>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lang="ko-KR" sz="1100" u="none" strike="noStrike">
                <a:solidFill>
                  <a:schemeClr val="lt1"/>
                </a:solidFill>
                <a:latin typeface="Malgun Gothic"/>
                <a:ea typeface="Malgun Gothic"/>
                <a:cs typeface="Malgun Gothic"/>
                <a:sym typeface="Malgun Gothic"/>
              </a:rPr>
              <a:t>취소</a:t>
            </a:r>
            <a:endParaRPr b="0" sz="1100" u="none" strike="noStrike">
              <a:solidFill>
                <a:schemeClr val="lt1"/>
              </a:solidFill>
              <a:latin typeface="Malgun Gothic"/>
              <a:ea typeface="Malgun Gothic"/>
              <a:cs typeface="Malgun Gothic"/>
              <a:sym typeface="Malgun Gothic"/>
            </a:endParaRPr>
          </a:p>
        </p:txBody>
      </p:sp>
      <p:sp>
        <p:nvSpPr>
          <p:cNvPr id="664" name="Google Shape;664;p35"/>
          <p:cNvSpPr/>
          <p:nvPr/>
        </p:nvSpPr>
        <p:spPr>
          <a:xfrm>
            <a:off x="644747" y="1560250"/>
            <a:ext cx="1473600" cy="243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지원 사유 조사지</a:t>
            </a:r>
            <a:endParaRPr b="0" sz="1000" u="none" strike="noStrike">
              <a:solidFill>
                <a:srgbClr val="000000"/>
              </a:solidFill>
              <a:latin typeface="Malgun Gothic"/>
              <a:ea typeface="Malgun Gothic"/>
              <a:cs typeface="Malgun Gothic"/>
              <a:sym typeface="Malgun Gothic"/>
            </a:endParaRPr>
          </a:p>
        </p:txBody>
      </p:sp>
      <p:graphicFrame>
        <p:nvGraphicFramePr>
          <p:cNvPr id="665" name="Google Shape;665;p35"/>
          <p:cNvGraphicFramePr/>
          <p:nvPr/>
        </p:nvGraphicFramePr>
        <p:xfrm>
          <a:off x="668880" y="2198920"/>
          <a:ext cx="3000000" cy="3000000"/>
        </p:xfrm>
        <a:graphic>
          <a:graphicData uri="http://schemas.openxmlformats.org/drawingml/2006/table">
            <a:tbl>
              <a:tblPr>
                <a:noFill/>
                <a:tableStyleId>{55D9632B-3A11-45D4-88F0-56B401F7D582}</a:tableStyleId>
              </a:tblPr>
              <a:tblGrid>
                <a:gridCol w="6315850"/>
                <a:gridCol w="455050"/>
                <a:gridCol w="480250"/>
              </a:tblGrid>
              <a:tr h="252350">
                <a:tc>
                  <a:txBody>
                    <a:bodyPr/>
                    <a:lstStyle/>
                    <a:p>
                      <a:pPr indent="0" lvl="0" marL="0" marR="0" rtl="0" algn="l">
                        <a:lnSpc>
                          <a:spcPct val="100000"/>
                        </a:lnSpc>
                        <a:spcBef>
                          <a:spcPts val="0"/>
                        </a:spcBef>
                        <a:spcAft>
                          <a:spcPts val="0"/>
                        </a:spcAft>
                        <a:buNone/>
                      </a:pPr>
                      <a:r>
                        <a:rPr b="0" lang="ko-KR" sz="1100" u="none" strike="noStrike">
                          <a:solidFill>
                            <a:schemeClr val="lt1"/>
                          </a:solidFill>
                          <a:latin typeface="Malgun Gothic"/>
                          <a:ea typeface="Malgun Gothic"/>
                          <a:cs typeface="Malgun Gothic"/>
                          <a:sym typeface="Malgun Gothic"/>
                        </a:rPr>
                        <a:t>조사를 위한 항목 </a:t>
                      </a:r>
                      <a:endParaRPr b="0" sz="1100" u="none" strike="noStrike">
                        <a:solidFill>
                          <a:schemeClr val="lt1"/>
                        </a:solidFill>
                        <a:latin typeface="Malgun Gothic"/>
                        <a:ea typeface="Malgun Gothic"/>
                        <a:cs typeface="Malgun Gothic"/>
                        <a:sym typeface="Malgun Gothic"/>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예</a:t>
                      </a:r>
                      <a:endParaRPr b="0" sz="1000" u="none" strike="noStrike">
                        <a:solidFill>
                          <a:schemeClr val="lt1"/>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아니오</a:t>
                      </a:r>
                      <a:endParaRPr b="0" sz="1000" u="none" strike="noStrike">
                        <a:solidFill>
                          <a:schemeClr val="lt1"/>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r>
              <a:tr h="252350">
                <a:tc>
                  <a:txBody>
                    <a:bodyPr/>
                    <a:lstStyle/>
                    <a:p>
                      <a:pPr indent="0" lvl="0" marL="0" marR="0" rtl="0" algn="l">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1. 이러한 지원이 필요한 상태입니까?</a:t>
                      </a:r>
                      <a:endParaRPr b="0" sz="1100" u="none" strike="noStrike">
                        <a:solidFill>
                          <a:srgbClr val="000000"/>
                        </a:solidFill>
                        <a:latin typeface="Malgun Gothic"/>
                        <a:ea typeface="Malgun Gothic"/>
                        <a:cs typeface="Malgun Gothic"/>
                        <a:sym typeface="Malgun Gothic"/>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200">
                          <a:solidFill>
                            <a:schemeClr val="dk1"/>
                          </a:solidFill>
                        </a:rPr>
                        <a:t>☑</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2350">
                <a:tc>
                  <a:txBody>
                    <a:bodyPr/>
                    <a:lstStyle/>
                    <a:p>
                      <a:pPr indent="0" lvl="0" marL="0" marR="0" rtl="0" algn="l">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2. 이러한 어려움이 있는 상태입니까?</a:t>
                      </a:r>
                      <a:endParaRPr b="0" sz="1100" u="none" strike="noStrike">
                        <a:solidFill>
                          <a:srgbClr val="000000"/>
                        </a:solidFill>
                        <a:latin typeface="Malgun Gothic"/>
                        <a:ea typeface="Malgun Gothic"/>
                        <a:cs typeface="Malgun Gothic"/>
                        <a:sym typeface="Malgun Gothic"/>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2350">
                <a:tc>
                  <a:txBody>
                    <a:bodyPr/>
                    <a:lstStyle/>
                    <a:p>
                      <a:pPr indent="0" lvl="0" marL="0" marR="0" rtl="0" algn="l">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3. 이러한 어려움이 있는 상태입니까?</a:t>
                      </a:r>
                      <a:endParaRPr b="0" sz="1100" u="none" strike="noStrike">
                        <a:solidFill>
                          <a:srgbClr val="000000"/>
                        </a:solidFill>
                        <a:latin typeface="Malgun Gothic"/>
                        <a:ea typeface="Malgun Gothic"/>
                        <a:cs typeface="Malgun Gothic"/>
                        <a:sym typeface="Malgun Gothic"/>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11150">
                <a:tc>
                  <a:txBody>
                    <a:bodyPr/>
                    <a:lstStyle/>
                    <a:p>
                      <a:pPr indent="0" lvl="0" marL="0" marR="0" rtl="0" algn="l">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4. 구체적인 도움이 필요한 상태입니까?</a:t>
                      </a:r>
                      <a:endParaRPr b="0" sz="11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 사유</a:t>
                      </a:r>
                      <a:endParaRPr b="0" sz="11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1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1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100" u="none" strike="noStrike">
                        <a:solidFill>
                          <a:srgbClr val="000000"/>
                        </a:solidFill>
                        <a:latin typeface="Malgun Gothic"/>
                        <a:ea typeface="Malgun Gothic"/>
                        <a:cs typeface="Malgun Gothic"/>
                        <a:sym typeface="Malgun Gothic"/>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2350">
                <a:tc>
                  <a:txBody>
                    <a:bodyPr/>
                    <a:lstStyle/>
                    <a:p>
                      <a:pPr indent="0" lvl="0" marL="0" marR="0" rtl="0" algn="l">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지원이 필요한 서비스 (교통) </a:t>
                      </a:r>
                      <a:endParaRPr b="0" sz="1100" u="none" strike="noStrike">
                        <a:solidFill>
                          <a:srgbClr val="000000"/>
                        </a:solidFill>
                        <a:latin typeface="Malgun Gothic"/>
                        <a:ea typeface="Malgun Gothic"/>
                        <a:cs typeface="Malgun Gothic"/>
                        <a:sym typeface="Malgun Gothic"/>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예</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아니오</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2350">
                <a:tc>
                  <a:txBody>
                    <a:bodyPr/>
                    <a:lstStyle/>
                    <a:p>
                      <a:pPr indent="0" lvl="0" marL="0" marR="0" rtl="0" algn="l">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5. 밤새 지원이 필요함 </a:t>
                      </a:r>
                      <a:endParaRPr b="0" sz="11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sz="1100">
                        <a:latin typeface="Malgun Gothic"/>
                        <a:ea typeface="Malgun Gothic"/>
                        <a:cs typeface="Malgun Gothic"/>
                        <a:sym typeface="Malgun Gothic"/>
                      </a:endParaRPr>
                    </a:p>
                    <a:p>
                      <a:pPr indent="0" lvl="0" marL="0" marR="0" rtl="0" algn="l">
                        <a:lnSpc>
                          <a:spcPct val="100000"/>
                        </a:lnSpc>
                        <a:spcBef>
                          <a:spcPts val="0"/>
                        </a:spcBef>
                        <a:spcAft>
                          <a:spcPts val="0"/>
                        </a:spcAft>
                        <a:buNone/>
                      </a:pPr>
                      <a:r>
                        <a:rPr lang="ko-KR" sz="1100">
                          <a:solidFill>
                            <a:schemeClr val="dk1"/>
                          </a:solidFill>
                          <a:latin typeface="Malgun Gothic"/>
                          <a:ea typeface="Malgun Gothic"/>
                          <a:cs typeface="Malgun Gothic"/>
                          <a:sym typeface="Malgun Gothic"/>
                        </a:rPr>
                        <a:t>처음요청일자: </a:t>
                      </a:r>
                      <a:endParaRPr b="0" sz="1100" u="none" strike="noStrike">
                        <a:solidFill>
                          <a:srgbClr val="000000"/>
                        </a:solidFill>
                        <a:latin typeface="Malgun Gothic"/>
                        <a:ea typeface="Malgun Gothic"/>
                        <a:cs typeface="Malgun Gothic"/>
                        <a:sym typeface="Malgun Gothic"/>
                      </a:endParaRPr>
                    </a:p>
                  </a:txBody>
                  <a:tcPr marT="36000" marB="36000" marR="3600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0" lang="ko-KR" sz="1000" u="none" strike="noStrike">
                          <a:solidFill>
                            <a:srgbClr val="000000"/>
                          </a:solidFill>
                          <a:latin typeface="Malgun Gothic"/>
                          <a:ea typeface="Malgun Gothic"/>
                          <a:cs typeface="Malgun Gothic"/>
                          <a:sym typeface="Malgun Gothic"/>
                        </a:rPr>
                        <a:t>□</a:t>
                      </a:r>
                      <a:endParaRPr b="0" sz="1000" u="none" strike="noStrike">
                        <a:solidFill>
                          <a:srgbClr val="000000"/>
                        </a:solidFill>
                        <a:latin typeface="Malgun Gothic"/>
                        <a:ea typeface="Malgun Gothic"/>
                        <a:cs typeface="Malgun Gothic"/>
                        <a:sym typeface="Malgun Gothic"/>
                      </a:endParaRPr>
                    </a:p>
                  </a:txBody>
                  <a:tcPr marT="36000" marB="36000" marR="3600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666" name="Google Shape;666;p35"/>
          <p:cNvSpPr/>
          <p:nvPr/>
        </p:nvSpPr>
        <p:spPr>
          <a:xfrm>
            <a:off x="1080360" y="3601840"/>
            <a:ext cx="5399700" cy="411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800" u="none" strike="noStrike">
                <a:solidFill>
                  <a:srgbClr val="000000"/>
                </a:solidFill>
                <a:latin typeface="Malgun Gothic"/>
                <a:ea typeface="Malgun Gothic"/>
                <a:cs typeface="Malgun Gothic"/>
                <a:sym typeface="Malgun Gothic"/>
              </a:rPr>
              <a:t>텍스트 형식으로 사유를 작성해 주세요.</a:t>
            </a:r>
            <a:endParaRPr b="0" sz="800" u="none" strike="noStrike">
              <a:solidFill>
                <a:srgbClr val="000000"/>
              </a:solidFill>
              <a:latin typeface="Malgun Gothic"/>
              <a:ea typeface="Malgun Gothic"/>
              <a:cs typeface="Malgun Gothic"/>
              <a:sym typeface="Malgun Gothic"/>
            </a:endParaRPr>
          </a:p>
        </p:txBody>
      </p:sp>
      <p:sp>
        <p:nvSpPr>
          <p:cNvPr id="667" name="Google Shape;667;p35"/>
          <p:cNvSpPr/>
          <p:nvPr/>
        </p:nvSpPr>
        <p:spPr>
          <a:xfrm>
            <a:off x="6841080" y="2059960"/>
            <a:ext cx="178500" cy="2253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3</a:t>
            </a:r>
            <a:endParaRPr b="0" sz="1000" u="none" strike="noStrike">
              <a:solidFill>
                <a:srgbClr val="FFFFFF"/>
              </a:solidFill>
              <a:latin typeface="Malgun Gothic"/>
              <a:ea typeface="Malgun Gothic"/>
              <a:cs typeface="Malgun Gothic"/>
              <a:sym typeface="Malgun Gothic"/>
            </a:endParaRPr>
          </a:p>
        </p:txBody>
      </p:sp>
      <p:sp>
        <p:nvSpPr>
          <p:cNvPr id="668" name="Google Shape;668;p35"/>
          <p:cNvSpPr/>
          <p:nvPr/>
        </p:nvSpPr>
        <p:spPr>
          <a:xfrm>
            <a:off x="1080360" y="3395560"/>
            <a:ext cx="178500" cy="2253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4</a:t>
            </a:r>
            <a:endParaRPr b="0" sz="1000" u="none" strike="noStrike">
              <a:solidFill>
                <a:srgbClr val="FFFFFF"/>
              </a:solidFill>
              <a:latin typeface="Malgun Gothic"/>
              <a:ea typeface="Malgun Gothic"/>
              <a:cs typeface="Malgun Gothic"/>
              <a:sym typeface="Malgun Gothic"/>
            </a:endParaRPr>
          </a:p>
        </p:txBody>
      </p:sp>
      <p:sp>
        <p:nvSpPr>
          <p:cNvPr id="669" name="Google Shape;669;p35"/>
          <p:cNvSpPr/>
          <p:nvPr/>
        </p:nvSpPr>
        <p:spPr>
          <a:xfrm>
            <a:off x="6840000" y="5846400"/>
            <a:ext cx="178500" cy="2256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5</a:t>
            </a:r>
            <a:endParaRPr b="0" sz="1000" u="none" strike="noStrike">
              <a:solidFill>
                <a:srgbClr val="FFFFFF"/>
              </a:solidFill>
              <a:latin typeface="Malgun Gothic"/>
              <a:ea typeface="Malgun Gothic"/>
              <a:cs typeface="Malgun Gothic"/>
              <a:sym typeface="Malgun Gothic"/>
            </a:endParaRPr>
          </a:p>
        </p:txBody>
      </p:sp>
      <p:sp>
        <p:nvSpPr>
          <p:cNvPr id="670" name="Google Shape;670;p35"/>
          <p:cNvSpPr/>
          <p:nvPr/>
        </p:nvSpPr>
        <p:spPr>
          <a:xfrm>
            <a:off x="7512120" y="5846400"/>
            <a:ext cx="178500" cy="2256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6</a:t>
            </a:r>
            <a:endParaRPr b="0" sz="1000" u="none" strike="noStrike">
              <a:solidFill>
                <a:srgbClr val="FFFFFF"/>
              </a:solidFill>
              <a:latin typeface="Malgun Gothic"/>
              <a:ea typeface="Malgun Gothic"/>
              <a:cs typeface="Malgun Gothic"/>
              <a:sym typeface="Malgun Gothic"/>
            </a:endParaRPr>
          </a:p>
        </p:txBody>
      </p:sp>
      <p:sp>
        <p:nvSpPr>
          <p:cNvPr id="671" name="Google Shape;671;p35"/>
          <p:cNvSpPr/>
          <p:nvPr/>
        </p:nvSpPr>
        <p:spPr>
          <a:xfrm>
            <a:off x="361080" y="900000"/>
            <a:ext cx="178500" cy="2253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1</a:t>
            </a:r>
            <a:endParaRPr b="0" sz="1000" u="none" strike="noStrike">
              <a:solidFill>
                <a:srgbClr val="FFFFFF"/>
              </a:solidFill>
              <a:latin typeface="Malgun Gothic"/>
              <a:ea typeface="Malgun Gothic"/>
              <a:cs typeface="Malgun Gothic"/>
              <a:sym typeface="Malgun Gothic"/>
            </a:endParaRPr>
          </a:p>
        </p:txBody>
      </p:sp>
      <p:sp>
        <p:nvSpPr>
          <p:cNvPr id="672" name="Google Shape;672;p35"/>
          <p:cNvSpPr/>
          <p:nvPr/>
        </p:nvSpPr>
        <p:spPr>
          <a:xfrm>
            <a:off x="6121080" y="900000"/>
            <a:ext cx="178500" cy="2253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2</a:t>
            </a:r>
            <a:endParaRPr b="0" sz="1000" u="none" strike="noStrike">
              <a:solidFill>
                <a:srgbClr val="FFFFFF"/>
              </a:solidFill>
              <a:latin typeface="Malgun Gothic"/>
              <a:ea typeface="Malgun Gothic"/>
              <a:cs typeface="Malgun Gothic"/>
              <a:sym typeface="Malgun Gothic"/>
            </a:endParaRPr>
          </a:p>
        </p:txBody>
      </p:sp>
      <p:sp>
        <p:nvSpPr>
          <p:cNvPr id="673" name="Google Shape;673;p35"/>
          <p:cNvSpPr/>
          <p:nvPr/>
        </p:nvSpPr>
        <p:spPr>
          <a:xfrm>
            <a:off x="1626168" y="4700598"/>
            <a:ext cx="899700" cy="2055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50" u="none" strike="noStrike">
                <a:solidFill>
                  <a:srgbClr val="000000"/>
                </a:solidFill>
                <a:latin typeface="Malgun Gothic"/>
                <a:ea typeface="Malgun Gothic"/>
                <a:cs typeface="Malgun Gothic"/>
                <a:sym typeface="Malgun Gothic"/>
              </a:rPr>
              <a:t>2026-02-02</a:t>
            </a:r>
            <a:endParaRPr b="0" sz="1050" u="none" strike="noStrike">
              <a:solidFill>
                <a:srgbClr val="000000"/>
              </a:solidFill>
              <a:latin typeface="Malgun Gothic"/>
              <a:ea typeface="Malgun Gothic"/>
              <a:cs typeface="Malgun Gothic"/>
              <a:sym typeface="Malgun Gothic"/>
            </a:endParaRPr>
          </a:p>
        </p:txBody>
      </p:sp>
      <p:sp>
        <p:nvSpPr>
          <p:cNvPr id="674" name="Google Shape;674;p35"/>
          <p:cNvSpPr/>
          <p:nvPr/>
        </p:nvSpPr>
        <p:spPr>
          <a:xfrm>
            <a:off x="2453808" y="4700598"/>
            <a:ext cx="359700" cy="2253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7</a:t>
            </a:r>
            <a:endParaRPr b="0" sz="1000" u="none" strike="noStrike">
              <a:solidFill>
                <a:srgbClr val="FFFFFF"/>
              </a:solidFill>
              <a:latin typeface="Malgun Gothic"/>
              <a:ea typeface="Malgun Gothic"/>
              <a:cs typeface="Malgun Gothic"/>
              <a:sym typeface="Malgun Gothic"/>
            </a:endParaRPr>
          </a:p>
        </p:txBody>
      </p:sp>
      <p:sp>
        <p:nvSpPr>
          <p:cNvPr id="675" name="Google Shape;675;p35"/>
          <p:cNvSpPr/>
          <p:nvPr/>
        </p:nvSpPr>
        <p:spPr>
          <a:xfrm>
            <a:off x="2955200" y="4706169"/>
            <a:ext cx="484200" cy="2055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lang="ko-KR" sz="1100">
                <a:latin typeface="Malgun Gothic"/>
                <a:ea typeface="Malgun Gothic"/>
                <a:cs typeface="Malgun Gothic"/>
                <a:sym typeface="Malgun Gothic"/>
              </a:rPr>
              <a:t>리셋</a:t>
            </a:r>
            <a:endParaRPr b="0" sz="1100" u="none" strike="noStrike">
              <a:solidFill>
                <a:srgbClr val="000000"/>
              </a:solidFill>
              <a:latin typeface="Malgun Gothic"/>
              <a:ea typeface="Malgun Gothic"/>
              <a:cs typeface="Malgun Gothic"/>
              <a:sym typeface="Malgun Gothic"/>
            </a:endParaRPr>
          </a:p>
        </p:txBody>
      </p:sp>
      <p:sp>
        <p:nvSpPr>
          <p:cNvPr id="676" name="Google Shape;676;p35"/>
          <p:cNvSpPr/>
          <p:nvPr/>
        </p:nvSpPr>
        <p:spPr>
          <a:xfrm>
            <a:off x="3385150" y="4572675"/>
            <a:ext cx="178500" cy="2256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ko-KR" sz="1000">
                <a:solidFill>
                  <a:schemeClr val="lt1"/>
                </a:solidFill>
                <a:latin typeface="Malgun Gothic"/>
                <a:ea typeface="Malgun Gothic"/>
                <a:cs typeface="Malgun Gothic"/>
                <a:sym typeface="Malgun Gothic"/>
              </a:rPr>
              <a:t>8</a:t>
            </a:r>
            <a:endParaRPr b="0" sz="1000" u="none" strike="noStrike">
              <a:solidFill>
                <a:srgbClr val="FFFFFF"/>
              </a:solidFill>
              <a:latin typeface="Malgun Gothic"/>
              <a:ea typeface="Malgun Gothic"/>
              <a:cs typeface="Malgun Gothic"/>
              <a:sym typeface="Malgun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graphicFrame>
        <p:nvGraphicFramePr>
          <p:cNvPr id="682" name="Google Shape;682;p36"/>
          <p:cNvGraphicFramePr/>
          <p:nvPr/>
        </p:nvGraphicFramePr>
        <p:xfrm>
          <a:off x="23760" y="69840"/>
          <a:ext cx="3000000" cy="3000000"/>
        </p:xfrm>
        <a:graphic>
          <a:graphicData uri="http://schemas.openxmlformats.org/drawingml/2006/table">
            <a:tbl>
              <a:tblPr>
                <a:noFill/>
                <a:tableStyleId>{55D9632B-3A11-45D4-88F0-56B401F7D582}</a:tableStyleId>
              </a:tblPr>
              <a:tblGrid>
                <a:gridCol w="816125"/>
                <a:gridCol w="3330000"/>
                <a:gridCol w="747350"/>
                <a:gridCol w="3657600"/>
                <a:gridCol w="852475"/>
                <a:gridCol w="1173600"/>
                <a:gridCol w="673200"/>
                <a:gridCol w="741250"/>
              </a:tblGrid>
              <a:tr h="25632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view-0</a:t>
                      </a:r>
                      <a:r>
                        <a:rPr lang="ko-KR" sz="1000">
                          <a:solidFill>
                            <a:schemeClr val="dk1"/>
                          </a:solidFill>
                        </a:rPr>
                        <a:t>23</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명</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담당자의 상담내역 관리 화면</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요구사항ID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lang="ko-KR" sz="1000">
                          <a:solidFill>
                            <a:schemeClr val="dk1"/>
                          </a:solidFill>
                        </a:rPr>
                        <a:t>res-6</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16000">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개요</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담당자의 지원 대상에 대한 상담 내역 등록, 수정 작업을 하는 페이지</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사용자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담당자</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개발자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박상원</a:t>
                      </a:r>
                      <a:endParaRPr b="0" sz="13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2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000000"/>
                        </a:solidFill>
                        <a:latin typeface="Malgun Gothic"/>
                        <a:ea typeface="Malgun Gothic"/>
                        <a:cs typeface="Malgun Gothic"/>
                        <a:sym typeface="Malgun Gothic"/>
                      </a:endParaRPr>
                    </a:p>
                    <a:p>
                      <a:pPr indent="-292100" lvl="0" marL="457200" marR="0" rtl="0" algn="l">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담당자가 현재 상담 내역을 관리하려는 지원 대상의 정보가</a:t>
                      </a:r>
                      <a:r>
                        <a:rPr lang="ko-KR" sz="1000">
                          <a:solidFill>
                            <a:srgbClr val="2F5496"/>
                          </a:solidFill>
                        </a:rPr>
                        <a:t> 표시된다.</a:t>
                      </a:r>
                      <a:endParaRPr b="0" sz="1000" u="none" strike="noStrike">
                        <a:solidFill>
                          <a:srgbClr val="000000"/>
                        </a:solidFill>
                        <a:latin typeface="Malgun Gothic"/>
                        <a:ea typeface="Malgun Gothic"/>
                        <a:cs typeface="Malgun Gothic"/>
                        <a:sym typeface="Malgun Gothic"/>
                      </a:endParaRPr>
                    </a:p>
                    <a:p>
                      <a:pPr indent="-292100" lvl="0" marL="457200" marR="0" rtl="0" algn="l">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제목은 input형식, 내용은 textarea형식으로 구성하고 내용을 작성한다.</a:t>
                      </a:r>
                      <a:endParaRPr b="0" sz="1000" u="none" strike="noStrike">
                        <a:solidFill>
                          <a:srgbClr val="000000"/>
                        </a:solidFill>
                        <a:latin typeface="Malgun Gothic"/>
                        <a:ea typeface="Malgun Gothic"/>
                        <a:cs typeface="Malgun Gothic"/>
                        <a:sym typeface="Malgun Gothic"/>
                      </a:endParaRPr>
                    </a:p>
                    <a:p>
                      <a:pPr indent="-292100" lvl="0" marL="457200" marR="0" rtl="0" algn="l">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작성 내용을 바로 등록하지 않고 임시 저장 기능을 제공한다.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3465A4"/>
                        </a:buClr>
                        <a:buSzPts val="1000"/>
                        <a:buFont typeface="Malgun Gothic"/>
                        <a:buAutoNum type="arabicPeriod"/>
                      </a:pPr>
                      <a:r>
                        <a:rPr b="0" lang="ko-KR" sz="1000" u="none" strike="noStrike">
                          <a:solidFill>
                            <a:srgbClr val="3465A4"/>
                          </a:solidFill>
                          <a:latin typeface="Malgun Gothic"/>
                          <a:ea typeface="Malgun Gothic"/>
                          <a:cs typeface="Malgun Gothic"/>
                          <a:sym typeface="Malgun Gothic"/>
                        </a:rPr>
                        <a:t>상담일에 대해 날짜를 선택할 수 있다.</a:t>
                      </a:r>
                      <a:endParaRPr b="0" sz="1000" u="none" strike="noStrike">
                        <a:solidFill>
                          <a:srgbClr val="3465A4"/>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3465A4"/>
                        </a:buClr>
                        <a:buSzPts val="1000"/>
                        <a:buFont typeface="Malgun Gothic"/>
                        <a:buAutoNum type="arabicPeriod"/>
                      </a:pPr>
                      <a:r>
                        <a:rPr b="0" lang="ko-KR" sz="1000" u="none" strike="noStrike">
                          <a:solidFill>
                            <a:srgbClr val="3465A4"/>
                          </a:solidFill>
                          <a:latin typeface="Malgun Gothic"/>
                          <a:ea typeface="Malgun Gothic"/>
                          <a:cs typeface="Malgun Gothic"/>
                          <a:sym typeface="Malgun Gothic"/>
                        </a:rPr>
                        <a:t>현재 페이지로 진입한 시간을 표시한다. (</a:t>
                      </a:r>
                      <a:r>
                        <a:rPr lang="ko-KR" sz="1000">
                          <a:solidFill>
                            <a:srgbClr val="3465A4"/>
                          </a:solidFill>
                          <a:latin typeface="Malgun Gothic"/>
                          <a:ea typeface="Malgun Gothic"/>
                          <a:cs typeface="Malgun Gothic"/>
                          <a:sym typeface="Malgun Gothic"/>
                        </a:rPr>
                        <a:t>ReadOnly)</a:t>
                      </a:r>
                      <a:endParaRPr b="0" sz="1000" u="none" strike="noStrike">
                        <a:solidFill>
                          <a:srgbClr val="3465A4"/>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3465A4"/>
                        </a:buClr>
                        <a:buSzPts val="1000"/>
                        <a:buFont typeface="Malgun Gothic"/>
                        <a:buAutoNum type="arabicPeriod"/>
                      </a:pPr>
                      <a:r>
                        <a:rPr b="0" lang="ko-KR" sz="1000" u="none" strike="noStrike">
                          <a:solidFill>
                            <a:srgbClr val="3465A4"/>
                          </a:solidFill>
                          <a:latin typeface="Malgun Gothic"/>
                          <a:ea typeface="Malgun Gothic"/>
                          <a:cs typeface="Malgun Gothic"/>
                          <a:sym typeface="Malgun Gothic"/>
                        </a:rPr>
                        <a:t>첨부파일은 여러개 선택하여 올릴 수 있다. </a:t>
                      </a:r>
                      <a:endParaRPr b="0" sz="1000" u="none" strike="noStrike">
                        <a:solidFill>
                          <a:srgbClr val="3465A4"/>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3465A4"/>
                        </a:buClr>
                        <a:buSzPts val="1000"/>
                        <a:buFont typeface="Malgun Gothic"/>
                        <a:buAutoNum type="arabicPeriod"/>
                      </a:pPr>
                      <a:r>
                        <a:rPr b="0" lang="ko-KR" sz="1000" u="none" strike="noStrike">
                          <a:solidFill>
                            <a:srgbClr val="3465A4"/>
                          </a:solidFill>
                          <a:latin typeface="Malgun Gothic"/>
                          <a:ea typeface="Malgun Gothic"/>
                          <a:cs typeface="Malgun Gothic"/>
                          <a:sym typeface="Malgun Gothic"/>
                        </a:rPr>
                        <a:t>제목과 상담일, 내용이 입력이 되어있는지 확인하고 데이터를 저장한다.</a:t>
                      </a:r>
                      <a:endParaRPr b="0" sz="1000" u="none" strike="noStrike">
                        <a:solidFill>
                          <a:srgbClr val="3465A4"/>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3465A4"/>
                        </a:buClr>
                        <a:buSzPts val="1000"/>
                        <a:buFont typeface="Malgun Gothic"/>
                        <a:buAutoNum type="arabicPeriod"/>
                      </a:pPr>
                      <a:r>
                        <a:rPr b="0" lang="ko-KR" sz="1000" u="none" strike="noStrike">
                          <a:solidFill>
                            <a:srgbClr val="3465A4"/>
                          </a:solidFill>
                          <a:latin typeface="Malgun Gothic"/>
                          <a:ea typeface="Malgun Gothic"/>
                          <a:cs typeface="Malgun Gothic"/>
                          <a:sym typeface="Malgun Gothic"/>
                        </a:rPr>
                        <a:t>해당 작업을 취소하고 지원대상의 상담내역 조회페이지로 돌아간다.   </a:t>
                      </a:r>
                      <a:endParaRPr b="0" sz="1000" u="none" strike="noStrike">
                        <a:solidFill>
                          <a:srgbClr val="3465A4"/>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3465A4"/>
                        </a:buClr>
                        <a:buSzPts val="1000"/>
                        <a:buFont typeface="Malgun Gothic"/>
                        <a:buAutoNum type="arabicPeriod"/>
                      </a:pPr>
                      <a:r>
                        <a:rPr lang="ko-KR" sz="1000">
                          <a:solidFill>
                            <a:srgbClr val="3465A4"/>
                          </a:solidFill>
                          <a:latin typeface="Malgun Gothic"/>
                          <a:ea typeface="Malgun Gothic"/>
                          <a:cs typeface="Malgun Gothic"/>
                          <a:sym typeface="Malgun Gothic"/>
                        </a:rPr>
                        <a:t>input창으로 값을 입력할 수 있고 기본값으로는 현재 일지 작성중인 담당자 이름이 들어간다.</a:t>
                      </a:r>
                      <a:endParaRPr b="0" sz="1000" u="none" strike="noStrike">
                        <a:solidFill>
                          <a:srgbClr val="3465A4"/>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683" name="Google Shape;683;p36"/>
          <p:cNvSpPr/>
          <p:nvPr/>
        </p:nvSpPr>
        <p:spPr>
          <a:xfrm>
            <a:off x="346320" y="900000"/>
            <a:ext cx="8005200" cy="56847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684" name="Google Shape;684;p36"/>
          <p:cNvSpPr/>
          <p:nvPr/>
        </p:nvSpPr>
        <p:spPr>
          <a:xfrm>
            <a:off x="720720" y="1085040"/>
            <a:ext cx="6847800" cy="7959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685" name="Google Shape;685;p36"/>
          <p:cNvSpPr/>
          <p:nvPr/>
        </p:nvSpPr>
        <p:spPr>
          <a:xfrm>
            <a:off x="721440" y="1085040"/>
            <a:ext cx="7590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지원대상</a:t>
            </a:r>
            <a:endParaRPr b="0" sz="1100" u="none" strike="noStrike">
              <a:solidFill>
                <a:srgbClr val="000000"/>
              </a:solidFill>
              <a:latin typeface="Malgun Gothic"/>
              <a:ea typeface="Malgun Gothic"/>
              <a:cs typeface="Malgun Gothic"/>
              <a:sym typeface="Malgun Gothic"/>
            </a:endParaRPr>
          </a:p>
        </p:txBody>
      </p:sp>
      <p:sp>
        <p:nvSpPr>
          <p:cNvPr id="686" name="Google Shape;686;p36"/>
          <p:cNvSpPr/>
          <p:nvPr/>
        </p:nvSpPr>
        <p:spPr>
          <a:xfrm>
            <a:off x="1481400" y="1085040"/>
            <a:ext cx="8232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김길동</a:t>
            </a:r>
            <a:endParaRPr b="0" sz="1200" u="none" strike="noStrike">
              <a:solidFill>
                <a:srgbClr val="000000"/>
              </a:solidFill>
              <a:latin typeface="Malgun Gothic"/>
              <a:ea typeface="Malgun Gothic"/>
              <a:cs typeface="Malgun Gothic"/>
              <a:sym typeface="Malgun Gothic"/>
            </a:endParaRPr>
          </a:p>
        </p:txBody>
      </p:sp>
      <p:sp>
        <p:nvSpPr>
          <p:cNvPr id="687" name="Google Shape;687;p36"/>
          <p:cNvSpPr/>
          <p:nvPr/>
        </p:nvSpPr>
        <p:spPr>
          <a:xfrm>
            <a:off x="721440" y="1482840"/>
            <a:ext cx="7590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지원자</a:t>
            </a:r>
            <a:endParaRPr b="0" sz="1200" u="none" strike="noStrike">
              <a:solidFill>
                <a:srgbClr val="000000"/>
              </a:solidFill>
              <a:latin typeface="Malgun Gothic"/>
              <a:ea typeface="Malgun Gothic"/>
              <a:cs typeface="Malgun Gothic"/>
              <a:sym typeface="Malgun Gothic"/>
            </a:endParaRPr>
          </a:p>
        </p:txBody>
      </p:sp>
      <p:sp>
        <p:nvSpPr>
          <p:cNvPr id="688" name="Google Shape;688;p36"/>
          <p:cNvSpPr/>
          <p:nvPr/>
        </p:nvSpPr>
        <p:spPr>
          <a:xfrm>
            <a:off x="1481400" y="1482840"/>
            <a:ext cx="8232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홍길동</a:t>
            </a:r>
            <a:endParaRPr b="0" sz="1200" u="none" strike="noStrike">
              <a:solidFill>
                <a:srgbClr val="000000"/>
              </a:solidFill>
              <a:latin typeface="Malgun Gothic"/>
              <a:ea typeface="Malgun Gothic"/>
              <a:cs typeface="Malgun Gothic"/>
              <a:sym typeface="Malgun Gothic"/>
            </a:endParaRPr>
          </a:p>
        </p:txBody>
      </p:sp>
      <p:sp>
        <p:nvSpPr>
          <p:cNvPr id="689" name="Google Shape;689;p36"/>
          <p:cNvSpPr/>
          <p:nvPr/>
        </p:nvSpPr>
        <p:spPr>
          <a:xfrm>
            <a:off x="5178960" y="1080000"/>
            <a:ext cx="23796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2026-02-06</a:t>
            </a:r>
            <a:endParaRPr b="0" sz="1200" u="none" strike="noStrike">
              <a:solidFill>
                <a:srgbClr val="000000"/>
              </a:solidFill>
              <a:latin typeface="Malgun Gothic"/>
              <a:ea typeface="Malgun Gothic"/>
              <a:cs typeface="Malgun Gothic"/>
              <a:sym typeface="Malgun Gothic"/>
            </a:endParaRPr>
          </a:p>
        </p:txBody>
      </p:sp>
      <p:sp>
        <p:nvSpPr>
          <p:cNvPr id="690" name="Google Shape;690;p36"/>
          <p:cNvSpPr/>
          <p:nvPr/>
        </p:nvSpPr>
        <p:spPr>
          <a:xfrm>
            <a:off x="4284000" y="1482840"/>
            <a:ext cx="8949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우선순위</a:t>
            </a:r>
            <a:endParaRPr b="0" sz="1200" u="none" strike="noStrike">
              <a:solidFill>
                <a:srgbClr val="000000"/>
              </a:solidFill>
              <a:latin typeface="Malgun Gothic"/>
              <a:ea typeface="Malgun Gothic"/>
              <a:cs typeface="Malgun Gothic"/>
              <a:sym typeface="Malgun Gothic"/>
            </a:endParaRPr>
          </a:p>
        </p:txBody>
      </p:sp>
      <p:sp>
        <p:nvSpPr>
          <p:cNvPr id="691" name="Google Shape;691;p36"/>
          <p:cNvSpPr/>
          <p:nvPr/>
        </p:nvSpPr>
        <p:spPr>
          <a:xfrm>
            <a:off x="5178960" y="1478160"/>
            <a:ext cx="23796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중점</a:t>
            </a:r>
            <a:endParaRPr b="0" sz="1200" u="none" strike="noStrike">
              <a:solidFill>
                <a:srgbClr val="000000"/>
              </a:solidFill>
              <a:latin typeface="Malgun Gothic"/>
              <a:ea typeface="Malgun Gothic"/>
              <a:cs typeface="Malgun Gothic"/>
              <a:sym typeface="Malgun Gothic"/>
            </a:endParaRPr>
          </a:p>
        </p:txBody>
      </p:sp>
      <p:sp>
        <p:nvSpPr>
          <p:cNvPr id="692" name="Google Shape;692;p36"/>
          <p:cNvSpPr/>
          <p:nvPr/>
        </p:nvSpPr>
        <p:spPr>
          <a:xfrm>
            <a:off x="4284000" y="1085040"/>
            <a:ext cx="8949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ko-KR" sz="1200">
                <a:latin typeface="Malgun Gothic"/>
                <a:ea typeface="Malgun Gothic"/>
                <a:cs typeface="Malgun Gothic"/>
                <a:sym typeface="Malgun Gothic"/>
              </a:rPr>
              <a:t>신청</a:t>
            </a:r>
            <a:r>
              <a:rPr b="0" lang="ko-KR" sz="1200" u="none" strike="noStrike">
                <a:solidFill>
                  <a:srgbClr val="000000"/>
                </a:solidFill>
                <a:latin typeface="Malgun Gothic"/>
                <a:ea typeface="Malgun Gothic"/>
                <a:cs typeface="Malgun Gothic"/>
                <a:sym typeface="Malgun Gothic"/>
              </a:rPr>
              <a:t>일시</a:t>
            </a:r>
            <a:endParaRPr b="0" sz="1200" u="none" strike="noStrike">
              <a:solidFill>
                <a:srgbClr val="000000"/>
              </a:solidFill>
              <a:latin typeface="Malgun Gothic"/>
              <a:ea typeface="Malgun Gothic"/>
              <a:cs typeface="Malgun Gothic"/>
              <a:sym typeface="Malgun Gothic"/>
            </a:endParaRPr>
          </a:p>
        </p:txBody>
      </p:sp>
      <p:sp>
        <p:nvSpPr>
          <p:cNvPr id="693" name="Google Shape;693;p36"/>
          <p:cNvSpPr/>
          <p:nvPr/>
        </p:nvSpPr>
        <p:spPr>
          <a:xfrm>
            <a:off x="2305080" y="1085040"/>
            <a:ext cx="8376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장애유형</a:t>
            </a:r>
            <a:endParaRPr b="0" sz="1200" u="none" strike="noStrike">
              <a:solidFill>
                <a:srgbClr val="000000"/>
              </a:solidFill>
              <a:latin typeface="Malgun Gothic"/>
              <a:ea typeface="Malgun Gothic"/>
              <a:cs typeface="Malgun Gothic"/>
              <a:sym typeface="Malgun Gothic"/>
            </a:endParaRPr>
          </a:p>
        </p:txBody>
      </p:sp>
      <p:sp>
        <p:nvSpPr>
          <p:cNvPr id="694" name="Google Shape;694;p36"/>
          <p:cNvSpPr/>
          <p:nvPr/>
        </p:nvSpPr>
        <p:spPr>
          <a:xfrm>
            <a:off x="2305080" y="1482840"/>
            <a:ext cx="8376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담당자</a:t>
            </a:r>
            <a:endParaRPr b="0" sz="1200" u="none" strike="noStrike">
              <a:solidFill>
                <a:srgbClr val="000000"/>
              </a:solidFill>
              <a:latin typeface="Malgun Gothic"/>
              <a:ea typeface="Malgun Gothic"/>
              <a:cs typeface="Malgun Gothic"/>
              <a:sym typeface="Malgun Gothic"/>
            </a:endParaRPr>
          </a:p>
        </p:txBody>
      </p:sp>
      <p:sp>
        <p:nvSpPr>
          <p:cNvPr id="695" name="Google Shape;695;p36"/>
          <p:cNvSpPr/>
          <p:nvPr/>
        </p:nvSpPr>
        <p:spPr>
          <a:xfrm>
            <a:off x="3143520" y="1482840"/>
            <a:ext cx="11400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이길동</a:t>
            </a:r>
            <a:endParaRPr b="0" sz="1200" u="none" strike="noStrike">
              <a:solidFill>
                <a:srgbClr val="000000"/>
              </a:solidFill>
              <a:latin typeface="Malgun Gothic"/>
              <a:ea typeface="Malgun Gothic"/>
              <a:cs typeface="Malgun Gothic"/>
              <a:sym typeface="Malgun Gothic"/>
            </a:endParaRPr>
          </a:p>
        </p:txBody>
      </p:sp>
      <p:sp>
        <p:nvSpPr>
          <p:cNvPr id="696" name="Google Shape;696;p36"/>
          <p:cNvSpPr/>
          <p:nvPr/>
        </p:nvSpPr>
        <p:spPr>
          <a:xfrm>
            <a:off x="3143520" y="1085040"/>
            <a:ext cx="11400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장애유형</a:t>
            </a:r>
            <a:endParaRPr b="0" sz="1200" u="none" strike="noStrike">
              <a:solidFill>
                <a:srgbClr val="000000"/>
              </a:solidFill>
              <a:latin typeface="Malgun Gothic"/>
              <a:ea typeface="Malgun Gothic"/>
              <a:cs typeface="Malgun Gothic"/>
              <a:sym typeface="Malgun Gothic"/>
            </a:endParaRPr>
          </a:p>
        </p:txBody>
      </p:sp>
      <p:sp>
        <p:nvSpPr>
          <p:cNvPr id="697" name="Google Shape;697;p36"/>
          <p:cNvSpPr/>
          <p:nvPr/>
        </p:nvSpPr>
        <p:spPr>
          <a:xfrm>
            <a:off x="748080" y="1980000"/>
            <a:ext cx="6811800" cy="42120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698" name="Google Shape;698;p36"/>
          <p:cNvSpPr/>
          <p:nvPr/>
        </p:nvSpPr>
        <p:spPr>
          <a:xfrm>
            <a:off x="900720" y="2342160"/>
            <a:ext cx="697800" cy="3885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제목</a:t>
            </a:r>
            <a:endParaRPr b="0" sz="1300" u="none" strike="noStrike">
              <a:solidFill>
                <a:srgbClr val="000000"/>
              </a:solidFill>
              <a:latin typeface="Malgun Gothic"/>
              <a:ea typeface="Malgun Gothic"/>
              <a:cs typeface="Malgun Gothic"/>
              <a:sym typeface="Malgun Gothic"/>
            </a:endParaRPr>
          </a:p>
        </p:txBody>
      </p:sp>
      <p:sp>
        <p:nvSpPr>
          <p:cNvPr id="699" name="Google Shape;699;p36"/>
          <p:cNvSpPr/>
          <p:nvPr/>
        </p:nvSpPr>
        <p:spPr>
          <a:xfrm>
            <a:off x="900720" y="3101040"/>
            <a:ext cx="697800" cy="3885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내용</a:t>
            </a:r>
            <a:endParaRPr b="0" sz="1300" u="none" strike="noStrike">
              <a:solidFill>
                <a:srgbClr val="000000"/>
              </a:solidFill>
              <a:latin typeface="Malgun Gothic"/>
              <a:ea typeface="Malgun Gothic"/>
              <a:cs typeface="Malgun Gothic"/>
              <a:sym typeface="Malgun Gothic"/>
            </a:endParaRPr>
          </a:p>
        </p:txBody>
      </p:sp>
      <p:sp>
        <p:nvSpPr>
          <p:cNvPr id="700" name="Google Shape;700;p36"/>
          <p:cNvSpPr/>
          <p:nvPr/>
        </p:nvSpPr>
        <p:spPr>
          <a:xfrm>
            <a:off x="900720" y="5349240"/>
            <a:ext cx="697800" cy="3882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첨부</a:t>
            </a:r>
            <a:endParaRPr b="0" sz="1300" u="none" strike="noStrike">
              <a:solidFill>
                <a:srgbClr val="000000"/>
              </a:solidFill>
              <a:latin typeface="Malgun Gothic"/>
              <a:ea typeface="Malgun Gothic"/>
              <a:cs typeface="Malgun Gothic"/>
              <a:sym typeface="Malgun Gothic"/>
            </a:endParaRPr>
          </a:p>
        </p:txBody>
      </p:sp>
      <p:sp>
        <p:nvSpPr>
          <p:cNvPr id="701" name="Google Shape;701;p36"/>
          <p:cNvSpPr/>
          <p:nvPr/>
        </p:nvSpPr>
        <p:spPr>
          <a:xfrm>
            <a:off x="1729440" y="2354040"/>
            <a:ext cx="5430600" cy="388500"/>
          </a:xfrm>
          <a:prstGeom prst="roundRect">
            <a:avLst>
              <a:gd fmla="val 16667" name="adj"/>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400" u="none" strike="noStrike">
                <a:solidFill>
                  <a:srgbClr val="000000"/>
                </a:solidFill>
                <a:latin typeface="Malgun Gothic"/>
                <a:ea typeface="Malgun Gothic"/>
                <a:cs typeface="Malgun Gothic"/>
                <a:sym typeface="Malgun Gothic"/>
              </a:rPr>
              <a:t>상담내역 1</a:t>
            </a:r>
            <a:endParaRPr b="0" sz="1400" u="none" strike="noStrike">
              <a:solidFill>
                <a:srgbClr val="000000"/>
              </a:solidFill>
              <a:latin typeface="Malgun Gothic"/>
              <a:ea typeface="Malgun Gothic"/>
              <a:cs typeface="Malgun Gothic"/>
              <a:sym typeface="Malgun Gothic"/>
            </a:endParaRPr>
          </a:p>
        </p:txBody>
      </p:sp>
      <p:sp>
        <p:nvSpPr>
          <p:cNvPr id="702" name="Google Shape;702;p36"/>
          <p:cNvSpPr/>
          <p:nvPr/>
        </p:nvSpPr>
        <p:spPr>
          <a:xfrm>
            <a:off x="1729440" y="3101040"/>
            <a:ext cx="5430600" cy="2096700"/>
          </a:xfrm>
          <a:prstGeom prst="roundRect">
            <a:avLst>
              <a:gd fmla="val 5795" name="adj"/>
            </a:avLst>
          </a:prstGeom>
          <a:solidFill>
            <a:schemeClr val="lt2"/>
          </a:solidFill>
          <a:ln cap="flat" cmpd="sng" w="9525">
            <a:solidFill>
              <a:srgbClr val="44546A"/>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ko-KR" sz="1400" u="none" strike="noStrike">
                <a:solidFill>
                  <a:srgbClr val="000000"/>
                </a:solidFill>
                <a:latin typeface="Malgun Gothic"/>
                <a:ea typeface="Malgun Gothic"/>
                <a:cs typeface="Malgun Gothic"/>
                <a:sym typeface="Malgun Gothic"/>
              </a:rPr>
              <a:t>상담내용(내용이 길어진다면 textarea가 스크롤이 되어서 표시)</a:t>
            </a:r>
            <a:endParaRPr b="0" sz="1400" u="none" strike="noStrike">
              <a:solidFill>
                <a:srgbClr val="000000"/>
              </a:solidFill>
              <a:latin typeface="Malgun Gothic"/>
              <a:ea typeface="Malgun Gothic"/>
              <a:cs typeface="Malgun Gothic"/>
              <a:sym typeface="Malgun Gothic"/>
            </a:endParaRPr>
          </a:p>
        </p:txBody>
      </p:sp>
      <p:sp>
        <p:nvSpPr>
          <p:cNvPr id="703" name="Google Shape;703;p36"/>
          <p:cNvSpPr/>
          <p:nvPr/>
        </p:nvSpPr>
        <p:spPr>
          <a:xfrm>
            <a:off x="1729440" y="5349240"/>
            <a:ext cx="5430600" cy="388200"/>
          </a:xfrm>
          <a:prstGeom prst="roundRect">
            <a:avLst>
              <a:gd fmla="val 16667" name="adj"/>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400" u="none" strike="noStrike">
                <a:solidFill>
                  <a:srgbClr val="000000"/>
                </a:solidFill>
                <a:latin typeface="Malgun Gothic"/>
                <a:ea typeface="Malgun Gothic"/>
                <a:cs typeface="Malgun Gothic"/>
                <a:sym typeface="Malgun Gothic"/>
              </a:rPr>
              <a:t>첨부파일1.png, 첨부파일2.pdf</a:t>
            </a:r>
            <a:endParaRPr b="0" sz="1400" u="none" strike="noStrike">
              <a:solidFill>
                <a:srgbClr val="000000"/>
              </a:solidFill>
              <a:latin typeface="Malgun Gothic"/>
              <a:ea typeface="Malgun Gothic"/>
              <a:cs typeface="Malgun Gothic"/>
              <a:sym typeface="Malgun Gothic"/>
            </a:endParaRPr>
          </a:p>
        </p:txBody>
      </p:sp>
      <p:sp>
        <p:nvSpPr>
          <p:cNvPr id="704" name="Google Shape;704;p36"/>
          <p:cNvSpPr/>
          <p:nvPr/>
        </p:nvSpPr>
        <p:spPr>
          <a:xfrm>
            <a:off x="4932000" y="2761560"/>
            <a:ext cx="1320000" cy="208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000" u="none" strike="noStrike">
                <a:solidFill>
                  <a:schemeClr val="dk1"/>
                </a:solidFill>
                <a:latin typeface="Malgun Gothic"/>
                <a:ea typeface="Malgun Gothic"/>
                <a:cs typeface="Malgun Gothic"/>
                <a:sym typeface="Malgun Gothic"/>
              </a:rPr>
              <a:t>상담 작성일시 |</a:t>
            </a:r>
            <a:endParaRPr b="0" sz="1000" u="none" strike="noStrike">
              <a:solidFill>
                <a:srgbClr val="000000"/>
              </a:solidFill>
              <a:latin typeface="Malgun Gothic"/>
              <a:ea typeface="Malgun Gothic"/>
              <a:cs typeface="Malgun Gothic"/>
              <a:sym typeface="Malgun Gothic"/>
            </a:endParaRPr>
          </a:p>
        </p:txBody>
      </p:sp>
      <p:sp>
        <p:nvSpPr>
          <p:cNvPr id="705" name="Google Shape;705;p36"/>
          <p:cNvSpPr/>
          <p:nvPr/>
        </p:nvSpPr>
        <p:spPr>
          <a:xfrm>
            <a:off x="6062760" y="2761560"/>
            <a:ext cx="1419000" cy="208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000" u="none" strike="noStrike">
                <a:solidFill>
                  <a:schemeClr val="dk1"/>
                </a:solidFill>
                <a:latin typeface="Malgun Gothic"/>
                <a:ea typeface="Malgun Gothic"/>
                <a:cs typeface="Malgun Gothic"/>
                <a:sym typeface="Malgun Gothic"/>
              </a:rPr>
              <a:t>2024-01-08 12:34:56</a:t>
            </a:r>
            <a:endParaRPr b="0" sz="1000" u="none" strike="noStrike">
              <a:solidFill>
                <a:srgbClr val="000000"/>
              </a:solidFill>
              <a:latin typeface="Malgun Gothic"/>
              <a:ea typeface="Malgun Gothic"/>
              <a:cs typeface="Malgun Gothic"/>
              <a:sym typeface="Malgun Gothic"/>
            </a:endParaRPr>
          </a:p>
        </p:txBody>
      </p:sp>
      <p:sp>
        <p:nvSpPr>
          <p:cNvPr id="706" name="Google Shape;706;p36"/>
          <p:cNvSpPr/>
          <p:nvPr/>
        </p:nvSpPr>
        <p:spPr>
          <a:xfrm>
            <a:off x="1692360" y="2761560"/>
            <a:ext cx="1320000" cy="208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000" u="none" strike="noStrike">
                <a:solidFill>
                  <a:schemeClr val="dk1"/>
                </a:solidFill>
                <a:latin typeface="Malgun Gothic"/>
                <a:ea typeface="Malgun Gothic"/>
                <a:cs typeface="Malgun Gothic"/>
                <a:sym typeface="Malgun Gothic"/>
              </a:rPr>
              <a:t>상담일 |</a:t>
            </a:r>
            <a:endParaRPr b="0" sz="1000" u="none" strike="noStrike">
              <a:solidFill>
                <a:srgbClr val="000000"/>
              </a:solidFill>
              <a:latin typeface="Malgun Gothic"/>
              <a:ea typeface="Malgun Gothic"/>
              <a:cs typeface="Malgun Gothic"/>
              <a:sym typeface="Malgun Gothic"/>
            </a:endParaRPr>
          </a:p>
        </p:txBody>
      </p:sp>
      <p:sp>
        <p:nvSpPr>
          <p:cNvPr id="707" name="Google Shape;707;p36"/>
          <p:cNvSpPr/>
          <p:nvPr/>
        </p:nvSpPr>
        <p:spPr>
          <a:xfrm>
            <a:off x="2535120" y="2761560"/>
            <a:ext cx="1419000" cy="208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000" u="none" strike="noStrike">
                <a:solidFill>
                  <a:schemeClr val="dk1"/>
                </a:solidFill>
                <a:latin typeface="Malgun Gothic"/>
                <a:ea typeface="Malgun Gothic"/>
                <a:cs typeface="Malgun Gothic"/>
                <a:sym typeface="Malgun Gothic"/>
              </a:rPr>
              <a:t>2024-01-05</a:t>
            </a:r>
            <a:endParaRPr b="0" sz="1000" u="none" strike="noStrike">
              <a:solidFill>
                <a:srgbClr val="000000"/>
              </a:solidFill>
              <a:latin typeface="Malgun Gothic"/>
              <a:ea typeface="Malgun Gothic"/>
              <a:cs typeface="Malgun Gothic"/>
              <a:sym typeface="Malgun Gothic"/>
            </a:endParaRPr>
          </a:p>
        </p:txBody>
      </p:sp>
      <p:sp>
        <p:nvSpPr>
          <p:cNvPr id="708" name="Google Shape;708;p36"/>
          <p:cNvSpPr/>
          <p:nvPr/>
        </p:nvSpPr>
        <p:spPr>
          <a:xfrm>
            <a:off x="5760000" y="5890680"/>
            <a:ext cx="654600" cy="229200"/>
          </a:xfrm>
          <a:prstGeom prst="rect">
            <a:avLst/>
          </a:prstGeom>
          <a:solidFill>
            <a:schemeClr val="accent6"/>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800" u="none" strike="noStrike">
                <a:solidFill>
                  <a:schemeClr val="lt1"/>
                </a:solidFill>
                <a:latin typeface="Malgun Gothic"/>
                <a:ea typeface="Malgun Gothic"/>
                <a:cs typeface="Malgun Gothic"/>
                <a:sym typeface="Malgun Gothic"/>
              </a:rPr>
              <a:t>등록</a:t>
            </a:r>
            <a:endParaRPr b="0" sz="1800" u="none" strike="noStrike">
              <a:solidFill>
                <a:schemeClr val="lt1"/>
              </a:solidFill>
              <a:latin typeface="Malgun Gothic"/>
              <a:ea typeface="Malgun Gothic"/>
              <a:cs typeface="Malgun Gothic"/>
              <a:sym typeface="Malgun Gothic"/>
            </a:endParaRPr>
          </a:p>
        </p:txBody>
      </p:sp>
      <p:sp>
        <p:nvSpPr>
          <p:cNvPr id="709" name="Google Shape;709;p36"/>
          <p:cNvSpPr/>
          <p:nvPr/>
        </p:nvSpPr>
        <p:spPr>
          <a:xfrm>
            <a:off x="6545520" y="5890680"/>
            <a:ext cx="654600" cy="2292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800" u="none" strike="noStrike">
                <a:solidFill>
                  <a:schemeClr val="lt1"/>
                </a:solidFill>
                <a:latin typeface="Malgun Gothic"/>
                <a:ea typeface="Malgun Gothic"/>
                <a:cs typeface="Malgun Gothic"/>
                <a:sym typeface="Malgun Gothic"/>
              </a:rPr>
              <a:t>취소</a:t>
            </a:r>
            <a:endParaRPr b="0" sz="1800" u="none" strike="noStrike">
              <a:solidFill>
                <a:schemeClr val="lt1"/>
              </a:solidFill>
              <a:latin typeface="Malgun Gothic"/>
              <a:ea typeface="Malgun Gothic"/>
              <a:cs typeface="Malgun Gothic"/>
              <a:sym typeface="Malgun Gothic"/>
            </a:endParaRPr>
          </a:p>
        </p:txBody>
      </p:sp>
      <p:sp>
        <p:nvSpPr>
          <p:cNvPr id="710" name="Google Shape;710;p36"/>
          <p:cNvSpPr/>
          <p:nvPr/>
        </p:nvSpPr>
        <p:spPr>
          <a:xfrm>
            <a:off x="722160" y="1980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2</a:t>
            </a:r>
            <a:endParaRPr b="0" sz="1000" u="none" strike="noStrike">
              <a:solidFill>
                <a:srgbClr val="FFFFFF"/>
              </a:solidFill>
              <a:latin typeface="Malgun Gothic"/>
              <a:ea typeface="Malgun Gothic"/>
              <a:cs typeface="Malgun Gothic"/>
              <a:sym typeface="Malgun Gothic"/>
            </a:endParaRPr>
          </a:p>
        </p:txBody>
      </p:sp>
      <p:sp>
        <p:nvSpPr>
          <p:cNvPr id="711" name="Google Shape;711;p36"/>
          <p:cNvSpPr/>
          <p:nvPr/>
        </p:nvSpPr>
        <p:spPr>
          <a:xfrm>
            <a:off x="1621440" y="5220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6</a:t>
            </a:r>
            <a:endParaRPr b="0" sz="1000" u="none" strike="noStrike">
              <a:solidFill>
                <a:srgbClr val="FFFFFF"/>
              </a:solidFill>
              <a:latin typeface="Malgun Gothic"/>
              <a:ea typeface="Malgun Gothic"/>
              <a:cs typeface="Malgun Gothic"/>
              <a:sym typeface="Malgun Gothic"/>
            </a:endParaRPr>
          </a:p>
        </p:txBody>
      </p:sp>
      <p:sp>
        <p:nvSpPr>
          <p:cNvPr id="712" name="Google Shape;712;p36"/>
          <p:cNvSpPr/>
          <p:nvPr/>
        </p:nvSpPr>
        <p:spPr>
          <a:xfrm>
            <a:off x="5545440" y="577908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7</a:t>
            </a:r>
            <a:endParaRPr b="0" sz="1000" u="none" strike="noStrike">
              <a:solidFill>
                <a:srgbClr val="FFFFFF"/>
              </a:solidFill>
              <a:latin typeface="Malgun Gothic"/>
              <a:ea typeface="Malgun Gothic"/>
              <a:cs typeface="Malgun Gothic"/>
              <a:sym typeface="Malgun Gothic"/>
            </a:endParaRPr>
          </a:p>
        </p:txBody>
      </p:sp>
      <p:sp>
        <p:nvSpPr>
          <p:cNvPr id="713" name="Google Shape;713;p36"/>
          <p:cNvSpPr/>
          <p:nvPr/>
        </p:nvSpPr>
        <p:spPr>
          <a:xfrm>
            <a:off x="6120000" y="1980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3</a:t>
            </a:r>
            <a:endParaRPr b="0" sz="1000" u="none" strike="noStrike">
              <a:solidFill>
                <a:srgbClr val="FFFFFF"/>
              </a:solidFill>
              <a:latin typeface="Malgun Gothic"/>
              <a:ea typeface="Malgun Gothic"/>
              <a:cs typeface="Malgun Gothic"/>
              <a:sym typeface="Malgun Gothic"/>
            </a:endParaRPr>
          </a:p>
        </p:txBody>
      </p:sp>
      <p:sp>
        <p:nvSpPr>
          <p:cNvPr id="714" name="Google Shape;714;p36"/>
          <p:cNvSpPr/>
          <p:nvPr/>
        </p:nvSpPr>
        <p:spPr>
          <a:xfrm>
            <a:off x="1980000" y="277344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4</a:t>
            </a:r>
            <a:endParaRPr b="0" sz="1000" u="none" strike="noStrike">
              <a:solidFill>
                <a:srgbClr val="FFFFFF"/>
              </a:solidFill>
              <a:latin typeface="Malgun Gothic"/>
              <a:ea typeface="Malgun Gothic"/>
              <a:cs typeface="Malgun Gothic"/>
              <a:sym typeface="Malgun Gothic"/>
            </a:endParaRPr>
          </a:p>
        </p:txBody>
      </p:sp>
      <p:sp>
        <p:nvSpPr>
          <p:cNvPr id="715" name="Google Shape;715;p36"/>
          <p:cNvSpPr/>
          <p:nvPr/>
        </p:nvSpPr>
        <p:spPr>
          <a:xfrm>
            <a:off x="4932000" y="277344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5</a:t>
            </a:r>
            <a:endParaRPr b="0" sz="1000" u="none" strike="noStrike">
              <a:solidFill>
                <a:srgbClr val="FFFFFF"/>
              </a:solidFill>
              <a:latin typeface="Malgun Gothic"/>
              <a:ea typeface="Malgun Gothic"/>
              <a:cs typeface="Malgun Gothic"/>
              <a:sym typeface="Malgun Gothic"/>
            </a:endParaRPr>
          </a:p>
        </p:txBody>
      </p:sp>
      <p:sp>
        <p:nvSpPr>
          <p:cNvPr id="716" name="Google Shape;716;p36"/>
          <p:cNvSpPr/>
          <p:nvPr/>
        </p:nvSpPr>
        <p:spPr>
          <a:xfrm>
            <a:off x="542880" y="106344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1</a:t>
            </a:r>
            <a:endParaRPr b="0" sz="1000" u="none" strike="noStrike">
              <a:solidFill>
                <a:srgbClr val="FFFFFF"/>
              </a:solidFill>
              <a:latin typeface="Malgun Gothic"/>
              <a:ea typeface="Malgun Gothic"/>
              <a:cs typeface="Malgun Gothic"/>
              <a:sym typeface="Malgun Gothic"/>
            </a:endParaRPr>
          </a:p>
        </p:txBody>
      </p:sp>
      <p:sp>
        <p:nvSpPr>
          <p:cNvPr id="717" name="Google Shape;717;p36"/>
          <p:cNvSpPr/>
          <p:nvPr/>
        </p:nvSpPr>
        <p:spPr>
          <a:xfrm>
            <a:off x="6300000" y="2074680"/>
            <a:ext cx="1014600" cy="2292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050" u="none" strike="noStrike">
                <a:solidFill>
                  <a:schemeClr val="lt1"/>
                </a:solidFill>
                <a:latin typeface="Malgun Gothic"/>
                <a:ea typeface="Malgun Gothic"/>
                <a:cs typeface="Malgun Gothic"/>
                <a:sym typeface="Malgun Gothic"/>
              </a:rPr>
              <a:t>임시저장</a:t>
            </a:r>
            <a:endParaRPr b="0" sz="1050" u="none" strike="noStrike">
              <a:solidFill>
                <a:schemeClr val="lt1"/>
              </a:solidFill>
              <a:latin typeface="Malgun Gothic"/>
              <a:ea typeface="Malgun Gothic"/>
              <a:cs typeface="Malgun Gothic"/>
              <a:sym typeface="Malgun Gothic"/>
            </a:endParaRPr>
          </a:p>
        </p:txBody>
      </p:sp>
      <p:sp>
        <p:nvSpPr>
          <p:cNvPr id="718" name="Google Shape;718;p36"/>
          <p:cNvSpPr/>
          <p:nvPr/>
        </p:nvSpPr>
        <p:spPr>
          <a:xfrm>
            <a:off x="7200000" y="578304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8</a:t>
            </a:r>
            <a:endParaRPr b="0" sz="1000" u="none" strike="noStrike">
              <a:solidFill>
                <a:srgbClr val="FFFFFF"/>
              </a:solidFill>
              <a:latin typeface="Malgun Gothic"/>
              <a:ea typeface="Malgun Gothic"/>
              <a:cs typeface="Malgun Gothic"/>
              <a:sym typeface="Malgun Gothic"/>
            </a:endParaRPr>
          </a:p>
        </p:txBody>
      </p:sp>
      <p:sp>
        <p:nvSpPr>
          <p:cNvPr id="719" name="Google Shape;719;p36"/>
          <p:cNvSpPr/>
          <p:nvPr/>
        </p:nvSpPr>
        <p:spPr>
          <a:xfrm>
            <a:off x="1617635" y="2012960"/>
            <a:ext cx="1320000" cy="208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ko-KR" sz="1000">
                <a:solidFill>
                  <a:schemeClr val="dk1"/>
                </a:solidFill>
                <a:latin typeface="Malgun Gothic"/>
                <a:ea typeface="Malgun Gothic"/>
                <a:cs typeface="Malgun Gothic"/>
                <a:sym typeface="Malgun Gothic"/>
              </a:rPr>
              <a:t>상담자</a:t>
            </a:r>
            <a:r>
              <a:rPr b="0" lang="ko-KR" sz="1000" u="none" strike="noStrike">
                <a:solidFill>
                  <a:schemeClr val="dk1"/>
                </a:solidFill>
                <a:latin typeface="Malgun Gothic"/>
                <a:ea typeface="Malgun Gothic"/>
                <a:cs typeface="Malgun Gothic"/>
                <a:sym typeface="Malgun Gothic"/>
              </a:rPr>
              <a:t>|</a:t>
            </a:r>
            <a:endParaRPr b="0" sz="1000" u="none" strike="noStrike">
              <a:solidFill>
                <a:srgbClr val="000000"/>
              </a:solidFill>
              <a:latin typeface="Malgun Gothic"/>
              <a:ea typeface="Malgun Gothic"/>
              <a:cs typeface="Malgun Gothic"/>
              <a:sym typeface="Malgun Gothic"/>
            </a:endParaRPr>
          </a:p>
        </p:txBody>
      </p:sp>
      <p:sp>
        <p:nvSpPr>
          <p:cNvPr id="720" name="Google Shape;720;p36"/>
          <p:cNvSpPr/>
          <p:nvPr/>
        </p:nvSpPr>
        <p:spPr>
          <a:xfrm>
            <a:off x="2460400" y="2012950"/>
            <a:ext cx="2079600" cy="208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ko-KR" sz="1000">
                <a:solidFill>
                  <a:schemeClr val="dk1"/>
                </a:solidFill>
                <a:latin typeface="Malgun Gothic"/>
                <a:ea typeface="Malgun Gothic"/>
                <a:cs typeface="Malgun Gothic"/>
                <a:sym typeface="Malgun Gothic"/>
              </a:rPr>
              <a:t>기본값은 일지 작성중인 담당자</a:t>
            </a:r>
            <a:endParaRPr b="0" sz="1000" u="none" strike="noStrike">
              <a:solidFill>
                <a:srgbClr val="000000"/>
              </a:solidFill>
              <a:latin typeface="Malgun Gothic"/>
              <a:ea typeface="Malgun Gothic"/>
              <a:cs typeface="Malgun Gothic"/>
              <a:sym typeface="Malgun Gothic"/>
            </a:endParaRPr>
          </a:p>
        </p:txBody>
      </p:sp>
      <p:sp>
        <p:nvSpPr>
          <p:cNvPr id="721" name="Google Shape;721;p36"/>
          <p:cNvSpPr/>
          <p:nvPr/>
        </p:nvSpPr>
        <p:spPr>
          <a:xfrm>
            <a:off x="1878715" y="1932925"/>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ko-KR" sz="1000">
                <a:solidFill>
                  <a:schemeClr val="lt1"/>
                </a:solidFill>
                <a:latin typeface="Malgun Gothic"/>
                <a:ea typeface="Malgun Gothic"/>
                <a:cs typeface="Malgun Gothic"/>
                <a:sym typeface="Malgun Gothic"/>
              </a:rPr>
              <a:t>9</a:t>
            </a:r>
            <a:endParaRPr b="0" sz="1000" u="none" strike="noStrike">
              <a:solidFill>
                <a:srgbClr val="FFFFFF"/>
              </a:solidFill>
              <a:latin typeface="Malgun Gothic"/>
              <a:ea typeface="Malgun Gothic"/>
              <a:cs typeface="Malgun Gothic"/>
              <a:sym typeface="Malgun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graphicFrame>
        <p:nvGraphicFramePr>
          <p:cNvPr id="727" name="Google Shape;727;p37"/>
          <p:cNvGraphicFramePr/>
          <p:nvPr/>
        </p:nvGraphicFramePr>
        <p:xfrm>
          <a:off x="23760" y="69840"/>
          <a:ext cx="3000000" cy="3000000"/>
        </p:xfrm>
        <a:graphic>
          <a:graphicData uri="http://schemas.openxmlformats.org/drawingml/2006/table">
            <a:tbl>
              <a:tblPr>
                <a:noFill/>
                <a:tableStyleId>{55D9632B-3A11-45D4-88F0-56B401F7D582}</a:tableStyleId>
              </a:tblPr>
              <a:tblGrid>
                <a:gridCol w="816125"/>
                <a:gridCol w="3330000"/>
                <a:gridCol w="747350"/>
                <a:gridCol w="3657600"/>
                <a:gridCol w="852475"/>
                <a:gridCol w="1173600"/>
                <a:gridCol w="673200"/>
                <a:gridCol w="741250"/>
              </a:tblGrid>
              <a:tr h="25632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view-0</a:t>
                      </a:r>
                      <a:r>
                        <a:rPr lang="ko-KR" sz="1000">
                          <a:solidFill>
                            <a:schemeClr val="dk1"/>
                          </a:solidFill>
                        </a:rPr>
                        <a:t>24</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명</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상담내역 조회 페이지</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요구사항ID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lang="ko-KR" sz="1000">
                          <a:solidFill>
                            <a:schemeClr val="dk1"/>
                          </a:solidFill>
                        </a:rPr>
                        <a:t>res-6</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16000">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개요</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담당자의 지원 대상에 대한 상담 내역 조회 페이지</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사용자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담당자</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개발자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박상원</a:t>
                      </a:r>
                      <a:endParaRPr b="0" sz="13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2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담당자가 현재 상담 내역을 관리하려는 지원 대상의 정보가 </a:t>
                      </a:r>
                      <a:r>
                        <a:rPr lang="ko-KR" sz="1000">
                          <a:solidFill>
                            <a:srgbClr val="2F5496"/>
                          </a:solidFill>
                        </a:rPr>
                        <a:t>표시된다.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상담 내역을 등록할 수 있다. 등록을 하게되면 추가로 항목이 하나 더 생성된다.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등록한 상담 내역을 확인한다.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해당 첨부파일명을 클릭하면 첨부파일을 다운로드 할 수 있다.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수정 이력을 확인하면 해당 상담 내역의 수정한 날짜, 수정한 사람, 수정한 사람의 권한을 확인할 수 있다.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해당 상담내역을 수정할 수 있다.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해당 상담 내역을 삭제할 수 있다.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해당 지원 대상자에 대해서 상담 내역 중 임시저장 해둔 내역이 있다면 확인할 수 있다.</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2F5496"/>
                        </a:solidFill>
                        <a:latin typeface="Arial"/>
                        <a:ea typeface="Arial"/>
                        <a:cs typeface="Arial"/>
                        <a:sym typeface="Arial"/>
                      </a:endParaRPr>
                    </a:p>
                    <a:p>
                      <a:pPr indent="0" lvl="0" marL="0" marR="0" rtl="0" algn="l">
                        <a:lnSpc>
                          <a:spcPct val="100000"/>
                        </a:lnSpc>
                        <a:spcBef>
                          <a:spcPts val="0"/>
                        </a:spcBef>
                        <a:spcAft>
                          <a:spcPts val="0"/>
                        </a:spcAft>
                        <a:buNone/>
                      </a:pPr>
                      <a:r>
                        <a:t/>
                      </a:r>
                      <a:endParaRPr sz="1000">
                        <a:solidFill>
                          <a:srgbClr val="2F5496"/>
                        </a:solidFill>
                      </a:endParaRPr>
                    </a:p>
                    <a:p>
                      <a:pPr indent="-292100" lvl="0" marL="457200" marR="0" rtl="0" algn="l">
                        <a:lnSpc>
                          <a:spcPct val="100000"/>
                        </a:lnSpc>
                        <a:spcBef>
                          <a:spcPts val="0"/>
                        </a:spcBef>
                        <a:spcAft>
                          <a:spcPts val="0"/>
                        </a:spcAft>
                        <a:buClr>
                          <a:srgbClr val="2F5496"/>
                        </a:buClr>
                        <a:buSzPts val="1000"/>
                        <a:buFont typeface="Arial"/>
                        <a:buChar char="-"/>
                      </a:pPr>
                      <a:r>
                        <a:rPr b="0" lang="ko-KR" sz="1000" u="none" strike="noStrike">
                          <a:solidFill>
                            <a:srgbClr val="2F5496"/>
                          </a:solidFill>
                          <a:latin typeface="Arial"/>
                          <a:ea typeface="Arial"/>
                          <a:cs typeface="Arial"/>
                          <a:sym typeface="Arial"/>
                        </a:rPr>
                        <a:t>상담 내역이 여러 개면 페이지를 아래로 스크롤해서 확인할 수 있다.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Char char="-"/>
                      </a:pPr>
                      <a:r>
                        <a:rPr b="0" lang="ko-KR" sz="1000" u="none" strike="noStrike">
                          <a:solidFill>
                            <a:srgbClr val="2F5496"/>
                          </a:solidFill>
                          <a:latin typeface="Arial"/>
                          <a:ea typeface="Arial"/>
                          <a:cs typeface="Arial"/>
                          <a:sym typeface="Arial"/>
                        </a:rPr>
                        <a:t>임시저장 내역 확인 버튼(8번 </a:t>
                      </a:r>
                      <a:r>
                        <a:rPr lang="ko-KR" sz="1000">
                          <a:solidFill>
                            <a:srgbClr val="2F5496"/>
                          </a:solidFill>
                        </a:rPr>
                        <a:t>버튼</a:t>
                      </a:r>
                      <a:r>
                        <a:rPr b="0" lang="ko-KR" sz="1000" u="none" strike="noStrike">
                          <a:solidFill>
                            <a:srgbClr val="2F5496"/>
                          </a:solidFill>
                          <a:latin typeface="Arial"/>
                          <a:ea typeface="Arial"/>
                          <a:cs typeface="Arial"/>
                          <a:sym typeface="Arial"/>
                        </a:rPr>
                        <a:t>)은 임시저장내역이 있으면 표시하고 클릭을 하게 되면 </a:t>
                      </a:r>
                      <a:r>
                        <a:rPr lang="ko-KR" sz="1000">
                          <a:solidFill>
                            <a:srgbClr val="2F5496"/>
                          </a:solidFill>
                        </a:rPr>
                        <a:t>모달창</a:t>
                      </a:r>
                      <a:r>
                        <a:rPr b="0" lang="ko-KR" sz="1000" u="none" strike="noStrike">
                          <a:solidFill>
                            <a:srgbClr val="2F5496"/>
                          </a:solidFill>
                          <a:latin typeface="Arial"/>
                          <a:ea typeface="Arial"/>
                          <a:cs typeface="Arial"/>
                          <a:sym typeface="Arial"/>
                        </a:rPr>
                        <a:t>을 통해 임시저장 내역 리스트를 보여준다..</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728" name="Google Shape;728;p37"/>
          <p:cNvSpPr/>
          <p:nvPr/>
        </p:nvSpPr>
        <p:spPr>
          <a:xfrm>
            <a:off x="346320" y="900000"/>
            <a:ext cx="8005200" cy="56847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729" name="Google Shape;729;p37"/>
          <p:cNvSpPr/>
          <p:nvPr/>
        </p:nvSpPr>
        <p:spPr>
          <a:xfrm>
            <a:off x="720720" y="1085040"/>
            <a:ext cx="6847800" cy="7959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730" name="Google Shape;730;p37"/>
          <p:cNvSpPr/>
          <p:nvPr/>
        </p:nvSpPr>
        <p:spPr>
          <a:xfrm>
            <a:off x="721440" y="1085040"/>
            <a:ext cx="7590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지원대상</a:t>
            </a:r>
            <a:endParaRPr b="0" sz="1100" u="none" strike="noStrike">
              <a:solidFill>
                <a:srgbClr val="000000"/>
              </a:solidFill>
              <a:latin typeface="Malgun Gothic"/>
              <a:ea typeface="Malgun Gothic"/>
              <a:cs typeface="Malgun Gothic"/>
              <a:sym typeface="Malgun Gothic"/>
            </a:endParaRPr>
          </a:p>
        </p:txBody>
      </p:sp>
      <p:sp>
        <p:nvSpPr>
          <p:cNvPr id="731" name="Google Shape;731;p37"/>
          <p:cNvSpPr/>
          <p:nvPr/>
        </p:nvSpPr>
        <p:spPr>
          <a:xfrm>
            <a:off x="1481400" y="1085040"/>
            <a:ext cx="8232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김길동</a:t>
            </a:r>
            <a:endParaRPr b="0" sz="1200" u="none" strike="noStrike">
              <a:solidFill>
                <a:srgbClr val="000000"/>
              </a:solidFill>
              <a:latin typeface="Malgun Gothic"/>
              <a:ea typeface="Malgun Gothic"/>
              <a:cs typeface="Malgun Gothic"/>
              <a:sym typeface="Malgun Gothic"/>
            </a:endParaRPr>
          </a:p>
        </p:txBody>
      </p:sp>
      <p:sp>
        <p:nvSpPr>
          <p:cNvPr id="732" name="Google Shape;732;p37"/>
          <p:cNvSpPr/>
          <p:nvPr/>
        </p:nvSpPr>
        <p:spPr>
          <a:xfrm>
            <a:off x="721440" y="1482840"/>
            <a:ext cx="7590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지원자</a:t>
            </a:r>
            <a:endParaRPr b="0" sz="1200" u="none" strike="noStrike">
              <a:solidFill>
                <a:srgbClr val="000000"/>
              </a:solidFill>
              <a:latin typeface="Malgun Gothic"/>
              <a:ea typeface="Malgun Gothic"/>
              <a:cs typeface="Malgun Gothic"/>
              <a:sym typeface="Malgun Gothic"/>
            </a:endParaRPr>
          </a:p>
        </p:txBody>
      </p:sp>
      <p:sp>
        <p:nvSpPr>
          <p:cNvPr id="733" name="Google Shape;733;p37"/>
          <p:cNvSpPr/>
          <p:nvPr/>
        </p:nvSpPr>
        <p:spPr>
          <a:xfrm>
            <a:off x="1481400" y="1482840"/>
            <a:ext cx="8232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홍길동</a:t>
            </a:r>
            <a:endParaRPr b="0" sz="1200" u="none" strike="noStrike">
              <a:solidFill>
                <a:srgbClr val="000000"/>
              </a:solidFill>
              <a:latin typeface="Malgun Gothic"/>
              <a:ea typeface="Malgun Gothic"/>
              <a:cs typeface="Malgun Gothic"/>
              <a:sym typeface="Malgun Gothic"/>
            </a:endParaRPr>
          </a:p>
        </p:txBody>
      </p:sp>
      <p:sp>
        <p:nvSpPr>
          <p:cNvPr id="734" name="Google Shape;734;p37"/>
          <p:cNvSpPr/>
          <p:nvPr/>
        </p:nvSpPr>
        <p:spPr>
          <a:xfrm>
            <a:off x="5178960" y="1080000"/>
            <a:ext cx="23796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2026-02-06</a:t>
            </a:r>
            <a:endParaRPr b="0" sz="1200" u="none" strike="noStrike">
              <a:solidFill>
                <a:srgbClr val="000000"/>
              </a:solidFill>
              <a:latin typeface="Malgun Gothic"/>
              <a:ea typeface="Malgun Gothic"/>
              <a:cs typeface="Malgun Gothic"/>
              <a:sym typeface="Malgun Gothic"/>
            </a:endParaRPr>
          </a:p>
        </p:txBody>
      </p:sp>
      <p:sp>
        <p:nvSpPr>
          <p:cNvPr id="735" name="Google Shape;735;p37"/>
          <p:cNvSpPr/>
          <p:nvPr/>
        </p:nvSpPr>
        <p:spPr>
          <a:xfrm>
            <a:off x="4284000" y="1482840"/>
            <a:ext cx="8949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우선순위</a:t>
            </a:r>
            <a:endParaRPr b="0" sz="1200" u="none" strike="noStrike">
              <a:solidFill>
                <a:srgbClr val="000000"/>
              </a:solidFill>
              <a:latin typeface="Malgun Gothic"/>
              <a:ea typeface="Malgun Gothic"/>
              <a:cs typeface="Malgun Gothic"/>
              <a:sym typeface="Malgun Gothic"/>
            </a:endParaRPr>
          </a:p>
        </p:txBody>
      </p:sp>
      <p:sp>
        <p:nvSpPr>
          <p:cNvPr id="736" name="Google Shape;736;p37"/>
          <p:cNvSpPr/>
          <p:nvPr/>
        </p:nvSpPr>
        <p:spPr>
          <a:xfrm>
            <a:off x="5178960" y="1478160"/>
            <a:ext cx="23796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중점</a:t>
            </a:r>
            <a:endParaRPr b="0" sz="1200" u="none" strike="noStrike">
              <a:solidFill>
                <a:srgbClr val="000000"/>
              </a:solidFill>
              <a:latin typeface="Malgun Gothic"/>
              <a:ea typeface="Malgun Gothic"/>
              <a:cs typeface="Malgun Gothic"/>
              <a:sym typeface="Malgun Gothic"/>
            </a:endParaRPr>
          </a:p>
        </p:txBody>
      </p:sp>
      <p:sp>
        <p:nvSpPr>
          <p:cNvPr id="737" name="Google Shape;737;p37"/>
          <p:cNvSpPr/>
          <p:nvPr/>
        </p:nvSpPr>
        <p:spPr>
          <a:xfrm>
            <a:off x="4284000" y="1085040"/>
            <a:ext cx="8949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ko-KR" sz="1200">
                <a:latin typeface="Malgun Gothic"/>
                <a:ea typeface="Malgun Gothic"/>
                <a:cs typeface="Malgun Gothic"/>
                <a:sym typeface="Malgun Gothic"/>
              </a:rPr>
              <a:t>신청</a:t>
            </a:r>
            <a:r>
              <a:rPr b="0" lang="ko-KR" sz="1200" u="none" strike="noStrike">
                <a:solidFill>
                  <a:srgbClr val="000000"/>
                </a:solidFill>
                <a:latin typeface="Malgun Gothic"/>
                <a:ea typeface="Malgun Gothic"/>
                <a:cs typeface="Malgun Gothic"/>
                <a:sym typeface="Malgun Gothic"/>
              </a:rPr>
              <a:t>일시</a:t>
            </a:r>
            <a:endParaRPr b="0" sz="1200" u="none" strike="noStrike">
              <a:solidFill>
                <a:srgbClr val="000000"/>
              </a:solidFill>
              <a:latin typeface="Malgun Gothic"/>
              <a:ea typeface="Malgun Gothic"/>
              <a:cs typeface="Malgun Gothic"/>
              <a:sym typeface="Malgun Gothic"/>
            </a:endParaRPr>
          </a:p>
        </p:txBody>
      </p:sp>
      <p:sp>
        <p:nvSpPr>
          <p:cNvPr id="738" name="Google Shape;738;p37"/>
          <p:cNvSpPr/>
          <p:nvPr/>
        </p:nvSpPr>
        <p:spPr>
          <a:xfrm>
            <a:off x="2305080" y="1085040"/>
            <a:ext cx="8376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장애유형</a:t>
            </a:r>
            <a:endParaRPr b="0" sz="1200" u="none" strike="noStrike">
              <a:solidFill>
                <a:srgbClr val="000000"/>
              </a:solidFill>
              <a:latin typeface="Malgun Gothic"/>
              <a:ea typeface="Malgun Gothic"/>
              <a:cs typeface="Malgun Gothic"/>
              <a:sym typeface="Malgun Gothic"/>
            </a:endParaRPr>
          </a:p>
        </p:txBody>
      </p:sp>
      <p:sp>
        <p:nvSpPr>
          <p:cNvPr id="739" name="Google Shape;739;p37"/>
          <p:cNvSpPr/>
          <p:nvPr/>
        </p:nvSpPr>
        <p:spPr>
          <a:xfrm>
            <a:off x="2305080" y="1482840"/>
            <a:ext cx="8376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담당자</a:t>
            </a:r>
            <a:endParaRPr b="0" sz="1200" u="none" strike="noStrike">
              <a:solidFill>
                <a:srgbClr val="000000"/>
              </a:solidFill>
              <a:latin typeface="Malgun Gothic"/>
              <a:ea typeface="Malgun Gothic"/>
              <a:cs typeface="Malgun Gothic"/>
              <a:sym typeface="Malgun Gothic"/>
            </a:endParaRPr>
          </a:p>
        </p:txBody>
      </p:sp>
      <p:sp>
        <p:nvSpPr>
          <p:cNvPr id="740" name="Google Shape;740;p37"/>
          <p:cNvSpPr/>
          <p:nvPr/>
        </p:nvSpPr>
        <p:spPr>
          <a:xfrm>
            <a:off x="3143520" y="1482840"/>
            <a:ext cx="11400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이길동</a:t>
            </a:r>
            <a:endParaRPr b="0" sz="1200" u="none" strike="noStrike">
              <a:solidFill>
                <a:srgbClr val="000000"/>
              </a:solidFill>
              <a:latin typeface="Malgun Gothic"/>
              <a:ea typeface="Malgun Gothic"/>
              <a:cs typeface="Malgun Gothic"/>
              <a:sym typeface="Malgun Gothic"/>
            </a:endParaRPr>
          </a:p>
        </p:txBody>
      </p:sp>
      <p:sp>
        <p:nvSpPr>
          <p:cNvPr id="741" name="Google Shape;741;p37"/>
          <p:cNvSpPr/>
          <p:nvPr/>
        </p:nvSpPr>
        <p:spPr>
          <a:xfrm>
            <a:off x="3143520" y="1085040"/>
            <a:ext cx="11400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장애유형</a:t>
            </a:r>
            <a:endParaRPr b="0" sz="1200" u="none" strike="noStrike">
              <a:solidFill>
                <a:srgbClr val="000000"/>
              </a:solidFill>
              <a:latin typeface="Malgun Gothic"/>
              <a:ea typeface="Malgun Gothic"/>
              <a:cs typeface="Malgun Gothic"/>
              <a:sym typeface="Malgun Gothic"/>
            </a:endParaRPr>
          </a:p>
        </p:txBody>
      </p:sp>
      <p:sp>
        <p:nvSpPr>
          <p:cNvPr id="742" name="Google Shape;742;p37"/>
          <p:cNvSpPr/>
          <p:nvPr/>
        </p:nvSpPr>
        <p:spPr>
          <a:xfrm>
            <a:off x="748080" y="2199600"/>
            <a:ext cx="6811800" cy="41004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743" name="Google Shape;743;p37"/>
          <p:cNvSpPr/>
          <p:nvPr/>
        </p:nvSpPr>
        <p:spPr>
          <a:xfrm>
            <a:off x="900720" y="2558520"/>
            <a:ext cx="697800" cy="3480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제목</a:t>
            </a:r>
            <a:endParaRPr b="0" sz="1300" u="none" strike="noStrike">
              <a:solidFill>
                <a:srgbClr val="000000"/>
              </a:solidFill>
              <a:latin typeface="Malgun Gothic"/>
              <a:ea typeface="Malgun Gothic"/>
              <a:cs typeface="Malgun Gothic"/>
              <a:sym typeface="Malgun Gothic"/>
            </a:endParaRPr>
          </a:p>
        </p:txBody>
      </p:sp>
      <p:sp>
        <p:nvSpPr>
          <p:cNvPr id="744" name="Google Shape;744;p37"/>
          <p:cNvSpPr/>
          <p:nvPr/>
        </p:nvSpPr>
        <p:spPr>
          <a:xfrm>
            <a:off x="900720" y="3491640"/>
            <a:ext cx="697800" cy="3489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내용</a:t>
            </a:r>
            <a:endParaRPr b="0" sz="1300" u="none" strike="noStrike">
              <a:solidFill>
                <a:srgbClr val="000000"/>
              </a:solidFill>
              <a:latin typeface="Malgun Gothic"/>
              <a:ea typeface="Malgun Gothic"/>
              <a:cs typeface="Malgun Gothic"/>
              <a:sym typeface="Malgun Gothic"/>
            </a:endParaRPr>
          </a:p>
        </p:txBody>
      </p:sp>
      <p:sp>
        <p:nvSpPr>
          <p:cNvPr id="745" name="Google Shape;745;p37"/>
          <p:cNvSpPr/>
          <p:nvPr/>
        </p:nvSpPr>
        <p:spPr>
          <a:xfrm>
            <a:off x="900720" y="5256000"/>
            <a:ext cx="697800" cy="3489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첨부</a:t>
            </a:r>
            <a:endParaRPr b="0" sz="1300" u="none" strike="noStrike">
              <a:solidFill>
                <a:srgbClr val="000000"/>
              </a:solidFill>
              <a:latin typeface="Malgun Gothic"/>
              <a:ea typeface="Malgun Gothic"/>
              <a:cs typeface="Malgun Gothic"/>
              <a:sym typeface="Malgun Gothic"/>
            </a:endParaRPr>
          </a:p>
        </p:txBody>
      </p:sp>
      <p:sp>
        <p:nvSpPr>
          <p:cNvPr id="746" name="Google Shape;746;p37"/>
          <p:cNvSpPr/>
          <p:nvPr/>
        </p:nvSpPr>
        <p:spPr>
          <a:xfrm>
            <a:off x="1729440" y="2569320"/>
            <a:ext cx="5430600" cy="348000"/>
          </a:xfrm>
          <a:prstGeom prst="roundRect">
            <a:avLst>
              <a:gd fmla="val 16667" name="adj"/>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400" u="none" strike="noStrike">
                <a:solidFill>
                  <a:srgbClr val="000000"/>
                </a:solidFill>
                <a:latin typeface="Malgun Gothic"/>
                <a:ea typeface="Malgun Gothic"/>
                <a:cs typeface="Malgun Gothic"/>
                <a:sym typeface="Malgun Gothic"/>
              </a:rPr>
              <a:t>상담내역 1</a:t>
            </a:r>
            <a:endParaRPr b="0" sz="1400" u="none" strike="noStrike">
              <a:solidFill>
                <a:srgbClr val="000000"/>
              </a:solidFill>
              <a:latin typeface="Malgun Gothic"/>
              <a:ea typeface="Malgun Gothic"/>
              <a:cs typeface="Malgun Gothic"/>
              <a:sym typeface="Malgun Gothic"/>
            </a:endParaRPr>
          </a:p>
        </p:txBody>
      </p:sp>
      <p:sp>
        <p:nvSpPr>
          <p:cNvPr id="747" name="Google Shape;747;p37"/>
          <p:cNvSpPr/>
          <p:nvPr/>
        </p:nvSpPr>
        <p:spPr>
          <a:xfrm>
            <a:off x="1729440" y="3461400"/>
            <a:ext cx="5430600" cy="1659000"/>
          </a:xfrm>
          <a:prstGeom prst="roundRect">
            <a:avLst>
              <a:gd fmla="val 5795" name="adj"/>
            </a:avLst>
          </a:prstGeom>
          <a:solidFill>
            <a:schemeClr val="lt2"/>
          </a:solidFill>
          <a:ln cap="flat" cmpd="sng" w="9525">
            <a:solidFill>
              <a:srgbClr val="44546A"/>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ko-KR" sz="1400" u="none" strike="noStrike">
                <a:solidFill>
                  <a:srgbClr val="000000"/>
                </a:solidFill>
                <a:latin typeface="Malgun Gothic"/>
                <a:ea typeface="Malgun Gothic"/>
                <a:cs typeface="Malgun Gothic"/>
                <a:sym typeface="Malgun Gothic"/>
              </a:rPr>
              <a:t>상담내용(내용이 길어진다면 textarea가 스크롤이 되어서 표시)</a:t>
            </a:r>
            <a:endParaRPr b="0" sz="1400" u="none" strike="noStrike">
              <a:solidFill>
                <a:srgbClr val="000000"/>
              </a:solidFill>
              <a:latin typeface="Malgun Gothic"/>
              <a:ea typeface="Malgun Gothic"/>
              <a:cs typeface="Malgun Gothic"/>
              <a:sym typeface="Malgun Gothic"/>
            </a:endParaRPr>
          </a:p>
        </p:txBody>
      </p:sp>
      <p:sp>
        <p:nvSpPr>
          <p:cNvPr id="748" name="Google Shape;748;p37"/>
          <p:cNvSpPr/>
          <p:nvPr/>
        </p:nvSpPr>
        <p:spPr>
          <a:xfrm>
            <a:off x="1729440" y="5256000"/>
            <a:ext cx="5430600" cy="348900"/>
          </a:xfrm>
          <a:prstGeom prst="roundRect">
            <a:avLst>
              <a:gd fmla="val 16667" name="adj"/>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400" u="none" strike="noStrike">
                <a:solidFill>
                  <a:srgbClr val="000000"/>
                </a:solidFill>
                <a:latin typeface="Malgun Gothic"/>
                <a:ea typeface="Malgun Gothic"/>
                <a:cs typeface="Malgun Gothic"/>
                <a:sym typeface="Malgun Gothic"/>
              </a:rPr>
              <a:t>첨부파일1.png, 첨부파일2.pdf</a:t>
            </a:r>
            <a:endParaRPr b="0" sz="1400" u="none" strike="noStrike">
              <a:solidFill>
                <a:srgbClr val="000000"/>
              </a:solidFill>
              <a:latin typeface="Malgun Gothic"/>
              <a:ea typeface="Malgun Gothic"/>
              <a:cs typeface="Malgun Gothic"/>
              <a:sym typeface="Malgun Gothic"/>
            </a:endParaRPr>
          </a:p>
        </p:txBody>
      </p:sp>
      <p:sp>
        <p:nvSpPr>
          <p:cNvPr id="749" name="Google Shape;749;p37"/>
          <p:cNvSpPr/>
          <p:nvPr/>
        </p:nvSpPr>
        <p:spPr>
          <a:xfrm>
            <a:off x="4932000" y="2935080"/>
            <a:ext cx="1320000" cy="18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000" u="none" strike="noStrike">
                <a:solidFill>
                  <a:schemeClr val="dk1"/>
                </a:solidFill>
                <a:latin typeface="Malgun Gothic"/>
                <a:ea typeface="Malgun Gothic"/>
                <a:cs typeface="Malgun Gothic"/>
                <a:sym typeface="Malgun Gothic"/>
              </a:rPr>
              <a:t>상담 작성일시 |</a:t>
            </a:r>
            <a:endParaRPr b="0" sz="1000" u="none" strike="noStrike">
              <a:solidFill>
                <a:srgbClr val="000000"/>
              </a:solidFill>
              <a:latin typeface="Malgun Gothic"/>
              <a:ea typeface="Malgun Gothic"/>
              <a:cs typeface="Malgun Gothic"/>
              <a:sym typeface="Malgun Gothic"/>
            </a:endParaRPr>
          </a:p>
        </p:txBody>
      </p:sp>
      <p:sp>
        <p:nvSpPr>
          <p:cNvPr id="750" name="Google Shape;750;p37"/>
          <p:cNvSpPr/>
          <p:nvPr/>
        </p:nvSpPr>
        <p:spPr>
          <a:xfrm>
            <a:off x="6062760" y="2935080"/>
            <a:ext cx="1419000" cy="187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000" u="none" strike="noStrike">
                <a:solidFill>
                  <a:schemeClr val="dk1"/>
                </a:solidFill>
                <a:latin typeface="Malgun Gothic"/>
                <a:ea typeface="Malgun Gothic"/>
                <a:cs typeface="Malgun Gothic"/>
                <a:sym typeface="Malgun Gothic"/>
              </a:rPr>
              <a:t>2024-01-08 12:34:56</a:t>
            </a:r>
            <a:endParaRPr b="0" sz="1000" u="none" strike="noStrike">
              <a:solidFill>
                <a:srgbClr val="000000"/>
              </a:solidFill>
              <a:latin typeface="Malgun Gothic"/>
              <a:ea typeface="Malgun Gothic"/>
              <a:cs typeface="Malgun Gothic"/>
              <a:sym typeface="Malgun Gothic"/>
            </a:endParaRPr>
          </a:p>
        </p:txBody>
      </p:sp>
      <p:sp>
        <p:nvSpPr>
          <p:cNvPr id="751" name="Google Shape;751;p37"/>
          <p:cNvSpPr/>
          <p:nvPr/>
        </p:nvSpPr>
        <p:spPr>
          <a:xfrm>
            <a:off x="1296360" y="2971080"/>
            <a:ext cx="1320000" cy="18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000" u="none" strike="noStrike">
                <a:solidFill>
                  <a:schemeClr val="dk1"/>
                </a:solidFill>
                <a:latin typeface="Malgun Gothic"/>
                <a:ea typeface="Malgun Gothic"/>
                <a:cs typeface="Malgun Gothic"/>
                <a:sym typeface="Malgun Gothic"/>
              </a:rPr>
              <a:t>상담일 |</a:t>
            </a:r>
            <a:endParaRPr b="0" sz="1000" u="none" strike="noStrike">
              <a:solidFill>
                <a:srgbClr val="000000"/>
              </a:solidFill>
              <a:latin typeface="Malgun Gothic"/>
              <a:ea typeface="Malgun Gothic"/>
              <a:cs typeface="Malgun Gothic"/>
              <a:sym typeface="Malgun Gothic"/>
            </a:endParaRPr>
          </a:p>
        </p:txBody>
      </p:sp>
      <p:sp>
        <p:nvSpPr>
          <p:cNvPr id="752" name="Google Shape;752;p37"/>
          <p:cNvSpPr/>
          <p:nvPr/>
        </p:nvSpPr>
        <p:spPr>
          <a:xfrm>
            <a:off x="2139120" y="2971080"/>
            <a:ext cx="1419000" cy="187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000" u="none" strike="noStrike">
                <a:solidFill>
                  <a:schemeClr val="dk1"/>
                </a:solidFill>
                <a:latin typeface="Malgun Gothic"/>
                <a:ea typeface="Malgun Gothic"/>
                <a:cs typeface="Malgun Gothic"/>
                <a:sym typeface="Malgun Gothic"/>
              </a:rPr>
              <a:t>2024-01-05</a:t>
            </a:r>
            <a:endParaRPr b="0" sz="1000" u="none" strike="noStrike">
              <a:solidFill>
                <a:srgbClr val="000000"/>
              </a:solidFill>
              <a:latin typeface="Malgun Gothic"/>
              <a:ea typeface="Malgun Gothic"/>
              <a:cs typeface="Malgun Gothic"/>
              <a:sym typeface="Malgun Gothic"/>
            </a:endParaRPr>
          </a:p>
        </p:txBody>
      </p:sp>
      <p:sp>
        <p:nvSpPr>
          <p:cNvPr id="753" name="Google Shape;753;p37"/>
          <p:cNvSpPr/>
          <p:nvPr/>
        </p:nvSpPr>
        <p:spPr>
          <a:xfrm>
            <a:off x="864000" y="5714640"/>
            <a:ext cx="1080000" cy="261000"/>
          </a:xfrm>
          <a:prstGeom prst="rect">
            <a:avLst/>
          </a:prstGeom>
          <a:solidFill>
            <a:schemeClr val="accent6"/>
          </a:solidFill>
          <a:ln cap="flat" cmpd="sng" w="25400">
            <a:solidFill>
              <a:srgbClr val="3254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300" u="none" strike="noStrike">
                <a:solidFill>
                  <a:schemeClr val="lt1"/>
                </a:solidFill>
                <a:latin typeface="Malgun Gothic"/>
                <a:ea typeface="Malgun Gothic"/>
                <a:cs typeface="Malgun Gothic"/>
                <a:sym typeface="Malgun Gothic"/>
              </a:rPr>
              <a:t>수정이력</a:t>
            </a:r>
            <a:endParaRPr b="0" sz="1300" u="none" strike="noStrike">
              <a:solidFill>
                <a:schemeClr val="lt1"/>
              </a:solidFill>
              <a:latin typeface="Malgun Gothic"/>
              <a:ea typeface="Malgun Gothic"/>
              <a:cs typeface="Malgun Gothic"/>
              <a:sym typeface="Malgun Gothic"/>
            </a:endParaRPr>
          </a:p>
        </p:txBody>
      </p:sp>
      <p:sp>
        <p:nvSpPr>
          <p:cNvPr id="754" name="Google Shape;754;p37"/>
          <p:cNvSpPr/>
          <p:nvPr/>
        </p:nvSpPr>
        <p:spPr>
          <a:xfrm>
            <a:off x="5760000" y="5679360"/>
            <a:ext cx="720000" cy="36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800" u="none" strike="noStrike">
                <a:solidFill>
                  <a:schemeClr val="lt1"/>
                </a:solidFill>
                <a:latin typeface="Malgun Gothic"/>
                <a:ea typeface="Malgun Gothic"/>
                <a:cs typeface="Malgun Gothic"/>
                <a:sym typeface="Malgun Gothic"/>
              </a:rPr>
              <a:t>수정</a:t>
            </a:r>
            <a:endParaRPr b="0" sz="1800" u="none" strike="noStrike">
              <a:solidFill>
                <a:schemeClr val="lt1"/>
              </a:solidFill>
              <a:latin typeface="Malgun Gothic"/>
              <a:ea typeface="Malgun Gothic"/>
              <a:cs typeface="Malgun Gothic"/>
              <a:sym typeface="Malgun Gothic"/>
            </a:endParaRPr>
          </a:p>
        </p:txBody>
      </p:sp>
      <p:sp>
        <p:nvSpPr>
          <p:cNvPr id="755" name="Google Shape;755;p37"/>
          <p:cNvSpPr/>
          <p:nvPr/>
        </p:nvSpPr>
        <p:spPr>
          <a:xfrm>
            <a:off x="6624000" y="5679360"/>
            <a:ext cx="720000" cy="360000"/>
          </a:xfrm>
          <a:prstGeom prst="rect">
            <a:avLst/>
          </a:prstGeom>
          <a:solidFill>
            <a:srgbClr val="FF0000"/>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800" u="none" strike="noStrike">
                <a:solidFill>
                  <a:schemeClr val="lt1"/>
                </a:solidFill>
                <a:latin typeface="Malgun Gothic"/>
                <a:ea typeface="Malgun Gothic"/>
                <a:cs typeface="Malgun Gothic"/>
                <a:sym typeface="Malgun Gothic"/>
              </a:rPr>
              <a:t>삭제</a:t>
            </a:r>
            <a:endParaRPr b="0" sz="1800" u="none" strike="noStrike">
              <a:solidFill>
                <a:schemeClr val="lt1"/>
              </a:solidFill>
              <a:latin typeface="Malgun Gothic"/>
              <a:ea typeface="Malgun Gothic"/>
              <a:cs typeface="Malgun Gothic"/>
              <a:sym typeface="Malgun Gothic"/>
            </a:endParaRPr>
          </a:p>
        </p:txBody>
      </p:sp>
      <p:sp>
        <p:nvSpPr>
          <p:cNvPr id="756" name="Google Shape;756;p37"/>
          <p:cNvSpPr/>
          <p:nvPr/>
        </p:nvSpPr>
        <p:spPr>
          <a:xfrm>
            <a:off x="6300000" y="1944000"/>
            <a:ext cx="1188000" cy="18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200" u="none" strike="noStrike">
                <a:solidFill>
                  <a:schemeClr val="lt1"/>
                </a:solidFill>
                <a:latin typeface="Malgun Gothic"/>
                <a:ea typeface="Malgun Gothic"/>
                <a:cs typeface="Malgun Gothic"/>
                <a:sym typeface="Malgun Gothic"/>
              </a:rPr>
              <a:t>상담내역 등록</a:t>
            </a:r>
            <a:endParaRPr b="0" sz="1200" u="none" strike="noStrike">
              <a:solidFill>
                <a:schemeClr val="lt1"/>
              </a:solidFill>
              <a:latin typeface="Malgun Gothic"/>
              <a:ea typeface="Malgun Gothic"/>
              <a:cs typeface="Malgun Gothic"/>
              <a:sym typeface="Malgun Gothic"/>
            </a:endParaRPr>
          </a:p>
        </p:txBody>
      </p:sp>
      <p:sp>
        <p:nvSpPr>
          <p:cNvPr id="757" name="Google Shape;757;p37"/>
          <p:cNvSpPr/>
          <p:nvPr/>
        </p:nvSpPr>
        <p:spPr>
          <a:xfrm>
            <a:off x="4932360" y="3205080"/>
            <a:ext cx="1320000" cy="18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900" u="none" strike="noStrike">
                <a:solidFill>
                  <a:schemeClr val="dk1"/>
                </a:solidFill>
                <a:latin typeface="Malgun Gothic"/>
                <a:ea typeface="Malgun Gothic"/>
                <a:cs typeface="Malgun Gothic"/>
                <a:sym typeface="Malgun Gothic"/>
              </a:rPr>
              <a:t>최종 수정 날짜 |</a:t>
            </a:r>
            <a:endParaRPr b="0" sz="900" u="none" strike="noStrike">
              <a:solidFill>
                <a:srgbClr val="000000"/>
              </a:solidFill>
              <a:latin typeface="Malgun Gothic"/>
              <a:ea typeface="Malgun Gothic"/>
              <a:cs typeface="Malgun Gothic"/>
              <a:sym typeface="Malgun Gothic"/>
            </a:endParaRPr>
          </a:p>
        </p:txBody>
      </p:sp>
      <p:sp>
        <p:nvSpPr>
          <p:cNvPr id="758" name="Google Shape;758;p37"/>
          <p:cNvSpPr/>
          <p:nvPr/>
        </p:nvSpPr>
        <p:spPr>
          <a:xfrm>
            <a:off x="6063120" y="3205080"/>
            <a:ext cx="1419000" cy="187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000" u="none" strike="noStrike">
                <a:solidFill>
                  <a:schemeClr val="dk1"/>
                </a:solidFill>
                <a:latin typeface="Malgun Gothic"/>
                <a:ea typeface="Malgun Gothic"/>
                <a:cs typeface="Malgun Gothic"/>
                <a:sym typeface="Malgun Gothic"/>
              </a:rPr>
              <a:t>2024-01-12 12:34:56</a:t>
            </a:r>
            <a:endParaRPr b="0" sz="1000" u="none" strike="noStrike">
              <a:solidFill>
                <a:srgbClr val="000000"/>
              </a:solidFill>
              <a:latin typeface="Malgun Gothic"/>
              <a:ea typeface="Malgun Gothic"/>
              <a:cs typeface="Malgun Gothic"/>
              <a:sym typeface="Malgun Gothic"/>
            </a:endParaRPr>
          </a:p>
        </p:txBody>
      </p:sp>
      <p:sp>
        <p:nvSpPr>
          <p:cNvPr id="759" name="Google Shape;759;p37"/>
          <p:cNvSpPr/>
          <p:nvPr/>
        </p:nvSpPr>
        <p:spPr>
          <a:xfrm>
            <a:off x="541440" y="106308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1</a:t>
            </a:r>
            <a:endParaRPr b="0" sz="1000" u="none" strike="noStrike">
              <a:solidFill>
                <a:srgbClr val="FFFFFF"/>
              </a:solidFill>
              <a:latin typeface="Malgun Gothic"/>
              <a:ea typeface="Malgun Gothic"/>
              <a:cs typeface="Malgun Gothic"/>
              <a:sym typeface="Malgun Gothic"/>
            </a:endParaRPr>
          </a:p>
        </p:txBody>
      </p:sp>
      <p:sp>
        <p:nvSpPr>
          <p:cNvPr id="760" name="Google Shape;760;p37"/>
          <p:cNvSpPr/>
          <p:nvPr/>
        </p:nvSpPr>
        <p:spPr>
          <a:xfrm>
            <a:off x="6121440" y="192708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2</a:t>
            </a:r>
            <a:endParaRPr b="0" sz="1000" u="none" strike="noStrike">
              <a:solidFill>
                <a:srgbClr val="FFFFFF"/>
              </a:solidFill>
              <a:latin typeface="Malgun Gothic"/>
              <a:ea typeface="Malgun Gothic"/>
              <a:cs typeface="Malgun Gothic"/>
              <a:sym typeface="Malgun Gothic"/>
            </a:endParaRPr>
          </a:p>
        </p:txBody>
      </p:sp>
      <p:sp>
        <p:nvSpPr>
          <p:cNvPr id="761" name="Google Shape;761;p37"/>
          <p:cNvSpPr/>
          <p:nvPr/>
        </p:nvSpPr>
        <p:spPr>
          <a:xfrm>
            <a:off x="649440" y="2107440"/>
            <a:ext cx="178500" cy="3453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3</a:t>
            </a:r>
            <a:endParaRPr b="0" sz="1000" u="none" strike="noStrike">
              <a:solidFill>
                <a:srgbClr val="FFFFFF"/>
              </a:solidFill>
              <a:latin typeface="Malgun Gothic"/>
              <a:ea typeface="Malgun Gothic"/>
              <a:cs typeface="Malgun Gothic"/>
              <a:sym typeface="Malgun Gothic"/>
            </a:endParaRPr>
          </a:p>
        </p:txBody>
      </p:sp>
      <p:sp>
        <p:nvSpPr>
          <p:cNvPr id="762" name="Google Shape;762;p37"/>
          <p:cNvSpPr/>
          <p:nvPr/>
        </p:nvSpPr>
        <p:spPr>
          <a:xfrm>
            <a:off x="5581440" y="5604840"/>
            <a:ext cx="178500" cy="3450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4</a:t>
            </a:r>
            <a:endParaRPr b="0" sz="1000" u="none" strike="noStrike">
              <a:solidFill>
                <a:srgbClr val="FFFFFF"/>
              </a:solidFill>
              <a:latin typeface="Malgun Gothic"/>
              <a:ea typeface="Malgun Gothic"/>
              <a:cs typeface="Malgun Gothic"/>
              <a:sym typeface="Malgun Gothic"/>
            </a:endParaRPr>
          </a:p>
        </p:txBody>
      </p:sp>
      <p:sp>
        <p:nvSpPr>
          <p:cNvPr id="763" name="Google Shape;763;p37"/>
          <p:cNvSpPr/>
          <p:nvPr/>
        </p:nvSpPr>
        <p:spPr>
          <a:xfrm>
            <a:off x="5581440" y="5604840"/>
            <a:ext cx="178500" cy="3450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6</a:t>
            </a:r>
            <a:endParaRPr b="0" sz="1000" u="none" strike="noStrike">
              <a:solidFill>
                <a:srgbClr val="FFFFFF"/>
              </a:solidFill>
              <a:latin typeface="Malgun Gothic"/>
              <a:ea typeface="Malgun Gothic"/>
              <a:cs typeface="Malgun Gothic"/>
              <a:sym typeface="Malgun Gothic"/>
            </a:endParaRPr>
          </a:p>
        </p:txBody>
      </p:sp>
      <p:sp>
        <p:nvSpPr>
          <p:cNvPr id="764" name="Google Shape;764;p37"/>
          <p:cNvSpPr/>
          <p:nvPr/>
        </p:nvSpPr>
        <p:spPr>
          <a:xfrm>
            <a:off x="7201440" y="5639400"/>
            <a:ext cx="178500" cy="3453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7</a:t>
            </a:r>
            <a:endParaRPr b="0" sz="1000" u="none" strike="noStrike">
              <a:solidFill>
                <a:srgbClr val="FFFFFF"/>
              </a:solidFill>
              <a:latin typeface="Malgun Gothic"/>
              <a:ea typeface="Malgun Gothic"/>
              <a:cs typeface="Malgun Gothic"/>
              <a:sym typeface="Malgun Gothic"/>
            </a:endParaRPr>
          </a:p>
        </p:txBody>
      </p:sp>
      <p:sp>
        <p:nvSpPr>
          <p:cNvPr id="765" name="Google Shape;765;p37"/>
          <p:cNvSpPr/>
          <p:nvPr/>
        </p:nvSpPr>
        <p:spPr>
          <a:xfrm>
            <a:off x="1980000" y="5714640"/>
            <a:ext cx="178500" cy="3450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5</a:t>
            </a:r>
            <a:endParaRPr b="0" sz="1000" u="none" strike="noStrike">
              <a:solidFill>
                <a:srgbClr val="FFFFFF"/>
              </a:solidFill>
              <a:latin typeface="Malgun Gothic"/>
              <a:ea typeface="Malgun Gothic"/>
              <a:cs typeface="Malgun Gothic"/>
              <a:sym typeface="Malgun Gothic"/>
            </a:endParaRPr>
          </a:p>
        </p:txBody>
      </p:sp>
      <p:sp>
        <p:nvSpPr>
          <p:cNvPr id="766" name="Google Shape;766;p37"/>
          <p:cNvSpPr/>
          <p:nvPr/>
        </p:nvSpPr>
        <p:spPr>
          <a:xfrm>
            <a:off x="4320000" y="5256000"/>
            <a:ext cx="178500" cy="3450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4</a:t>
            </a:r>
            <a:endParaRPr b="0" sz="1000" u="none" strike="noStrike">
              <a:solidFill>
                <a:srgbClr val="FFFFFF"/>
              </a:solidFill>
              <a:latin typeface="Malgun Gothic"/>
              <a:ea typeface="Malgun Gothic"/>
              <a:cs typeface="Malgun Gothic"/>
              <a:sym typeface="Malgun Gothic"/>
            </a:endParaRPr>
          </a:p>
        </p:txBody>
      </p:sp>
      <p:sp>
        <p:nvSpPr>
          <p:cNvPr id="767" name="Google Shape;767;p37"/>
          <p:cNvSpPr/>
          <p:nvPr/>
        </p:nvSpPr>
        <p:spPr>
          <a:xfrm>
            <a:off x="4716000" y="1944360"/>
            <a:ext cx="1188000" cy="18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900" u="none" strike="noStrike">
                <a:solidFill>
                  <a:schemeClr val="lt1"/>
                </a:solidFill>
                <a:latin typeface="Malgun Gothic"/>
                <a:ea typeface="Malgun Gothic"/>
                <a:cs typeface="Malgun Gothic"/>
                <a:sym typeface="Malgun Gothic"/>
              </a:rPr>
              <a:t>임시저장내역 (n개)</a:t>
            </a:r>
            <a:endParaRPr b="0" sz="900" u="none" strike="noStrike">
              <a:solidFill>
                <a:schemeClr val="lt1"/>
              </a:solidFill>
              <a:latin typeface="Malgun Gothic"/>
              <a:ea typeface="Malgun Gothic"/>
              <a:cs typeface="Malgun Gothic"/>
              <a:sym typeface="Malgun Gothic"/>
            </a:endParaRPr>
          </a:p>
        </p:txBody>
      </p:sp>
      <p:sp>
        <p:nvSpPr>
          <p:cNvPr id="768" name="Google Shape;768;p37"/>
          <p:cNvSpPr/>
          <p:nvPr/>
        </p:nvSpPr>
        <p:spPr>
          <a:xfrm>
            <a:off x="4537440" y="192744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8</a:t>
            </a:r>
            <a:endParaRPr b="0" sz="1000" u="none" strike="noStrike">
              <a:solidFill>
                <a:srgbClr val="FFFFFF"/>
              </a:solidFill>
              <a:latin typeface="Malgun Gothic"/>
              <a:ea typeface="Malgun Gothic"/>
              <a:cs typeface="Malgun Gothic"/>
              <a:sym typeface="Malgun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graphicFrame>
        <p:nvGraphicFramePr>
          <p:cNvPr id="774" name="Google Shape;774;p38"/>
          <p:cNvGraphicFramePr/>
          <p:nvPr/>
        </p:nvGraphicFramePr>
        <p:xfrm>
          <a:off x="92160" y="89640"/>
          <a:ext cx="3000000" cy="3000000"/>
        </p:xfrm>
        <a:graphic>
          <a:graphicData uri="http://schemas.openxmlformats.org/drawingml/2006/table">
            <a:tbl>
              <a:tblPr>
                <a:noFill/>
                <a:tableStyleId>{55D9632B-3A11-45D4-88F0-56B401F7D582}</a:tableStyleId>
              </a:tblPr>
              <a:tblGrid>
                <a:gridCol w="816125"/>
                <a:gridCol w="3330000"/>
                <a:gridCol w="747350"/>
                <a:gridCol w="3657600"/>
                <a:gridCol w="852475"/>
                <a:gridCol w="1173600"/>
                <a:gridCol w="673200"/>
                <a:gridCol w="741250"/>
              </a:tblGrid>
              <a:tr h="25632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view-0</a:t>
                      </a:r>
                      <a:r>
                        <a:rPr lang="ko-KR" sz="1000">
                          <a:solidFill>
                            <a:schemeClr val="dk1"/>
                          </a:solidFill>
                        </a:rPr>
                        <a:t>25</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명</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임시저장내역 Layout</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요구사항ID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b="0" sz="18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6532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개요</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임시저장내역 리스트 조회를 위한 Layout</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사용자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200" u="none" strike="noStrike">
                          <a:solidFill>
                            <a:schemeClr val="dk1"/>
                          </a:solidFill>
                          <a:latin typeface="Arial"/>
                          <a:ea typeface="Arial"/>
                          <a:cs typeface="Arial"/>
                          <a:sym typeface="Arial"/>
                        </a:rPr>
                        <a:t>-</a:t>
                      </a:r>
                      <a:endParaRPr b="0" sz="12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개발자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박상원</a:t>
                      </a:r>
                      <a:endParaRPr b="0" sz="13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18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775" name="Google Shape;775;p38"/>
          <p:cNvSpPr/>
          <p:nvPr/>
        </p:nvSpPr>
        <p:spPr>
          <a:xfrm>
            <a:off x="1877040" y="1179720"/>
            <a:ext cx="4893000" cy="50223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776" name="Google Shape;776;p38"/>
          <p:cNvSpPr/>
          <p:nvPr/>
        </p:nvSpPr>
        <p:spPr>
          <a:xfrm>
            <a:off x="2275560" y="847800"/>
            <a:ext cx="4246200" cy="324300"/>
          </a:xfrm>
          <a:prstGeom prst="rect">
            <a:avLst/>
          </a:prstGeom>
          <a:no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lang="ko-KR" sz="1400" u="none" strike="noStrike">
                <a:solidFill>
                  <a:srgbClr val="000000"/>
                </a:solidFill>
                <a:latin typeface="Malgun Gothic"/>
                <a:ea typeface="Malgun Gothic"/>
                <a:cs typeface="Malgun Gothic"/>
                <a:sym typeface="Malgun Gothic"/>
              </a:rPr>
              <a:t>브라우저 해상도 : 1920</a:t>
            </a:r>
            <a:endParaRPr b="0" sz="1400" u="none" strike="noStrike">
              <a:solidFill>
                <a:srgbClr val="000000"/>
              </a:solidFill>
              <a:latin typeface="Malgun Gothic"/>
              <a:ea typeface="Malgun Gothic"/>
              <a:cs typeface="Malgun Gothic"/>
              <a:sym typeface="Malgun Gothic"/>
            </a:endParaRPr>
          </a:p>
        </p:txBody>
      </p:sp>
      <p:sp>
        <p:nvSpPr>
          <p:cNvPr id="777" name="Google Shape;777;p38"/>
          <p:cNvSpPr/>
          <p:nvPr/>
        </p:nvSpPr>
        <p:spPr>
          <a:xfrm>
            <a:off x="2200680" y="3240000"/>
            <a:ext cx="4246200" cy="324300"/>
          </a:xfrm>
          <a:prstGeom prst="rect">
            <a:avLst/>
          </a:prstGeom>
          <a:no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lang="ko-KR" sz="1400" u="none" strike="noStrike">
                <a:solidFill>
                  <a:srgbClr val="000000"/>
                </a:solidFill>
                <a:latin typeface="Malgun Gothic"/>
                <a:ea typeface="Malgun Gothic"/>
                <a:cs typeface="Malgun Gothic"/>
                <a:sym typeface="Malgun Gothic"/>
              </a:rPr>
              <a:t>45%</a:t>
            </a:r>
            <a:endParaRPr b="0" sz="1400" u="none" strike="noStrike">
              <a:solidFill>
                <a:srgbClr val="000000"/>
              </a:solidFill>
              <a:latin typeface="Malgun Gothic"/>
              <a:ea typeface="Malgun Gothic"/>
              <a:cs typeface="Malgun Gothic"/>
              <a:sym typeface="Malgun Gothic"/>
            </a:endParaRPr>
          </a:p>
        </p:txBody>
      </p:sp>
      <p:cxnSp>
        <p:nvCxnSpPr>
          <p:cNvPr id="778" name="Google Shape;778;p38"/>
          <p:cNvCxnSpPr>
            <a:stCxn id="775" idx="3"/>
            <a:endCxn id="775" idx="3"/>
          </p:cNvCxnSpPr>
          <p:nvPr/>
        </p:nvCxnSpPr>
        <p:spPr>
          <a:xfrm>
            <a:off x="6770040" y="3690870"/>
            <a:ext cx="600" cy="600"/>
          </a:xfrm>
          <a:prstGeom prst="bentConnector2">
            <a:avLst/>
          </a:prstGeom>
          <a:noFill/>
          <a:ln cap="flat" cmpd="sng" w="9525">
            <a:solidFill>
              <a:srgbClr val="3465A4"/>
            </a:solidFill>
            <a:prstDash val="solid"/>
            <a:round/>
            <a:headEnd len="med" w="med" type="triangle"/>
            <a:tailEnd len="med" w="med" type="triangle"/>
          </a:ln>
        </p:spPr>
      </p:cxnSp>
      <p:cxnSp>
        <p:nvCxnSpPr>
          <p:cNvPr id="779" name="Google Shape;779;p38"/>
          <p:cNvCxnSpPr/>
          <p:nvPr/>
        </p:nvCxnSpPr>
        <p:spPr>
          <a:xfrm>
            <a:off x="1877040" y="3600000"/>
            <a:ext cx="4893600" cy="300"/>
          </a:xfrm>
          <a:prstGeom prst="straightConnector1">
            <a:avLst/>
          </a:prstGeom>
          <a:noFill/>
          <a:ln cap="flat" cmpd="sng" w="9525">
            <a:solidFill>
              <a:srgbClr val="3465A4"/>
            </a:solidFill>
            <a:prstDash val="solid"/>
            <a:round/>
            <a:headEnd len="med" w="med" type="triangl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graphicFrame>
        <p:nvGraphicFramePr>
          <p:cNvPr id="785" name="Google Shape;785;p39"/>
          <p:cNvGraphicFramePr/>
          <p:nvPr/>
        </p:nvGraphicFramePr>
        <p:xfrm>
          <a:off x="92160" y="89640"/>
          <a:ext cx="3000000" cy="3000000"/>
        </p:xfrm>
        <a:graphic>
          <a:graphicData uri="http://schemas.openxmlformats.org/drawingml/2006/table">
            <a:tbl>
              <a:tblPr>
                <a:noFill/>
                <a:tableStyleId>{55D9632B-3A11-45D4-88F0-56B401F7D582}</a:tableStyleId>
              </a:tblPr>
              <a:tblGrid>
                <a:gridCol w="816125"/>
                <a:gridCol w="3330000"/>
                <a:gridCol w="747350"/>
                <a:gridCol w="3657600"/>
                <a:gridCol w="852475"/>
                <a:gridCol w="1173600"/>
                <a:gridCol w="673200"/>
                <a:gridCol w="741250"/>
              </a:tblGrid>
              <a:tr h="25632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view-0</a:t>
                      </a:r>
                      <a:r>
                        <a:rPr lang="ko-KR" sz="1000">
                          <a:solidFill>
                            <a:schemeClr val="dk1"/>
                          </a:solidFill>
                        </a:rPr>
                        <a:t>26</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명</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임시저장 내역 화면</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요구사항ID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lang="ko-KR" sz="1000">
                          <a:solidFill>
                            <a:schemeClr val="dk1"/>
                          </a:solidFill>
                        </a:rPr>
                        <a:t>res-15</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16000">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개요</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담당자가 지원대상자의 상담일지 임시 저장한 내역을 확인하는 화면</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사용자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담당자</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개발자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박상원</a:t>
                      </a:r>
                      <a:endParaRPr b="0" sz="13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18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2F5496"/>
                        </a:solidFill>
                        <a:latin typeface="Arial"/>
                        <a:ea typeface="Arial"/>
                        <a:cs typeface="Arial"/>
                        <a:sym typeface="Arial"/>
                      </a:endParaRPr>
                    </a:p>
                    <a:p>
                      <a:pPr indent="0" lvl="0" marL="0" marR="0" rtl="0" algn="l">
                        <a:lnSpc>
                          <a:spcPct val="100000"/>
                        </a:lnSpc>
                        <a:spcBef>
                          <a:spcPts val="0"/>
                        </a:spcBef>
                        <a:spcAft>
                          <a:spcPts val="0"/>
                        </a:spcAft>
                        <a:buNone/>
                      </a:pPr>
                      <a:r>
                        <a:t/>
                      </a:r>
                      <a:endParaRPr sz="1000">
                        <a:solidFill>
                          <a:srgbClr val="2F5496"/>
                        </a:solidFill>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임시저장이 몇 개인지 표시하고 1개일 경우</a:t>
                      </a:r>
                      <a:r>
                        <a:rPr lang="ko-KR" sz="1000">
                          <a:solidFill>
                            <a:srgbClr val="2F5496"/>
                          </a:solidFill>
                        </a:rPr>
                        <a:t> 개수는</a:t>
                      </a:r>
                      <a:r>
                        <a:rPr b="0" lang="ko-KR" sz="1000" u="none" strike="noStrike">
                          <a:solidFill>
                            <a:srgbClr val="2F5496"/>
                          </a:solidFill>
                          <a:latin typeface="Arial"/>
                          <a:ea typeface="Arial"/>
                          <a:cs typeface="Arial"/>
                          <a:sym typeface="Arial"/>
                        </a:rPr>
                        <a:t> 표시하지 않는다.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임시저장을 한 목록을 조회하고 임시저장 목록이 3개 이상인 경우 스크롤 형식으로 </a:t>
                      </a:r>
                      <a:r>
                        <a:rPr lang="ko-KR" sz="1000">
                          <a:solidFill>
                            <a:srgbClr val="2F5496"/>
                          </a:solidFill>
                        </a:rPr>
                        <a:t>아래 내용을</a:t>
                      </a:r>
                      <a:r>
                        <a:rPr b="0" lang="ko-KR" sz="1000" u="none" strike="noStrike">
                          <a:solidFill>
                            <a:srgbClr val="2F5496"/>
                          </a:solidFill>
                          <a:latin typeface="Arial"/>
                          <a:ea typeface="Arial"/>
                          <a:cs typeface="Arial"/>
                          <a:sym typeface="Arial"/>
                        </a:rPr>
                        <a:t> 확인 할 수 있다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임시저장 리스트를 클릭하면 담당자의 상담내역 수정 페이지로 연결되고 해당 임시저장 내용을 계속 작업할 수 있다.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상담일지 내용은 간략하게 보여주는 방식으로 첫 20글자정도만 보이고 말줄임표로 줄인다.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삭제를 눌러 임시저장 내역을 삭제할 수 있다.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Font typeface="Arial"/>
                        <a:buAutoNum type="arabicPeriod"/>
                      </a:pPr>
                      <a:r>
                        <a:rPr b="0" lang="ko-KR" sz="1000" u="none" strike="noStrike">
                          <a:solidFill>
                            <a:srgbClr val="2F5496"/>
                          </a:solidFill>
                          <a:latin typeface="Arial"/>
                          <a:ea typeface="Arial"/>
                          <a:cs typeface="Arial"/>
                          <a:sym typeface="Arial"/>
                        </a:rPr>
                        <a:t>임시저장 내역 창을 닫는다.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lang="ko-KR" sz="1000">
                          <a:solidFill>
                            <a:srgbClr val="2F5496"/>
                          </a:solidFill>
                        </a:rPr>
                        <a:t>해당 </a:t>
                      </a:r>
                      <a:r>
                        <a:rPr b="0" lang="ko-KR" sz="1000" u="none" strike="noStrike">
                          <a:solidFill>
                            <a:srgbClr val="2F5496"/>
                          </a:solidFill>
                          <a:latin typeface="Arial"/>
                          <a:ea typeface="Arial"/>
                          <a:cs typeface="Arial"/>
                          <a:sym typeface="Arial"/>
                        </a:rPr>
                        <a:t>임시저장 내</a:t>
                      </a:r>
                      <a:r>
                        <a:rPr lang="ko-KR" sz="1000">
                          <a:solidFill>
                            <a:srgbClr val="2F5496"/>
                          </a:solidFill>
                        </a:rPr>
                        <a:t>역</a:t>
                      </a:r>
                      <a:r>
                        <a:rPr b="0" lang="ko-KR" sz="1000" u="none" strike="noStrike">
                          <a:solidFill>
                            <a:srgbClr val="2F5496"/>
                          </a:solidFill>
                          <a:latin typeface="Arial"/>
                          <a:ea typeface="Arial"/>
                          <a:cs typeface="Arial"/>
                          <a:sym typeface="Arial"/>
                        </a:rPr>
                        <a:t>을 삭제한다.</a:t>
                      </a:r>
                      <a:endParaRPr b="0" sz="1000" u="none" strike="noStrike">
                        <a:solidFill>
                          <a:srgbClr val="2F5496"/>
                        </a:solidFill>
                        <a:latin typeface="Arial"/>
                        <a:ea typeface="Arial"/>
                        <a:cs typeface="Arial"/>
                        <a:sym typeface="Arial"/>
                      </a:endParaRPr>
                    </a:p>
                    <a:p>
                      <a:pPr indent="-292100" lvl="0" marL="457200" marR="0" rtl="0" algn="l">
                        <a:lnSpc>
                          <a:spcPct val="100000"/>
                        </a:lnSpc>
                        <a:spcBef>
                          <a:spcPts val="0"/>
                        </a:spcBef>
                        <a:spcAft>
                          <a:spcPts val="0"/>
                        </a:spcAft>
                        <a:buClr>
                          <a:srgbClr val="2F5496"/>
                        </a:buClr>
                        <a:buSzPts val="1000"/>
                        <a:buAutoNum type="arabicPeriod"/>
                      </a:pPr>
                      <a:r>
                        <a:rPr lang="ko-KR" sz="1000">
                          <a:solidFill>
                            <a:srgbClr val="2F5496"/>
                          </a:solidFill>
                        </a:rPr>
                        <a:t>임시저장 </a:t>
                      </a:r>
                      <a:endParaRPr sz="1000">
                        <a:solidFill>
                          <a:srgbClr val="2F5496"/>
                        </a:solidFill>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2F5496"/>
                        </a:solidFill>
                        <a:latin typeface="Arial"/>
                        <a:ea typeface="Arial"/>
                        <a:cs typeface="Arial"/>
                        <a:sym typeface="Arial"/>
                      </a:endParaRPr>
                    </a:p>
                    <a:p>
                      <a:pPr indent="0" lvl="0" marL="0" marR="0" rtl="0" algn="l">
                        <a:lnSpc>
                          <a:spcPct val="100000"/>
                        </a:lnSpc>
                        <a:spcBef>
                          <a:spcPts val="0"/>
                        </a:spcBef>
                        <a:spcAft>
                          <a:spcPts val="0"/>
                        </a:spcAft>
                        <a:buNone/>
                      </a:pPr>
                      <a:r>
                        <a:t/>
                      </a:r>
                      <a:endParaRPr sz="1000">
                        <a:solidFill>
                          <a:srgbClr val="2F5496"/>
                        </a:solidFill>
                      </a:endParaRPr>
                    </a:p>
                    <a:p>
                      <a:pPr indent="-292100" lvl="0" marL="457200" marR="0" rtl="0" algn="l">
                        <a:lnSpc>
                          <a:spcPct val="100000"/>
                        </a:lnSpc>
                        <a:spcBef>
                          <a:spcPts val="0"/>
                        </a:spcBef>
                        <a:spcAft>
                          <a:spcPts val="0"/>
                        </a:spcAft>
                        <a:buClr>
                          <a:srgbClr val="2F5496"/>
                        </a:buClr>
                        <a:buSzPts val="1000"/>
                        <a:buChar char="-"/>
                      </a:pPr>
                      <a:r>
                        <a:rPr lang="ko-KR" sz="1000">
                          <a:solidFill>
                            <a:srgbClr val="2F5496"/>
                          </a:solidFill>
                        </a:rPr>
                        <a:t>7</a:t>
                      </a:r>
                      <a:r>
                        <a:rPr b="0" lang="ko-KR" sz="1000" u="none" strike="noStrike">
                          <a:solidFill>
                            <a:srgbClr val="2F5496"/>
                          </a:solidFill>
                          <a:latin typeface="Arial"/>
                          <a:ea typeface="Arial"/>
                          <a:cs typeface="Arial"/>
                          <a:sym typeface="Arial"/>
                        </a:rPr>
                        <a:t>번 요소는 </a:t>
                      </a:r>
                      <a:r>
                        <a:rPr lang="ko-KR" sz="1000">
                          <a:solidFill>
                            <a:srgbClr val="2F5496"/>
                          </a:solidFill>
                        </a:rPr>
                        <a:t>5</a:t>
                      </a:r>
                      <a:r>
                        <a:rPr b="0" lang="ko-KR" sz="1000" u="none" strike="noStrike">
                          <a:solidFill>
                            <a:srgbClr val="2F5496"/>
                          </a:solidFill>
                          <a:latin typeface="Arial"/>
                          <a:ea typeface="Arial"/>
                          <a:cs typeface="Arial"/>
                          <a:sym typeface="Arial"/>
                        </a:rPr>
                        <a:t>번 버튼을 클릭할 시 표시되며 </a:t>
                      </a:r>
                      <a:r>
                        <a:rPr lang="ko-KR" sz="1000">
                          <a:solidFill>
                            <a:srgbClr val="2F5496"/>
                          </a:solidFill>
                        </a:rPr>
                        <a:t>5</a:t>
                      </a:r>
                      <a:r>
                        <a:rPr b="0" lang="ko-KR" sz="1000" u="none" strike="noStrike">
                          <a:solidFill>
                            <a:srgbClr val="2F5496"/>
                          </a:solidFill>
                          <a:latin typeface="Arial"/>
                          <a:ea typeface="Arial"/>
                          <a:cs typeface="Arial"/>
                          <a:sym typeface="Arial"/>
                        </a:rPr>
                        <a:t>번 버튼을 누르기 전에는 </a:t>
                      </a:r>
                      <a:r>
                        <a:rPr lang="ko-KR" sz="1000">
                          <a:solidFill>
                            <a:srgbClr val="2F5496"/>
                          </a:solidFill>
                        </a:rPr>
                        <a:t>7</a:t>
                      </a:r>
                      <a:r>
                        <a:rPr b="0" lang="ko-KR" sz="1000" u="none" strike="noStrike">
                          <a:solidFill>
                            <a:srgbClr val="2F5496"/>
                          </a:solidFill>
                          <a:latin typeface="Arial"/>
                          <a:ea typeface="Arial"/>
                          <a:cs typeface="Arial"/>
                          <a:sym typeface="Arial"/>
                        </a:rPr>
                        <a:t>번 요소의 영역까지 </a:t>
                      </a:r>
                      <a:r>
                        <a:rPr lang="ko-KR" sz="1000">
                          <a:solidFill>
                            <a:srgbClr val="2F5496"/>
                          </a:solidFill>
                        </a:rPr>
                        <a:t>임시저장리스트(3번)이 해당 영역을 차지한다.</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786" name="Google Shape;786;p39"/>
          <p:cNvSpPr/>
          <p:nvPr/>
        </p:nvSpPr>
        <p:spPr>
          <a:xfrm>
            <a:off x="1877040" y="1179720"/>
            <a:ext cx="4893000" cy="50223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787" name="Google Shape;787;p39"/>
          <p:cNvSpPr/>
          <p:nvPr/>
        </p:nvSpPr>
        <p:spPr>
          <a:xfrm>
            <a:off x="2340000" y="1368000"/>
            <a:ext cx="4140000" cy="364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ko-KR" sz="1800" u="none" strike="noStrike">
                <a:solidFill>
                  <a:schemeClr val="dk1"/>
                </a:solidFill>
                <a:latin typeface="Malgun Gothic"/>
                <a:ea typeface="Malgun Gothic"/>
                <a:cs typeface="Malgun Gothic"/>
                <a:sym typeface="Malgun Gothic"/>
              </a:rPr>
              <a:t>상담일지 임시저장 내역 (n개) </a:t>
            </a:r>
            <a:endParaRPr b="0" sz="1800" u="none" strike="noStrike">
              <a:solidFill>
                <a:srgbClr val="000000"/>
              </a:solidFill>
              <a:latin typeface="Malgun Gothic"/>
              <a:ea typeface="Malgun Gothic"/>
              <a:cs typeface="Malgun Gothic"/>
              <a:sym typeface="Malgun Gothic"/>
            </a:endParaRPr>
          </a:p>
        </p:txBody>
      </p:sp>
      <p:sp>
        <p:nvSpPr>
          <p:cNvPr id="788" name="Google Shape;788;p39"/>
          <p:cNvSpPr/>
          <p:nvPr/>
        </p:nvSpPr>
        <p:spPr>
          <a:xfrm>
            <a:off x="2088000" y="1800000"/>
            <a:ext cx="4500000" cy="3780000"/>
          </a:xfrm>
          <a:prstGeom prst="rect">
            <a:avLst/>
          </a:prstGeom>
          <a:solidFill>
            <a:srgbClr val="FFFFF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Malgun Gothic"/>
              <a:ea typeface="Malgun Gothic"/>
              <a:cs typeface="Malgun Gothic"/>
              <a:sym typeface="Malgun Gothic"/>
            </a:endParaRPr>
          </a:p>
        </p:txBody>
      </p:sp>
      <p:sp>
        <p:nvSpPr>
          <p:cNvPr id="789" name="Google Shape;789;p39"/>
          <p:cNvSpPr/>
          <p:nvPr/>
        </p:nvSpPr>
        <p:spPr>
          <a:xfrm>
            <a:off x="2183400" y="1980000"/>
            <a:ext cx="3756600" cy="1080000"/>
          </a:xfrm>
          <a:prstGeom prst="rect">
            <a:avLst/>
          </a:prstGeom>
          <a:solidFill>
            <a:srgbClr val="B3CAC7"/>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b="0" sz="1800" u="none" strike="noStrike">
              <a:solidFill>
                <a:schemeClr val="lt1"/>
              </a:solidFill>
              <a:latin typeface="Malgun Gothic"/>
              <a:ea typeface="Malgun Gothic"/>
              <a:cs typeface="Malgun Gothic"/>
              <a:sym typeface="Malgun Gothic"/>
            </a:endParaRPr>
          </a:p>
        </p:txBody>
      </p:sp>
      <p:sp>
        <p:nvSpPr>
          <p:cNvPr id="790" name="Google Shape;790;p39"/>
          <p:cNvSpPr/>
          <p:nvPr/>
        </p:nvSpPr>
        <p:spPr>
          <a:xfrm>
            <a:off x="2310840" y="2088000"/>
            <a:ext cx="1273200" cy="18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900" u="none" strike="noStrike">
                <a:solidFill>
                  <a:schemeClr val="lt1"/>
                </a:solidFill>
                <a:latin typeface="Malgun Gothic"/>
                <a:ea typeface="Malgun Gothic"/>
                <a:cs typeface="Malgun Gothic"/>
                <a:sym typeface="Malgun Gothic"/>
              </a:rPr>
              <a:t>상담일지 제목</a:t>
            </a:r>
            <a:endParaRPr b="0" sz="900" u="none" strike="noStrike">
              <a:solidFill>
                <a:schemeClr val="lt1"/>
              </a:solidFill>
              <a:latin typeface="Malgun Gothic"/>
              <a:ea typeface="Malgun Gothic"/>
              <a:cs typeface="Malgun Gothic"/>
              <a:sym typeface="Malgun Gothic"/>
            </a:endParaRPr>
          </a:p>
        </p:txBody>
      </p:sp>
      <p:sp>
        <p:nvSpPr>
          <p:cNvPr id="791" name="Google Shape;791;p39"/>
          <p:cNvSpPr/>
          <p:nvPr/>
        </p:nvSpPr>
        <p:spPr>
          <a:xfrm>
            <a:off x="3924005" y="2160000"/>
            <a:ext cx="1888500" cy="18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900" u="none" strike="noStrike">
                <a:solidFill>
                  <a:schemeClr val="lt1"/>
                </a:solidFill>
                <a:latin typeface="Malgun Gothic"/>
                <a:ea typeface="Malgun Gothic"/>
                <a:cs typeface="Malgun Gothic"/>
                <a:sym typeface="Malgun Gothic"/>
              </a:rPr>
              <a:t>임시저장 일시 (</a:t>
            </a:r>
            <a:r>
              <a:rPr lang="ko-KR" sz="900">
                <a:solidFill>
                  <a:schemeClr val="lt1"/>
                </a:solidFill>
                <a:latin typeface="Malgun Gothic"/>
                <a:ea typeface="Malgun Gothic"/>
                <a:cs typeface="Malgun Gothic"/>
                <a:sym typeface="Malgun Gothic"/>
              </a:rPr>
              <a:t>남은기간)</a:t>
            </a:r>
            <a:endParaRPr b="0" sz="900" u="none" strike="noStrike">
              <a:solidFill>
                <a:schemeClr val="lt1"/>
              </a:solidFill>
              <a:latin typeface="Malgun Gothic"/>
              <a:ea typeface="Malgun Gothic"/>
              <a:cs typeface="Malgun Gothic"/>
              <a:sym typeface="Malgun Gothic"/>
            </a:endParaRPr>
          </a:p>
        </p:txBody>
      </p:sp>
      <p:sp>
        <p:nvSpPr>
          <p:cNvPr id="792" name="Google Shape;792;p39"/>
          <p:cNvSpPr/>
          <p:nvPr/>
        </p:nvSpPr>
        <p:spPr>
          <a:xfrm>
            <a:off x="2310840" y="2520000"/>
            <a:ext cx="3501600" cy="36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000" u="none" strike="noStrike">
                <a:solidFill>
                  <a:schemeClr val="lt1"/>
                </a:solidFill>
                <a:latin typeface="Malgun Gothic"/>
                <a:ea typeface="Malgun Gothic"/>
                <a:cs typeface="Malgun Gothic"/>
                <a:sym typeface="Malgun Gothic"/>
              </a:rPr>
              <a:t>상담일지 내용.....</a:t>
            </a:r>
            <a:endParaRPr b="0" sz="1000" u="none" strike="noStrike">
              <a:solidFill>
                <a:schemeClr val="lt1"/>
              </a:solidFill>
              <a:latin typeface="Malgun Gothic"/>
              <a:ea typeface="Malgun Gothic"/>
              <a:cs typeface="Malgun Gothic"/>
              <a:sym typeface="Malgun Gothic"/>
            </a:endParaRPr>
          </a:p>
        </p:txBody>
      </p:sp>
      <p:sp>
        <p:nvSpPr>
          <p:cNvPr id="793" name="Google Shape;793;p39"/>
          <p:cNvSpPr/>
          <p:nvPr/>
        </p:nvSpPr>
        <p:spPr>
          <a:xfrm>
            <a:off x="2183400" y="3204000"/>
            <a:ext cx="3756600" cy="1080000"/>
          </a:xfrm>
          <a:prstGeom prst="rect">
            <a:avLst/>
          </a:prstGeom>
          <a:solidFill>
            <a:srgbClr val="B3CAC7"/>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b="0" sz="1800" u="none" strike="noStrike">
              <a:solidFill>
                <a:schemeClr val="lt1"/>
              </a:solidFill>
              <a:latin typeface="Malgun Gothic"/>
              <a:ea typeface="Malgun Gothic"/>
              <a:cs typeface="Malgun Gothic"/>
              <a:sym typeface="Malgun Gothic"/>
            </a:endParaRPr>
          </a:p>
        </p:txBody>
      </p:sp>
      <p:sp>
        <p:nvSpPr>
          <p:cNvPr id="794" name="Google Shape;794;p39"/>
          <p:cNvSpPr/>
          <p:nvPr/>
        </p:nvSpPr>
        <p:spPr>
          <a:xfrm>
            <a:off x="2310840" y="3312000"/>
            <a:ext cx="1273200" cy="18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900" u="none" strike="noStrike">
                <a:solidFill>
                  <a:schemeClr val="lt1"/>
                </a:solidFill>
                <a:latin typeface="Malgun Gothic"/>
                <a:ea typeface="Malgun Gothic"/>
                <a:cs typeface="Malgun Gothic"/>
                <a:sym typeface="Malgun Gothic"/>
              </a:rPr>
              <a:t>상담일지 제목</a:t>
            </a:r>
            <a:endParaRPr b="0" sz="900" u="none" strike="noStrike">
              <a:solidFill>
                <a:schemeClr val="lt1"/>
              </a:solidFill>
              <a:latin typeface="Malgun Gothic"/>
              <a:ea typeface="Malgun Gothic"/>
              <a:cs typeface="Malgun Gothic"/>
              <a:sym typeface="Malgun Gothic"/>
            </a:endParaRPr>
          </a:p>
        </p:txBody>
      </p:sp>
      <p:sp>
        <p:nvSpPr>
          <p:cNvPr id="795" name="Google Shape;795;p39"/>
          <p:cNvSpPr/>
          <p:nvPr/>
        </p:nvSpPr>
        <p:spPr>
          <a:xfrm>
            <a:off x="4539240" y="3384000"/>
            <a:ext cx="1273200" cy="18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900" u="none" strike="noStrike">
                <a:solidFill>
                  <a:schemeClr val="lt1"/>
                </a:solidFill>
                <a:latin typeface="Malgun Gothic"/>
                <a:ea typeface="Malgun Gothic"/>
                <a:cs typeface="Malgun Gothic"/>
                <a:sym typeface="Malgun Gothic"/>
              </a:rPr>
              <a:t>임시저장 일시</a:t>
            </a:r>
            <a:endParaRPr b="0" sz="900" u="none" strike="noStrike">
              <a:solidFill>
                <a:schemeClr val="lt1"/>
              </a:solidFill>
              <a:latin typeface="Malgun Gothic"/>
              <a:ea typeface="Malgun Gothic"/>
              <a:cs typeface="Malgun Gothic"/>
              <a:sym typeface="Malgun Gothic"/>
            </a:endParaRPr>
          </a:p>
        </p:txBody>
      </p:sp>
      <p:sp>
        <p:nvSpPr>
          <p:cNvPr id="796" name="Google Shape;796;p39"/>
          <p:cNvSpPr/>
          <p:nvPr/>
        </p:nvSpPr>
        <p:spPr>
          <a:xfrm>
            <a:off x="2310840" y="3744000"/>
            <a:ext cx="3501600" cy="36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000" u="none" strike="noStrike">
                <a:solidFill>
                  <a:schemeClr val="lt1"/>
                </a:solidFill>
                <a:latin typeface="Malgun Gothic"/>
                <a:ea typeface="Malgun Gothic"/>
                <a:cs typeface="Malgun Gothic"/>
                <a:sym typeface="Malgun Gothic"/>
              </a:rPr>
              <a:t>상담일지 내용.....</a:t>
            </a:r>
            <a:endParaRPr b="0" sz="1000" u="none" strike="noStrike">
              <a:solidFill>
                <a:schemeClr val="lt1"/>
              </a:solidFill>
              <a:latin typeface="Malgun Gothic"/>
              <a:ea typeface="Malgun Gothic"/>
              <a:cs typeface="Malgun Gothic"/>
              <a:sym typeface="Malgun Gothic"/>
            </a:endParaRPr>
          </a:p>
        </p:txBody>
      </p:sp>
      <p:sp>
        <p:nvSpPr>
          <p:cNvPr id="797" name="Google Shape;797;p39"/>
          <p:cNvSpPr/>
          <p:nvPr/>
        </p:nvSpPr>
        <p:spPr>
          <a:xfrm>
            <a:off x="2183400" y="4392000"/>
            <a:ext cx="3756600" cy="1080000"/>
          </a:xfrm>
          <a:prstGeom prst="rect">
            <a:avLst/>
          </a:prstGeom>
          <a:solidFill>
            <a:srgbClr val="B3CAC7"/>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b="0" sz="1800" u="none" strike="noStrike">
              <a:solidFill>
                <a:schemeClr val="lt1"/>
              </a:solidFill>
              <a:latin typeface="Malgun Gothic"/>
              <a:ea typeface="Malgun Gothic"/>
              <a:cs typeface="Malgun Gothic"/>
              <a:sym typeface="Malgun Gothic"/>
            </a:endParaRPr>
          </a:p>
        </p:txBody>
      </p:sp>
      <p:sp>
        <p:nvSpPr>
          <p:cNvPr id="798" name="Google Shape;798;p39"/>
          <p:cNvSpPr/>
          <p:nvPr/>
        </p:nvSpPr>
        <p:spPr>
          <a:xfrm>
            <a:off x="2310840" y="4500000"/>
            <a:ext cx="1273200" cy="18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900" u="none" strike="noStrike">
                <a:solidFill>
                  <a:schemeClr val="lt1"/>
                </a:solidFill>
                <a:latin typeface="Malgun Gothic"/>
                <a:ea typeface="Malgun Gothic"/>
                <a:cs typeface="Malgun Gothic"/>
                <a:sym typeface="Malgun Gothic"/>
              </a:rPr>
              <a:t>상담일지 제목</a:t>
            </a:r>
            <a:endParaRPr b="0" sz="900" u="none" strike="noStrike">
              <a:solidFill>
                <a:schemeClr val="lt1"/>
              </a:solidFill>
              <a:latin typeface="Malgun Gothic"/>
              <a:ea typeface="Malgun Gothic"/>
              <a:cs typeface="Malgun Gothic"/>
              <a:sym typeface="Malgun Gothic"/>
            </a:endParaRPr>
          </a:p>
        </p:txBody>
      </p:sp>
      <p:sp>
        <p:nvSpPr>
          <p:cNvPr id="799" name="Google Shape;799;p39"/>
          <p:cNvSpPr/>
          <p:nvPr/>
        </p:nvSpPr>
        <p:spPr>
          <a:xfrm>
            <a:off x="4539240" y="4572000"/>
            <a:ext cx="1273200" cy="18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900" u="none" strike="noStrike">
                <a:solidFill>
                  <a:schemeClr val="lt1"/>
                </a:solidFill>
                <a:latin typeface="Malgun Gothic"/>
                <a:ea typeface="Malgun Gothic"/>
                <a:cs typeface="Malgun Gothic"/>
                <a:sym typeface="Malgun Gothic"/>
              </a:rPr>
              <a:t>임시저장 일시</a:t>
            </a:r>
            <a:endParaRPr b="0" sz="900" u="none" strike="noStrike">
              <a:solidFill>
                <a:schemeClr val="lt1"/>
              </a:solidFill>
              <a:latin typeface="Malgun Gothic"/>
              <a:ea typeface="Malgun Gothic"/>
              <a:cs typeface="Malgun Gothic"/>
              <a:sym typeface="Malgun Gothic"/>
            </a:endParaRPr>
          </a:p>
        </p:txBody>
      </p:sp>
      <p:sp>
        <p:nvSpPr>
          <p:cNvPr id="800" name="Google Shape;800;p39"/>
          <p:cNvSpPr/>
          <p:nvPr/>
        </p:nvSpPr>
        <p:spPr>
          <a:xfrm>
            <a:off x="2310840" y="4932000"/>
            <a:ext cx="3501600" cy="36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000" u="none" strike="noStrike">
                <a:solidFill>
                  <a:schemeClr val="lt1"/>
                </a:solidFill>
                <a:latin typeface="Malgun Gothic"/>
                <a:ea typeface="Malgun Gothic"/>
                <a:cs typeface="Malgun Gothic"/>
                <a:sym typeface="Malgun Gothic"/>
              </a:rPr>
              <a:t>상담일지 내용.....</a:t>
            </a:r>
            <a:endParaRPr b="0" sz="1000" u="none" strike="noStrike">
              <a:solidFill>
                <a:schemeClr val="lt1"/>
              </a:solidFill>
              <a:latin typeface="Malgun Gothic"/>
              <a:ea typeface="Malgun Gothic"/>
              <a:cs typeface="Malgun Gothic"/>
              <a:sym typeface="Malgun Gothic"/>
            </a:endParaRPr>
          </a:p>
        </p:txBody>
      </p:sp>
      <p:sp>
        <p:nvSpPr>
          <p:cNvPr id="801" name="Google Shape;801;p39"/>
          <p:cNvSpPr/>
          <p:nvPr/>
        </p:nvSpPr>
        <p:spPr>
          <a:xfrm>
            <a:off x="3924000" y="5760000"/>
            <a:ext cx="1080000" cy="360000"/>
          </a:xfrm>
          <a:prstGeom prst="rect">
            <a:avLst/>
          </a:prstGeom>
          <a:solidFill>
            <a:srgbClr val="FF0000"/>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800" u="none" strike="noStrike">
                <a:solidFill>
                  <a:schemeClr val="lt1"/>
                </a:solidFill>
                <a:latin typeface="Malgun Gothic"/>
                <a:ea typeface="Malgun Gothic"/>
                <a:cs typeface="Malgun Gothic"/>
                <a:sym typeface="Malgun Gothic"/>
              </a:rPr>
              <a:t>삭제</a:t>
            </a:r>
            <a:endParaRPr b="0" sz="1800" u="none" strike="noStrike">
              <a:solidFill>
                <a:schemeClr val="lt1"/>
              </a:solidFill>
              <a:latin typeface="Malgun Gothic"/>
              <a:ea typeface="Malgun Gothic"/>
              <a:cs typeface="Malgun Gothic"/>
              <a:sym typeface="Malgun Gothic"/>
            </a:endParaRPr>
          </a:p>
        </p:txBody>
      </p:sp>
      <p:sp>
        <p:nvSpPr>
          <p:cNvPr id="802" name="Google Shape;802;p39"/>
          <p:cNvSpPr/>
          <p:nvPr/>
        </p:nvSpPr>
        <p:spPr>
          <a:xfrm>
            <a:off x="5401440" y="1440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1</a:t>
            </a:r>
            <a:endParaRPr b="0" sz="1000" u="none" strike="noStrike">
              <a:solidFill>
                <a:srgbClr val="FFFFFF"/>
              </a:solidFill>
              <a:latin typeface="Malgun Gothic"/>
              <a:ea typeface="Malgun Gothic"/>
              <a:cs typeface="Malgun Gothic"/>
              <a:sym typeface="Malgun Gothic"/>
            </a:endParaRPr>
          </a:p>
        </p:txBody>
      </p:sp>
      <p:sp>
        <p:nvSpPr>
          <p:cNvPr id="803" name="Google Shape;803;p39"/>
          <p:cNvSpPr/>
          <p:nvPr/>
        </p:nvSpPr>
        <p:spPr>
          <a:xfrm>
            <a:off x="1980000" y="1711080"/>
            <a:ext cx="1578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2</a:t>
            </a:r>
            <a:endParaRPr b="0" sz="1000" u="none" strike="noStrike">
              <a:solidFill>
                <a:srgbClr val="FFFFFF"/>
              </a:solidFill>
              <a:latin typeface="Malgun Gothic"/>
              <a:ea typeface="Malgun Gothic"/>
              <a:cs typeface="Malgun Gothic"/>
              <a:sym typeface="Malgun Gothic"/>
            </a:endParaRPr>
          </a:p>
        </p:txBody>
      </p:sp>
      <p:sp>
        <p:nvSpPr>
          <p:cNvPr id="804" name="Google Shape;804;p39"/>
          <p:cNvSpPr/>
          <p:nvPr/>
        </p:nvSpPr>
        <p:spPr>
          <a:xfrm>
            <a:off x="2311920" y="2503080"/>
            <a:ext cx="1584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4</a:t>
            </a:r>
            <a:endParaRPr b="0" sz="1000" u="none" strike="noStrike">
              <a:solidFill>
                <a:srgbClr val="FFFFFF"/>
              </a:solidFill>
              <a:latin typeface="Malgun Gothic"/>
              <a:ea typeface="Malgun Gothic"/>
              <a:cs typeface="Malgun Gothic"/>
              <a:sym typeface="Malgun Gothic"/>
            </a:endParaRPr>
          </a:p>
        </p:txBody>
      </p:sp>
      <p:sp>
        <p:nvSpPr>
          <p:cNvPr id="805" name="Google Shape;805;p39"/>
          <p:cNvSpPr/>
          <p:nvPr/>
        </p:nvSpPr>
        <p:spPr>
          <a:xfrm>
            <a:off x="3745440" y="5760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5</a:t>
            </a:r>
            <a:endParaRPr b="0" sz="1000" u="none" strike="noStrike">
              <a:solidFill>
                <a:srgbClr val="FFFFFF"/>
              </a:solidFill>
              <a:latin typeface="Malgun Gothic"/>
              <a:ea typeface="Malgun Gothic"/>
              <a:cs typeface="Malgun Gothic"/>
              <a:sym typeface="Malgun Gothic"/>
            </a:endParaRPr>
          </a:p>
        </p:txBody>
      </p:sp>
      <p:sp>
        <p:nvSpPr>
          <p:cNvPr id="806" name="Google Shape;806;p39"/>
          <p:cNvSpPr/>
          <p:nvPr/>
        </p:nvSpPr>
        <p:spPr>
          <a:xfrm>
            <a:off x="5400000" y="5760000"/>
            <a:ext cx="1080000" cy="36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800" u="none" strike="noStrike">
                <a:solidFill>
                  <a:srgbClr val="000000"/>
                </a:solidFill>
                <a:latin typeface="Malgun Gothic"/>
                <a:ea typeface="Malgun Gothic"/>
                <a:cs typeface="Malgun Gothic"/>
                <a:sym typeface="Malgun Gothic"/>
              </a:rPr>
              <a:t>닫기</a:t>
            </a:r>
            <a:endParaRPr b="0" sz="1800" u="none" strike="noStrike">
              <a:solidFill>
                <a:srgbClr val="000000"/>
              </a:solidFill>
              <a:latin typeface="Malgun Gothic"/>
              <a:ea typeface="Malgun Gothic"/>
              <a:cs typeface="Malgun Gothic"/>
              <a:sym typeface="Malgun Gothic"/>
            </a:endParaRPr>
          </a:p>
        </p:txBody>
      </p:sp>
      <p:sp>
        <p:nvSpPr>
          <p:cNvPr id="807" name="Google Shape;807;p39"/>
          <p:cNvSpPr/>
          <p:nvPr/>
        </p:nvSpPr>
        <p:spPr>
          <a:xfrm>
            <a:off x="5221440" y="5760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6</a:t>
            </a:r>
            <a:endParaRPr b="0" sz="1000" u="none" strike="noStrike">
              <a:solidFill>
                <a:srgbClr val="FFFFFF"/>
              </a:solidFill>
              <a:latin typeface="Malgun Gothic"/>
              <a:ea typeface="Malgun Gothic"/>
              <a:cs typeface="Malgun Gothic"/>
              <a:sym typeface="Malgun Gothic"/>
            </a:endParaRPr>
          </a:p>
        </p:txBody>
      </p:sp>
      <p:sp>
        <p:nvSpPr>
          <p:cNvPr id="808" name="Google Shape;808;p39"/>
          <p:cNvSpPr/>
          <p:nvPr/>
        </p:nvSpPr>
        <p:spPr>
          <a:xfrm>
            <a:off x="5940000" y="3204000"/>
            <a:ext cx="540000" cy="108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800" u="none" strike="noStrike">
                <a:solidFill>
                  <a:srgbClr val="000000"/>
                </a:solidFill>
                <a:latin typeface="Malgun Gothic"/>
                <a:ea typeface="Malgun Gothic"/>
                <a:cs typeface="Malgun Gothic"/>
                <a:sym typeface="Malgun Gothic"/>
              </a:rPr>
              <a:t>X</a:t>
            </a:r>
            <a:endParaRPr b="0" sz="1800" u="none" strike="noStrike">
              <a:solidFill>
                <a:srgbClr val="000000"/>
              </a:solidFill>
              <a:latin typeface="Malgun Gothic"/>
              <a:ea typeface="Malgun Gothic"/>
              <a:cs typeface="Malgun Gothic"/>
              <a:sym typeface="Malgun Gothic"/>
            </a:endParaRPr>
          </a:p>
        </p:txBody>
      </p:sp>
      <p:sp>
        <p:nvSpPr>
          <p:cNvPr id="809" name="Google Shape;809;p39"/>
          <p:cNvSpPr/>
          <p:nvPr/>
        </p:nvSpPr>
        <p:spPr>
          <a:xfrm>
            <a:off x="5940000" y="4392000"/>
            <a:ext cx="540000" cy="108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800" u="none" strike="noStrike">
                <a:solidFill>
                  <a:srgbClr val="000000"/>
                </a:solidFill>
                <a:latin typeface="Malgun Gothic"/>
                <a:ea typeface="Malgun Gothic"/>
                <a:cs typeface="Malgun Gothic"/>
                <a:sym typeface="Malgun Gothic"/>
              </a:rPr>
              <a:t>X</a:t>
            </a:r>
            <a:endParaRPr b="0" sz="1800" u="none" strike="noStrike">
              <a:solidFill>
                <a:srgbClr val="000000"/>
              </a:solidFill>
              <a:latin typeface="Malgun Gothic"/>
              <a:ea typeface="Malgun Gothic"/>
              <a:cs typeface="Malgun Gothic"/>
              <a:sym typeface="Malgun Gothic"/>
            </a:endParaRPr>
          </a:p>
        </p:txBody>
      </p:sp>
      <p:sp>
        <p:nvSpPr>
          <p:cNvPr id="810" name="Google Shape;810;p39"/>
          <p:cNvSpPr/>
          <p:nvPr/>
        </p:nvSpPr>
        <p:spPr>
          <a:xfrm>
            <a:off x="5940000" y="1980000"/>
            <a:ext cx="540000" cy="1080000"/>
          </a:xfrm>
          <a:prstGeom prst="rect">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ko-KR" sz="1800" u="none" strike="noStrike">
                <a:solidFill>
                  <a:srgbClr val="000000"/>
                </a:solidFill>
                <a:latin typeface="Malgun Gothic"/>
                <a:ea typeface="Malgun Gothic"/>
                <a:cs typeface="Malgun Gothic"/>
                <a:sym typeface="Malgun Gothic"/>
              </a:rPr>
              <a:t>X</a:t>
            </a:r>
            <a:endParaRPr b="0" sz="1800" u="none" strike="noStrike">
              <a:solidFill>
                <a:srgbClr val="000000"/>
              </a:solidFill>
              <a:latin typeface="Malgun Gothic"/>
              <a:ea typeface="Malgun Gothic"/>
              <a:cs typeface="Malgun Gothic"/>
              <a:sym typeface="Malgun Gothic"/>
            </a:endParaRPr>
          </a:p>
        </p:txBody>
      </p:sp>
      <p:sp>
        <p:nvSpPr>
          <p:cNvPr id="811" name="Google Shape;811;p39"/>
          <p:cNvSpPr/>
          <p:nvPr/>
        </p:nvSpPr>
        <p:spPr>
          <a:xfrm>
            <a:off x="6121440" y="1980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7</a:t>
            </a:r>
            <a:endParaRPr b="0" sz="1000" u="none" strike="noStrike">
              <a:solidFill>
                <a:srgbClr val="FFFFFF"/>
              </a:solidFill>
              <a:latin typeface="Malgun Gothic"/>
              <a:ea typeface="Malgun Gothic"/>
              <a:cs typeface="Malgun Gothic"/>
              <a:sym typeface="Malgun Gothic"/>
            </a:endParaRPr>
          </a:p>
        </p:txBody>
      </p:sp>
      <p:sp>
        <p:nvSpPr>
          <p:cNvPr id="812" name="Google Shape;812;p39"/>
          <p:cNvSpPr/>
          <p:nvPr/>
        </p:nvSpPr>
        <p:spPr>
          <a:xfrm>
            <a:off x="2124000" y="1963440"/>
            <a:ext cx="1578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000" u="none" strike="noStrike">
                <a:solidFill>
                  <a:schemeClr val="lt1"/>
                </a:solidFill>
                <a:latin typeface="Malgun Gothic"/>
                <a:ea typeface="Malgun Gothic"/>
                <a:cs typeface="Malgun Gothic"/>
                <a:sym typeface="Malgun Gothic"/>
              </a:rPr>
              <a:t>3</a:t>
            </a:r>
            <a:endParaRPr b="0" sz="1000" u="none" strike="noStrike">
              <a:solidFill>
                <a:srgbClr val="FFFFFF"/>
              </a:solidFill>
              <a:latin typeface="Malgun Gothic"/>
              <a:ea typeface="Malgun Gothic"/>
              <a:cs typeface="Malgun Gothic"/>
              <a:sym typeface="Malgun Gothic"/>
            </a:endParaRPr>
          </a:p>
        </p:txBody>
      </p:sp>
      <p:sp>
        <p:nvSpPr>
          <p:cNvPr id="813" name="Google Shape;813;p39"/>
          <p:cNvSpPr/>
          <p:nvPr/>
        </p:nvSpPr>
        <p:spPr>
          <a:xfrm>
            <a:off x="3972390" y="2028000"/>
            <a:ext cx="178500" cy="1968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ko-KR" sz="1000">
                <a:solidFill>
                  <a:schemeClr val="lt1"/>
                </a:solidFill>
                <a:latin typeface="Malgun Gothic"/>
                <a:ea typeface="Malgun Gothic"/>
                <a:cs typeface="Malgun Gothic"/>
                <a:sym typeface="Malgun Gothic"/>
              </a:rPr>
              <a:t>8</a:t>
            </a:r>
            <a:endParaRPr b="0" sz="1000" u="none" strike="noStrike">
              <a:solidFill>
                <a:srgbClr val="FFFFFF"/>
              </a:solidFill>
              <a:latin typeface="Malgun Gothic"/>
              <a:ea typeface="Malgun Gothic"/>
              <a:cs typeface="Malgun Gothic"/>
              <a:sym typeface="Malgun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graphicFrame>
        <p:nvGraphicFramePr>
          <p:cNvPr id="819" name="Google Shape;819;p40"/>
          <p:cNvGraphicFramePr/>
          <p:nvPr/>
        </p:nvGraphicFramePr>
        <p:xfrm>
          <a:off x="23760" y="69840"/>
          <a:ext cx="3000000" cy="3000000"/>
        </p:xfrm>
        <a:graphic>
          <a:graphicData uri="http://schemas.openxmlformats.org/drawingml/2006/table">
            <a:tbl>
              <a:tblPr>
                <a:noFill/>
                <a:tableStyleId>{55D9632B-3A11-45D4-88F0-56B401F7D582}</a:tableStyleId>
              </a:tblPr>
              <a:tblGrid>
                <a:gridCol w="816125"/>
                <a:gridCol w="3330000"/>
                <a:gridCol w="747350"/>
                <a:gridCol w="3657600"/>
                <a:gridCol w="852475"/>
                <a:gridCol w="1173600"/>
                <a:gridCol w="673200"/>
                <a:gridCol w="741250"/>
              </a:tblGrid>
              <a:tr h="256325">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view-0</a:t>
                      </a:r>
                      <a:r>
                        <a:rPr lang="ko-KR" sz="1000">
                          <a:solidFill>
                            <a:schemeClr val="dk1"/>
                          </a:solidFill>
                        </a:rPr>
                        <a:t>27</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화면 명</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우선순위 선택 화면</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요구사항ID</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lang="ko-KR" sz="1000">
                          <a:solidFill>
                            <a:schemeClr val="dk1"/>
                          </a:solidFill>
                        </a:rPr>
                        <a:t>res-7</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r>
              <a:tr h="216000">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개요</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gridSpan="3">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담당자가 지원 대상의 우선순위</a:t>
                      </a:r>
                      <a:r>
                        <a:rPr lang="ko-KR">
                          <a:solidFill>
                            <a:schemeClr val="dk1"/>
                          </a:solidFill>
                        </a:rPr>
                        <a:t> 관리</a:t>
                      </a:r>
                      <a:r>
                        <a:rPr b="0" lang="ko-KR" sz="1400" u="none" strike="noStrike">
                          <a:solidFill>
                            <a:schemeClr val="dk1"/>
                          </a:solidFill>
                          <a:latin typeface="Arial"/>
                          <a:ea typeface="Arial"/>
                          <a:cs typeface="Arial"/>
                          <a:sym typeface="Arial"/>
                        </a:rPr>
                        <a:t> 페이지 </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사용자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400" u="none" strike="noStrike">
                          <a:solidFill>
                            <a:schemeClr val="dk1"/>
                          </a:solidFill>
                          <a:latin typeface="Arial"/>
                          <a:ea typeface="Arial"/>
                          <a:cs typeface="Arial"/>
                          <a:sym typeface="Arial"/>
                        </a:rPr>
                        <a:t>담당자</a:t>
                      </a:r>
                      <a:endParaRPr b="0" sz="1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lang="ko-KR" sz="1000" u="none" strike="noStrike">
                          <a:solidFill>
                            <a:schemeClr val="dk1"/>
                          </a:solidFill>
                          <a:latin typeface="Arial"/>
                          <a:ea typeface="Arial"/>
                          <a:cs typeface="Arial"/>
                          <a:sym typeface="Arial"/>
                        </a:rPr>
                        <a:t>개발자</a:t>
                      </a:r>
                      <a:endParaRPr b="0" sz="10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lnSpc>
                          <a:spcPct val="100000"/>
                        </a:lnSpc>
                        <a:spcBef>
                          <a:spcPts val="0"/>
                        </a:spcBef>
                        <a:spcAft>
                          <a:spcPts val="0"/>
                        </a:spcAft>
                        <a:buNone/>
                      </a:pPr>
                      <a:r>
                        <a:rPr b="0" lang="ko-KR" sz="1300" u="none" strike="noStrike">
                          <a:solidFill>
                            <a:srgbClr val="000000"/>
                          </a:solidFill>
                          <a:latin typeface="Malgun Gothic"/>
                          <a:ea typeface="Malgun Gothic"/>
                          <a:cs typeface="Malgun Gothic"/>
                          <a:sym typeface="Malgun Gothic"/>
                        </a:rPr>
                        <a:t>박상원</a:t>
                      </a:r>
                      <a:endParaRPr b="0" sz="13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6122525">
                <a:tc gridSpan="4">
                  <a:txBody>
                    <a:bodyPr/>
                    <a:lstStyle/>
                    <a:p>
                      <a:pPr indent="0" lvl="0" marL="0" marR="0" rtl="0" algn="l">
                        <a:spcBef>
                          <a:spcPts val="0"/>
                        </a:spcBef>
                        <a:spcAft>
                          <a:spcPts val="0"/>
                        </a:spcAft>
                        <a:buNone/>
                      </a:pPr>
                      <a:r>
                        <a:t/>
                      </a:r>
                      <a:endParaRPr b="0" sz="2400" u="none" strike="noStrike">
                        <a:solidFill>
                          <a:srgbClr val="000000"/>
                        </a:solidFill>
                        <a:latin typeface="Malgun Gothic"/>
                        <a:ea typeface="Malgun Gothic"/>
                        <a:cs typeface="Malgun Gothic"/>
                        <a:sym typeface="Malgun Gothic"/>
                      </a:endParaRPr>
                    </a:p>
                  </a:txBody>
                  <a:tcPr marT="45725" marB="45725" marR="91450" marL="91450">
                    <a:lnL cap="flat" cmpd="sng" w="95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gridSpan="4">
                  <a:txBody>
                    <a:bodyPr/>
                    <a:lstStyle/>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*화면설명</a:t>
                      </a:r>
                      <a:endParaRPr b="0" sz="1000" u="none" strike="noStrike">
                        <a:solidFill>
                          <a:srgbClr val="2F5496"/>
                        </a:solidFill>
                        <a:latin typeface="Arial"/>
                        <a:ea typeface="Arial"/>
                        <a:cs typeface="Arial"/>
                        <a:sym typeface="Arial"/>
                      </a:endParaRPr>
                    </a:p>
                    <a:p>
                      <a:pPr indent="0" lvl="0" marL="0" marR="0" rtl="0" algn="l">
                        <a:lnSpc>
                          <a:spcPct val="100000"/>
                        </a:lnSpc>
                        <a:spcBef>
                          <a:spcPts val="0"/>
                        </a:spcBef>
                        <a:spcAft>
                          <a:spcPts val="0"/>
                        </a:spcAft>
                        <a:buNone/>
                      </a:pPr>
                      <a:r>
                        <a:t/>
                      </a:r>
                      <a:endParaRPr sz="1000">
                        <a:solidFill>
                          <a:srgbClr val="2F5496"/>
                        </a:solidFill>
                      </a:endParaRPr>
                    </a:p>
                    <a:p>
                      <a:pPr indent="-292100" lvl="0" marL="457200" marR="0" rtl="0" algn="l">
                        <a:lnSpc>
                          <a:spcPct val="100000"/>
                        </a:lnSpc>
                        <a:spcBef>
                          <a:spcPts val="0"/>
                        </a:spcBef>
                        <a:spcAft>
                          <a:spcPts val="0"/>
                        </a:spcAft>
                        <a:buClr>
                          <a:srgbClr val="2F5496"/>
                        </a:buClr>
                        <a:buSzPts val="1000"/>
                        <a:buAutoNum type="arabicPeriod"/>
                      </a:pPr>
                      <a:r>
                        <a:rPr lang="ko-KR" sz="1000">
                          <a:solidFill>
                            <a:srgbClr val="2F5496"/>
                          </a:solidFill>
                        </a:rPr>
                        <a:t>우선순위를 정할 지원대상자에 대한 정보가 표시된다.</a:t>
                      </a:r>
                      <a:endParaRPr sz="1000">
                        <a:solidFill>
                          <a:srgbClr val="2F5496"/>
                        </a:solidFill>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해당하는 우선 순위를 정한다. 계획, 중점, 긴급 중 하나만 선택 할 수 있다.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해당 우선순위를 정한 이유에 대해 간략한 설명이 필요하다면 해당 textarea에 작성한다.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선택한 우선 순위와 입력한 내용을 기관관리자에게 제출한다.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선택한 우선순위와 입력한 내용을 초기화한다.</a:t>
                      </a:r>
                      <a:endParaRPr b="0" sz="1000" u="none" strike="noStrike">
                        <a:solidFill>
                          <a:srgbClr val="000000"/>
                        </a:solidFill>
                        <a:latin typeface="Malgun Gothic"/>
                        <a:ea typeface="Malgun Gothic"/>
                        <a:cs typeface="Malgun Gothic"/>
                        <a:sym typeface="Malgun Gothic"/>
                      </a:endParaRPr>
                    </a:p>
                    <a:p>
                      <a:pPr indent="-292100" lvl="0" marL="457200" marR="0" rtl="0" algn="l">
                        <a:lnSpc>
                          <a:spcPct val="100000"/>
                        </a:lnSpc>
                        <a:spcBef>
                          <a:spcPts val="0"/>
                        </a:spcBef>
                        <a:spcAft>
                          <a:spcPts val="0"/>
                        </a:spcAft>
                        <a:buClr>
                          <a:srgbClr val="2F5496"/>
                        </a:buClr>
                        <a:buSzPts val="1000"/>
                        <a:buAutoNum type="arabicPeriod"/>
                      </a:pPr>
                      <a:r>
                        <a:rPr b="0" lang="ko-KR" sz="1000" u="none" strike="noStrike">
                          <a:solidFill>
                            <a:srgbClr val="2F5496"/>
                          </a:solidFill>
                          <a:latin typeface="Arial"/>
                          <a:ea typeface="Arial"/>
                          <a:cs typeface="Arial"/>
                          <a:sym typeface="Arial"/>
                        </a:rPr>
                        <a:t>기관 관리자가 반려를 하면서 작성한 반려 사유를</a:t>
                      </a:r>
                      <a:r>
                        <a:rPr lang="ko-KR" sz="1000">
                          <a:solidFill>
                            <a:srgbClr val="2F5496"/>
                          </a:solidFill>
                        </a:rPr>
                        <a:t>  </a:t>
                      </a:r>
                      <a:r>
                        <a:rPr b="0" lang="ko-KR" sz="1000" u="none" strike="noStrike">
                          <a:solidFill>
                            <a:srgbClr val="2F5496"/>
                          </a:solidFill>
                          <a:latin typeface="Arial"/>
                          <a:ea typeface="Arial"/>
                          <a:cs typeface="Arial"/>
                          <a:sym typeface="Arial"/>
                        </a:rPr>
                        <a:t>표시</a:t>
                      </a:r>
                      <a:r>
                        <a:rPr lang="ko-KR" sz="1000">
                          <a:solidFill>
                            <a:srgbClr val="2F5496"/>
                          </a:solidFill>
                        </a:rPr>
                        <a:t>한</a:t>
                      </a:r>
                      <a:r>
                        <a:rPr b="0" lang="ko-KR" sz="1000" u="none" strike="noStrike">
                          <a:solidFill>
                            <a:srgbClr val="2F5496"/>
                          </a:solidFill>
                          <a:latin typeface="Arial"/>
                          <a:ea typeface="Arial"/>
                          <a:cs typeface="Arial"/>
                          <a:sym typeface="Arial"/>
                        </a:rPr>
                        <a:t>다.</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t/>
                      </a:r>
                      <a:endParaRPr b="0" sz="1000" u="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None/>
                      </a:pPr>
                      <a:r>
                        <a:rPr b="0" lang="ko-KR" sz="1000" u="none" strike="noStrike">
                          <a:solidFill>
                            <a:srgbClr val="2F5496"/>
                          </a:solidFill>
                          <a:latin typeface="Arial"/>
                          <a:ea typeface="Arial"/>
                          <a:cs typeface="Arial"/>
                          <a:sym typeface="Arial"/>
                        </a:rPr>
                        <a:t>*특이사항</a:t>
                      </a:r>
                      <a:endParaRPr b="0" sz="1000" u="none" strike="noStrike">
                        <a:solidFill>
                          <a:srgbClr val="2F5496"/>
                        </a:solidFill>
                        <a:latin typeface="Arial"/>
                        <a:ea typeface="Arial"/>
                        <a:cs typeface="Arial"/>
                        <a:sym typeface="Arial"/>
                      </a:endParaRPr>
                    </a:p>
                    <a:p>
                      <a:pPr indent="0" lvl="0" marL="0" marR="0" rtl="0" algn="l">
                        <a:lnSpc>
                          <a:spcPct val="100000"/>
                        </a:lnSpc>
                        <a:spcBef>
                          <a:spcPts val="0"/>
                        </a:spcBef>
                        <a:spcAft>
                          <a:spcPts val="0"/>
                        </a:spcAft>
                        <a:buNone/>
                      </a:pPr>
                      <a:r>
                        <a:t/>
                      </a:r>
                      <a:endParaRPr sz="1000">
                        <a:solidFill>
                          <a:srgbClr val="2F5496"/>
                        </a:solidFill>
                      </a:endParaRPr>
                    </a:p>
                    <a:p>
                      <a:pPr indent="-292100" lvl="0" marL="457200" marR="0" rtl="0" algn="l">
                        <a:lnSpc>
                          <a:spcPct val="100000"/>
                        </a:lnSpc>
                        <a:spcBef>
                          <a:spcPts val="0"/>
                        </a:spcBef>
                        <a:spcAft>
                          <a:spcPts val="0"/>
                        </a:spcAft>
                        <a:buClr>
                          <a:srgbClr val="2F5496"/>
                        </a:buClr>
                        <a:buSzPts val="1000"/>
                        <a:buChar char="-"/>
                      </a:pPr>
                      <a:r>
                        <a:rPr lang="ko-KR" sz="1000">
                          <a:solidFill>
                            <a:srgbClr val="2F5496"/>
                          </a:solidFill>
                        </a:rPr>
                        <a:t>6</a:t>
                      </a:r>
                      <a:r>
                        <a:rPr b="0" lang="ko-KR" sz="1000" u="none" strike="noStrike">
                          <a:solidFill>
                            <a:srgbClr val="2F5496"/>
                          </a:solidFill>
                          <a:latin typeface="Arial"/>
                          <a:ea typeface="Arial"/>
                          <a:cs typeface="Arial"/>
                          <a:sym typeface="Arial"/>
                        </a:rPr>
                        <a:t>번 요소는 우선순위 승인 요청을 한 뒤에 반려를 받은 지원 대상에 대해서만 표시를 한다.</a:t>
                      </a:r>
                      <a:endParaRPr b="0" sz="1000" u="none" strike="noStrike">
                        <a:solidFill>
                          <a:srgbClr val="2F5496"/>
                        </a:solidFill>
                        <a:latin typeface="Arial"/>
                        <a:ea typeface="Arial"/>
                        <a:cs typeface="Arial"/>
                        <a:sym typeface="Arial"/>
                      </a:endParaRPr>
                    </a:p>
                    <a:p>
                      <a:pPr indent="-292100" lvl="0" marL="457200" marR="0" rtl="0" algn="l">
                        <a:lnSpc>
                          <a:spcPct val="100000"/>
                        </a:lnSpc>
                        <a:spcBef>
                          <a:spcPts val="0"/>
                        </a:spcBef>
                        <a:spcAft>
                          <a:spcPts val="0"/>
                        </a:spcAft>
                        <a:buClr>
                          <a:srgbClr val="2F5496"/>
                        </a:buClr>
                        <a:buSzPts val="1000"/>
                        <a:buChar char="-"/>
                      </a:pPr>
                      <a:r>
                        <a:rPr lang="ko-KR" sz="1000">
                          <a:solidFill>
                            <a:srgbClr val="2F5496"/>
                          </a:solidFill>
                        </a:rPr>
                        <a:t>관리자가 승인요청을 받고 승인하는 페이지는 이 화면을 재사용한다.</a:t>
                      </a:r>
                      <a:endParaRPr sz="1000">
                        <a:solidFill>
                          <a:srgbClr val="2F5496"/>
                        </a:solidFill>
                      </a:endParaRPr>
                    </a:p>
                    <a:p>
                      <a:pPr indent="-292100" lvl="0" marL="457200" marR="0" rtl="0" algn="l">
                        <a:lnSpc>
                          <a:spcPct val="100000"/>
                        </a:lnSpc>
                        <a:spcBef>
                          <a:spcPts val="0"/>
                        </a:spcBef>
                        <a:spcAft>
                          <a:spcPts val="0"/>
                        </a:spcAft>
                        <a:buClr>
                          <a:srgbClr val="2F5496"/>
                        </a:buClr>
                        <a:buSzPts val="1000"/>
                        <a:buChar char="-"/>
                      </a:pPr>
                      <a:r>
                        <a:rPr lang="ko-KR" sz="1000">
                          <a:solidFill>
                            <a:srgbClr val="2F5496"/>
                          </a:solidFill>
                        </a:rPr>
                        <a:t>1번 요소는 표시를 하고,6번 요소에 담당자가 해당 우선순위로 산정한 간략한 내용이 표시 </a:t>
                      </a:r>
                      <a:endParaRPr sz="1000">
                        <a:solidFill>
                          <a:srgbClr val="2F5496"/>
                        </a:solidFill>
                      </a:endParaRPr>
                    </a:p>
                    <a:p>
                      <a:pPr indent="-292100" lvl="0" marL="457200" marR="0" rtl="0" algn="l">
                        <a:lnSpc>
                          <a:spcPct val="100000"/>
                        </a:lnSpc>
                        <a:spcBef>
                          <a:spcPts val="0"/>
                        </a:spcBef>
                        <a:spcAft>
                          <a:spcPts val="0"/>
                        </a:spcAft>
                        <a:buClr>
                          <a:srgbClr val="2F5496"/>
                        </a:buClr>
                        <a:buSzPts val="1000"/>
                        <a:buChar char="-"/>
                      </a:pPr>
                      <a:r>
                        <a:rPr lang="ko-KR" sz="1000">
                          <a:solidFill>
                            <a:srgbClr val="2F5496"/>
                          </a:solidFill>
                        </a:rPr>
                        <a:t>2번 요소에서 담당자가 선택한 우선순위가 보인다.</a:t>
                      </a:r>
                      <a:endParaRPr sz="1000">
                        <a:solidFill>
                          <a:srgbClr val="2F5496"/>
                        </a:solidFill>
                      </a:endParaRPr>
                    </a:p>
                    <a:p>
                      <a:pPr indent="-292100" lvl="0" marL="457200" marR="0" rtl="0" algn="l">
                        <a:lnSpc>
                          <a:spcPct val="100000"/>
                        </a:lnSpc>
                        <a:spcBef>
                          <a:spcPts val="0"/>
                        </a:spcBef>
                        <a:spcAft>
                          <a:spcPts val="0"/>
                        </a:spcAft>
                        <a:buClr>
                          <a:srgbClr val="2F5496"/>
                        </a:buClr>
                        <a:buSzPts val="1000"/>
                        <a:buChar char="-"/>
                      </a:pPr>
                      <a:r>
                        <a:rPr lang="ko-KR" sz="1000">
                          <a:solidFill>
                            <a:srgbClr val="2F5496"/>
                          </a:solidFill>
                        </a:rPr>
                        <a:t>3번 요소는 보이지 않는다.</a:t>
                      </a:r>
                      <a:endParaRPr sz="1000">
                        <a:solidFill>
                          <a:srgbClr val="2F5496"/>
                        </a:solidFill>
                      </a:endParaRPr>
                    </a:p>
                    <a:p>
                      <a:pPr indent="-292100" lvl="0" marL="457200" marR="0" rtl="0" algn="l">
                        <a:lnSpc>
                          <a:spcPct val="100000"/>
                        </a:lnSpc>
                        <a:spcBef>
                          <a:spcPts val="0"/>
                        </a:spcBef>
                        <a:spcAft>
                          <a:spcPts val="0"/>
                        </a:spcAft>
                        <a:buClr>
                          <a:srgbClr val="2F5496"/>
                        </a:buClr>
                        <a:buSzPts val="1000"/>
                        <a:buChar char="-"/>
                      </a:pPr>
                      <a:r>
                        <a:rPr lang="ko-KR" sz="1000">
                          <a:solidFill>
                            <a:srgbClr val="2F5496"/>
                          </a:solidFill>
                        </a:rPr>
                        <a:t>4번은 승인, 5번은 반려 버튼으로 변경한다.</a:t>
                      </a:r>
                      <a:endParaRPr sz="1000">
                        <a:solidFill>
                          <a:srgbClr val="2F5496"/>
                        </a:solidFill>
                      </a:endParaRPr>
                    </a:p>
                    <a:p>
                      <a:pPr indent="-292100" lvl="0" marL="457200" marR="0" rtl="0" algn="l">
                        <a:lnSpc>
                          <a:spcPct val="100000"/>
                        </a:lnSpc>
                        <a:spcBef>
                          <a:spcPts val="0"/>
                        </a:spcBef>
                        <a:spcAft>
                          <a:spcPts val="0"/>
                        </a:spcAft>
                        <a:buClr>
                          <a:srgbClr val="2F5496"/>
                        </a:buClr>
                        <a:buSzPts val="1000"/>
                        <a:buChar char="-"/>
                      </a:pPr>
                      <a:r>
                        <a:rPr lang="ko-KR" sz="1000">
                          <a:solidFill>
                            <a:srgbClr val="2F5496"/>
                          </a:solidFill>
                        </a:rPr>
                        <a:t>5번 반려를 선택했을 시 반려 modal창이 나온다. (31번 슬라이드)</a:t>
                      </a:r>
                      <a:endParaRPr sz="1000">
                        <a:solidFill>
                          <a:srgbClr val="2F5496"/>
                        </a:solidFill>
                      </a:endParaRPr>
                    </a:p>
                    <a:p>
                      <a:pPr indent="0" lvl="0" marL="0" marR="0" rtl="0" algn="l">
                        <a:lnSpc>
                          <a:spcPct val="100000"/>
                        </a:lnSpc>
                        <a:spcBef>
                          <a:spcPts val="0"/>
                        </a:spcBef>
                        <a:spcAft>
                          <a:spcPts val="0"/>
                        </a:spcAft>
                        <a:buNone/>
                      </a:pPr>
                      <a:r>
                        <a:t/>
                      </a:r>
                      <a:endParaRPr sz="1000">
                        <a:solidFill>
                          <a:srgbClr val="2F5496"/>
                        </a:solidFill>
                      </a:endParaRPr>
                    </a:p>
                  </a:txBody>
                  <a:tcPr marT="45725" marB="45725" marR="91450" marL="91450">
                    <a:lnL cap="flat" cmpd="sng" w="122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2F2F2"/>
                    </a:solidFill>
                  </a:tcPr>
                </a:tc>
                <a:tc hMerge="1"/>
                <a:tc hMerge="1"/>
                <a:tc hMerge="1"/>
              </a:tr>
            </a:tbl>
          </a:graphicData>
        </a:graphic>
      </p:graphicFrame>
      <p:sp>
        <p:nvSpPr>
          <p:cNvPr id="820" name="Google Shape;820;p40"/>
          <p:cNvSpPr/>
          <p:nvPr/>
        </p:nvSpPr>
        <p:spPr>
          <a:xfrm>
            <a:off x="346320" y="900000"/>
            <a:ext cx="8005200" cy="56847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821" name="Google Shape;821;p40"/>
          <p:cNvSpPr/>
          <p:nvPr/>
        </p:nvSpPr>
        <p:spPr>
          <a:xfrm>
            <a:off x="2664000" y="5990040"/>
            <a:ext cx="1476000" cy="194700"/>
          </a:xfrm>
          <a:prstGeom prst="rect">
            <a:avLst/>
          </a:prstGeom>
          <a:solidFill>
            <a:schemeClr val="accen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lang="ko-KR" sz="1100" u="none" strike="noStrike">
                <a:solidFill>
                  <a:schemeClr val="lt1"/>
                </a:solidFill>
                <a:latin typeface="Malgun Gothic"/>
                <a:ea typeface="Malgun Gothic"/>
                <a:cs typeface="Malgun Gothic"/>
                <a:sym typeface="Malgun Gothic"/>
              </a:rPr>
              <a:t>승인요청</a:t>
            </a:r>
            <a:endParaRPr b="0" sz="1100" u="none" strike="noStrike">
              <a:solidFill>
                <a:schemeClr val="lt1"/>
              </a:solidFill>
              <a:latin typeface="Malgun Gothic"/>
              <a:ea typeface="Malgun Gothic"/>
              <a:cs typeface="Malgun Gothic"/>
              <a:sym typeface="Malgun Gothic"/>
            </a:endParaRPr>
          </a:p>
        </p:txBody>
      </p:sp>
      <p:sp>
        <p:nvSpPr>
          <p:cNvPr id="822" name="Google Shape;822;p40"/>
          <p:cNvSpPr/>
          <p:nvPr/>
        </p:nvSpPr>
        <p:spPr>
          <a:xfrm>
            <a:off x="5316120" y="5990040"/>
            <a:ext cx="1344000" cy="194700"/>
          </a:xfrm>
          <a:prstGeom prst="rect">
            <a:avLst/>
          </a:prstGeom>
          <a:solidFill>
            <a:schemeClr val="accent4"/>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0" lang="ko-KR" sz="1100" u="none" strike="noStrike">
                <a:solidFill>
                  <a:schemeClr val="lt1"/>
                </a:solidFill>
                <a:latin typeface="Malgun Gothic"/>
                <a:ea typeface="Malgun Gothic"/>
                <a:cs typeface="Malgun Gothic"/>
                <a:sym typeface="Malgun Gothic"/>
              </a:rPr>
              <a:t>취소</a:t>
            </a:r>
            <a:endParaRPr b="0" sz="1100" u="none" strike="noStrike">
              <a:solidFill>
                <a:schemeClr val="lt1"/>
              </a:solidFill>
              <a:latin typeface="Malgun Gothic"/>
              <a:ea typeface="Malgun Gothic"/>
              <a:cs typeface="Malgun Gothic"/>
              <a:sym typeface="Malgun Gothic"/>
            </a:endParaRPr>
          </a:p>
        </p:txBody>
      </p:sp>
      <p:sp>
        <p:nvSpPr>
          <p:cNvPr id="823" name="Google Shape;823;p40"/>
          <p:cNvSpPr/>
          <p:nvPr/>
        </p:nvSpPr>
        <p:spPr>
          <a:xfrm>
            <a:off x="5316120" y="5865480"/>
            <a:ext cx="178500" cy="1365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ko-KR" sz="1000">
                <a:solidFill>
                  <a:schemeClr val="lt1"/>
                </a:solidFill>
                <a:latin typeface="Malgun Gothic"/>
                <a:ea typeface="Malgun Gothic"/>
                <a:cs typeface="Malgun Gothic"/>
                <a:sym typeface="Malgun Gothic"/>
              </a:rPr>
              <a:t>5</a:t>
            </a:r>
            <a:endParaRPr b="0" sz="1000" u="none" strike="noStrike">
              <a:solidFill>
                <a:srgbClr val="FFFFFF"/>
              </a:solidFill>
              <a:latin typeface="Malgun Gothic"/>
              <a:ea typeface="Malgun Gothic"/>
              <a:cs typeface="Malgun Gothic"/>
              <a:sym typeface="Malgun Gothic"/>
            </a:endParaRPr>
          </a:p>
        </p:txBody>
      </p:sp>
      <p:sp>
        <p:nvSpPr>
          <p:cNvPr id="824" name="Google Shape;824;p40"/>
          <p:cNvSpPr/>
          <p:nvPr/>
        </p:nvSpPr>
        <p:spPr>
          <a:xfrm>
            <a:off x="1440000" y="3420000"/>
            <a:ext cx="6119700" cy="1372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Malgun Gothic"/>
              <a:ea typeface="Malgun Gothic"/>
              <a:cs typeface="Malgun Gothic"/>
              <a:sym typeface="Malgun Gothic"/>
            </a:endParaRPr>
          </a:p>
        </p:txBody>
      </p:sp>
      <p:sp>
        <p:nvSpPr>
          <p:cNvPr id="825" name="Google Shape;825;p40"/>
          <p:cNvSpPr/>
          <p:nvPr/>
        </p:nvSpPr>
        <p:spPr>
          <a:xfrm>
            <a:off x="2160000" y="3669480"/>
            <a:ext cx="1259700" cy="873000"/>
          </a:xfrm>
          <a:prstGeom prst="ellipse">
            <a:avLst/>
          </a:prstGeom>
          <a:solidFill>
            <a:srgbClr val="729FC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800" u="none" strike="noStrike">
                <a:solidFill>
                  <a:schemeClr val="lt1"/>
                </a:solidFill>
                <a:latin typeface="Malgun Gothic"/>
                <a:ea typeface="Malgun Gothic"/>
                <a:cs typeface="Malgun Gothic"/>
                <a:sym typeface="Malgun Gothic"/>
              </a:rPr>
              <a:t>계획</a:t>
            </a:r>
            <a:endParaRPr b="0" sz="1800" u="none" strike="noStrike">
              <a:solidFill>
                <a:schemeClr val="lt1"/>
              </a:solidFill>
              <a:latin typeface="Malgun Gothic"/>
              <a:ea typeface="Malgun Gothic"/>
              <a:cs typeface="Malgun Gothic"/>
              <a:sym typeface="Malgun Gothic"/>
            </a:endParaRPr>
          </a:p>
        </p:txBody>
      </p:sp>
      <p:sp>
        <p:nvSpPr>
          <p:cNvPr id="826" name="Google Shape;826;p40"/>
          <p:cNvSpPr/>
          <p:nvPr/>
        </p:nvSpPr>
        <p:spPr>
          <a:xfrm>
            <a:off x="3816000" y="3669480"/>
            <a:ext cx="1259700" cy="873000"/>
          </a:xfrm>
          <a:prstGeom prst="ellipse">
            <a:avLst/>
          </a:prstGeom>
          <a:solidFill>
            <a:schemeClr val="accent6"/>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800" u="none" strike="noStrike">
                <a:solidFill>
                  <a:schemeClr val="lt1"/>
                </a:solidFill>
                <a:latin typeface="Malgun Gothic"/>
                <a:ea typeface="Malgun Gothic"/>
                <a:cs typeface="Malgun Gothic"/>
                <a:sym typeface="Malgun Gothic"/>
              </a:rPr>
              <a:t>중점</a:t>
            </a:r>
            <a:endParaRPr b="0" sz="1800" u="none" strike="noStrike">
              <a:solidFill>
                <a:schemeClr val="lt1"/>
              </a:solidFill>
              <a:latin typeface="Malgun Gothic"/>
              <a:ea typeface="Malgun Gothic"/>
              <a:cs typeface="Malgun Gothic"/>
              <a:sym typeface="Malgun Gothic"/>
            </a:endParaRPr>
          </a:p>
        </p:txBody>
      </p:sp>
      <p:sp>
        <p:nvSpPr>
          <p:cNvPr id="827" name="Google Shape;827;p40"/>
          <p:cNvSpPr/>
          <p:nvPr/>
        </p:nvSpPr>
        <p:spPr>
          <a:xfrm>
            <a:off x="5508000" y="3669480"/>
            <a:ext cx="1259700" cy="873000"/>
          </a:xfrm>
          <a:prstGeom prst="ellipse">
            <a:avLst/>
          </a:prstGeom>
          <a:solidFill>
            <a:srgbClr val="FF0000"/>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800" u="none" strike="noStrike">
                <a:solidFill>
                  <a:schemeClr val="lt1"/>
                </a:solidFill>
                <a:latin typeface="Malgun Gothic"/>
                <a:ea typeface="Malgun Gothic"/>
                <a:cs typeface="Malgun Gothic"/>
                <a:sym typeface="Malgun Gothic"/>
              </a:rPr>
              <a:t>긴급</a:t>
            </a:r>
            <a:endParaRPr b="0" sz="1800" u="none" strike="noStrike">
              <a:solidFill>
                <a:schemeClr val="lt1"/>
              </a:solidFill>
              <a:latin typeface="Malgun Gothic"/>
              <a:ea typeface="Malgun Gothic"/>
              <a:cs typeface="Malgun Gothic"/>
              <a:sym typeface="Malgun Gothic"/>
            </a:endParaRPr>
          </a:p>
        </p:txBody>
      </p:sp>
      <p:sp>
        <p:nvSpPr>
          <p:cNvPr id="828" name="Google Shape;828;p40"/>
          <p:cNvSpPr/>
          <p:nvPr/>
        </p:nvSpPr>
        <p:spPr>
          <a:xfrm>
            <a:off x="1980000" y="3532680"/>
            <a:ext cx="178500" cy="1365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ko-KR" sz="1000">
                <a:solidFill>
                  <a:schemeClr val="lt1"/>
                </a:solidFill>
                <a:latin typeface="Malgun Gothic"/>
                <a:ea typeface="Malgun Gothic"/>
                <a:cs typeface="Malgun Gothic"/>
                <a:sym typeface="Malgun Gothic"/>
              </a:rPr>
              <a:t>2</a:t>
            </a:r>
            <a:endParaRPr b="0" sz="1000" u="none" strike="noStrike">
              <a:solidFill>
                <a:srgbClr val="FFFFFF"/>
              </a:solidFill>
              <a:latin typeface="Malgun Gothic"/>
              <a:ea typeface="Malgun Gothic"/>
              <a:cs typeface="Malgun Gothic"/>
              <a:sym typeface="Malgun Gothic"/>
            </a:endParaRPr>
          </a:p>
        </p:txBody>
      </p:sp>
      <p:sp>
        <p:nvSpPr>
          <p:cNvPr id="829" name="Google Shape;829;p40"/>
          <p:cNvSpPr/>
          <p:nvPr/>
        </p:nvSpPr>
        <p:spPr>
          <a:xfrm>
            <a:off x="2664360" y="5865480"/>
            <a:ext cx="178500" cy="1365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ko-KR" sz="1000">
                <a:solidFill>
                  <a:schemeClr val="lt1"/>
                </a:solidFill>
                <a:latin typeface="Malgun Gothic"/>
                <a:ea typeface="Malgun Gothic"/>
                <a:cs typeface="Malgun Gothic"/>
                <a:sym typeface="Malgun Gothic"/>
              </a:rPr>
              <a:t>4</a:t>
            </a:r>
            <a:endParaRPr b="0" sz="1000" u="none" strike="noStrike">
              <a:solidFill>
                <a:srgbClr val="FFFFFF"/>
              </a:solidFill>
              <a:latin typeface="Malgun Gothic"/>
              <a:ea typeface="Malgun Gothic"/>
              <a:cs typeface="Malgun Gothic"/>
              <a:sym typeface="Malgun Gothic"/>
            </a:endParaRPr>
          </a:p>
        </p:txBody>
      </p:sp>
      <p:sp>
        <p:nvSpPr>
          <p:cNvPr id="830" name="Google Shape;830;p40"/>
          <p:cNvSpPr/>
          <p:nvPr/>
        </p:nvSpPr>
        <p:spPr>
          <a:xfrm>
            <a:off x="1620000" y="4869900"/>
            <a:ext cx="5579700" cy="7959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ko-KR" sz="1800" u="none" strike="noStrike">
                <a:solidFill>
                  <a:srgbClr val="000000"/>
                </a:solidFill>
                <a:latin typeface="Malgun Gothic"/>
                <a:ea typeface="Malgun Gothic"/>
                <a:cs typeface="Malgun Gothic"/>
                <a:sym typeface="Malgun Gothic"/>
              </a:rPr>
              <a:t>해당 우선순위로 정한 간략한 내용 입력</a:t>
            </a:r>
            <a:endParaRPr b="0" sz="1800" u="none" strike="noStrike">
              <a:solidFill>
                <a:srgbClr val="000000"/>
              </a:solidFill>
              <a:latin typeface="Malgun Gothic"/>
              <a:ea typeface="Malgun Gothic"/>
              <a:cs typeface="Malgun Gothic"/>
              <a:sym typeface="Malgun Gothic"/>
            </a:endParaRPr>
          </a:p>
        </p:txBody>
      </p:sp>
      <p:sp>
        <p:nvSpPr>
          <p:cNvPr id="831" name="Google Shape;831;p40"/>
          <p:cNvSpPr/>
          <p:nvPr/>
        </p:nvSpPr>
        <p:spPr>
          <a:xfrm>
            <a:off x="2052720" y="5091840"/>
            <a:ext cx="178500" cy="1365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ko-KR" sz="1000">
                <a:solidFill>
                  <a:schemeClr val="lt1"/>
                </a:solidFill>
                <a:latin typeface="Malgun Gothic"/>
                <a:ea typeface="Malgun Gothic"/>
                <a:cs typeface="Malgun Gothic"/>
                <a:sym typeface="Malgun Gothic"/>
              </a:rPr>
              <a:t>3</a:t>
            </a:r>
            <a:endParaRPr b="0" sz="1000" u="none" strike="noStrike">
              <a:solidFill>
                <a:srgbClr val="FFFFFF"/>
              </a:solidFill>
              <a:latin typeface="Malgun Gothic"/>
              <a:ea typeface="Malgun Gothic"/>
              <a:cs typeface="Malgun Gothic"/>
              <a:sym typeface="Malgun Gothic"/>
            </a:endParaRPr>
          </a:p>
        </p:txBody>
      </p:sp>
      <p:sp>
        <p:nvSpPr>
          <p:cNvPr id="832" name="Google Shape;832;p40"/>
          <p:cNvSpPr/>
          <p:nvPr/>
        </p:nvSpPr>
        <p:spPr>
          <a:xfrm>
            <a:off x="900720" y="1085040"/>
            <a:ext cx="6847800" cy="7959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sz="1400" u="none" strike="noStrike">
              <a:solidFill>
                <a:srgbClr val="000000"/>
              </a:solidFill>
              <a:latin typeface="Malgun Gothic"/>
              <a:ea typeface="Malgun Gothic"/>
              <a:cs typeface="Malgun Gothic"/>
              <a:sym typeface="Malgun Gothic"/>
            </a:endParaRPr>
          </a:p>
        </p:txBody>
      </p:sp>
      <p:sp>
        <p:nvSpPr>
          <p:cNvPr id="833" name="Google Shape;833;p40"/>
          <p:cNvSpPr/>
          <p:nvPr/>
        </p:nvSpPr>
        <p:spPr>
          <a:xfrm>
            <a:off x="901440" y="1085040"/>
            <a:ext cx="7590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100" u="none" strike="noStrike">
                <a:solidFill>
                  <a:srgbClr val="000000"/>
                </a:solidFill>
                <a:latin typeface="Malgun Gothic"/>
                <a:ea typeface="Malgun Gothic"/>
                <a:cs typeface="Malgun Gothic"/>
                <a:sym typeface="Malgun Gothic"/>
              </a:rPr>
              <a:t>지원대상</a:t>
            </a:r>
            <a:endParaRPr b="0" sz="1100" u="none" strike="noStrike">
              <a:solidFill>
                <a:srgbClr val="000000"/>
              </a:solidFill>
              <a:latin typeface="Malgun Gothic"/>
              <a:ea typeface="Malgun Gothic"/>
              <a:cs typeface="Malgun Gothic"/>
              <a:sym typeface="Malgun Gothic"/>
            </a:endParaRPr>
          </a:p>
        </p:txBody>
      </p:sp>
      <p:sp>
        <p:nvSpPr>
          <p:cNvPr id="834" name="Google Shape;834;p40"/>
          <p:cNvSpPr/>
          <p:nvPr/>
        </p:nvSpPr>
        <p:spPr>
          <a:xfrm>
            <a:off x="1661400" y="1085040"/>
            <a:ext cx="8232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김길동</a:t>
            </a:r>
            <a:endParaRPr b="0" sz="1200" u="none" strike="noStrike">
              <a:solidFill>
                <a:srgbClr val="000000"/>
              </a:solidFill>
              <a:latin typeface="Malgun Gothic"/>
              <a:ea typeface="Malgun Gothic"/>
              <a:cs typeface="Malgun Gothic"/>
              <a:sym typeface="Malgun Gothic"/>
            </a:endParaRPr>
          </a:p>
        </p:txBody>
      </p:sp>
      <p:sp>
        <p:nvSpPr>
          <p:cNvPr id="835" name="Google Shape;835;p40"/>
          <p:cNvSpPr/>
          <p:nvPr/>
        </p:nvSpPr>
        <p:spPr>
          <a:xfrm>
            <a:off x="901440" y="1482840"/>
            <a:ext cx="7590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지원자</a:t>
            </a:r>
            <a:endParaRPr b="0" sz="1200" u="none" strike="noStrike">
              <a:solidFill>
                <a:srgbClr val="000000"/>
              </a:solidFill>
              <a:latin typeface="Malgun Gothic"/>
              <a:ea typeface="Malgun Gothic"/>
              <a:cs typeface="Malgun Gothic"/>
              <a:sym typeface="Malgun Gothic"/>
            </a:endParaRPr>
          </a:p>
        </p:txBody>
      </p:sp>
      <p:sp>
        <p:nvSpPr>
          <p:cNvPr id="836" name="Google Shape;836;p40"/>
          <p:cNvSpPr/>
          <p:nvPr/>
        </p:nvSpPr>
        <p:spPr>
          <a:xfrm>
            <a:off x="1661400" y="1482840"/>
            <a:ext cx="8232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홍길동</a:t>
            </a:r>
            <a:endParaRPr b="0" sz="1200" u="none" strike="noStrike">
              <a:solidFill>
                <a:srgbClr val="000000"/>
              </a:solidFill>
              <a:latin typeface="Malgun Gothic"/>
              <a:ea typeface="Malgun Gothic"/>
              <a:cs typeface="Malgun Gothic"/>
              <a:sym typeface="Malgun Gothic"/>
            </a:endParaRPr>
          </a:p>
        </p:txBody>
      </p:sp>
      <p:sp>
        <p:nvSpPr>
          <p:cNvPr id="837" name="Google Shape;837;p40"/>
          <p:cNvSpPr/>
          <p:nvPr/>
        </p:nvSpPr>
        <p:spPr>
          <a:xfrm>
            <a:off x="5358960" y="1080000"/>
            <a:ext cx="23796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2026-02-06</a:t>
            </a:r>
            <a:endParaRPr b="0" sz="1200" u="none" strike="noStrike">
              <a:solidFill>
                <a:srgbClr val="000000"/>
              </a:solidFill>
              <a:latin typeface="Malgun Gothic"/>
              <a:ea typeface="Malgun Gothic"/>
              <a:cs typeface="Malgun Gothic"/>
              <a:sym typeface="Malgun Gothic"/>
            </a:endParaRPr>
          </a:p>
        </p:txBody>
      </p:sp>
      <p:sp>
        <p:nvSpPr>
          <p:cNvPr id="838" name="Google Shape;838;p40"/>
          <p:cNvSpPr/>
          <p:nvPr/>
        </p:nvSpPr>
        <p:spPr>
          <a:xfrm>
            <a:off x="4464000" y="1482840"/>
            <a:ext cx="8949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우선순위</a:t>
            </a:r>
            <a:endParaRPr b="0" sz="1200" u="none" strike="noStrike">
              <a:solidFill>
                <a:srgbClr val="000000"/>
              </a:solidFill>
              <a:latin typeface="Malgun Gothic"/>
              <a:ea typeface="Malgun Gothic"/>
              <a:cs typeface="Malgun Gothic"/>
              <a:sym typeface="Malgun Gothic"/>
            </a:endParaRPr>
          </a:p>
        </p:txBody>
      </p:sp>
      <p:sp>
        <p:nvSpPr>
          <p:cNvPr id="839" name="Google Shape;839;p40"/>
          <p:cNvSpPr/>
          <p:nvPr/>
        </p:nvSpPr>
        <p:spPr>
          <a:xfrm>
            <a:off x="5358960" y="1478160"/>
            <a:ext cx="23796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a:t>
            </a:r>
            <a:endParaRPr b="0" sz="1200" u="none" strike="noStrike">
              <a:solidFill>
                <a:srgbClr val="000000"/>
              </a:solidFill>
              <a:latin typeface="Malgun Gothic"/>
              <a:ea typeface="Malgun Gothic"/>
              <a:cs typeface="Malgun Gothic"/>
              <a:sym typeface="Malgun Gothic"/>
            </a:endParaRPr>
          </a:p>
        </p:txBody>
      </p:sp>
      <p:sp>
        <p:nvSpPr>
          <p:cNvPr id="840" name="Google Shape;840;p40"/>
          <p:cNvSpPr/>
          <p:nvPr/>
        </p:nvSpPr>
        <p:spPr>
          <a:xfrm>
            <a:off x="4464000" y="1085040"/>
            <a:ext cx="8949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작성일시</a:t>
            </a:r>
            <a:endParaRPr b="0" sz="1200" u="none" strike="noStrike">
              <a:solidFill>
                <a:srgbClr val="000000"/>
              </a:solidFill>
              <a:latin typeface="Malgun Gothic"/>
              <a:ea typeface="Malgun Gothic"/>
              <a:cs typeface="Malgun Gothic"/>
              <a:sym typeface="Malgun Gothic"/>
            </a:endParaRPr>
          </a:p>
        </p:txBody>
      </p:sp>
      <p:sp>
        <p:nvSpPr>
          <p:cNvPr id="841" name="Google Shape;841;p40"/>
          <p:cNvSpPr/>
          <p:nvPr/>
        </p:nvSpPr>
        <p:spPr>
          <a:xfrm>
            <a:off x="2485080" y="1085040"/>
            <a:ext cx="8376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장애유형</a:t>
            </a:r>
            <a:endParaRPr b="0" sz="1200" u="none" strike="noStrike">
              <a:solidFill>
                <a:srgbClr val="000000"/>
              </a:solidFill>
              <a:latin typeface="Malgun Gothic"/>
              <a:ea typeface="Malgun Gothic"/>
              <a:cs typeface="Malgun Gothic"/>
              <a:sym typeface="Malgun Gothic"/>
            </a:endParaRPr>
          </a:p>
        </p:txBody>
      </p:sp>
      <p:sp>
        <p:nvSpPr>
          <p:cNvPr id="842" name="Google Shape;842;p40"/>
          <p:cNvSpPr/>
          <p:nvPr/>
        </p:nvSpPr>
        <p:spPr>
          <a:xfrm>
            <a:off x="2485080" y="1482840"/>
            <a:ext cx="837600" cy="3978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담당자</a:t>
            </a:r>
            <a:endParaRPr b="0" sz="1200" u="none" strike="noStrike">
              <a:solidFill>
                <a:srgbClr val="000000"/>
              </a:solidFill>
              <a:latin typeface="Malgun Gothic"/>
              <a:ea typeface="Malgun Gothic"/>
              <a:cs typeface="Malgun Gothic"/>
              <a:sym typeface="Malgun Gothic"/>
            </a:endParaRPr>
          </a:p>
        </p:txBody>
      </p:sp>
      <p:sp>
        <p:nvSpPr>
          <p:cNvPr id="843" name="Google Shape;843;p40"/>
          <p:cNvSpPr/>
          <p:nvPr/>
        </p:nvSpPr>
        <p:spPr>
          <a:xfrm>
            <a:off x="3323520" y="1482840"/>
            <a:ext cx="11400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이길동</a:t>
            </a:r>
            <a:endParaRPr b="0" sz="1200" u="none" strike="noStrike">
              <a:solidFill>
                <a:srgbClr val="000000"/>
              </a:solidFill>
              <a:latin typeface="Malgun Gothic"/>
              <a:ea typeface="Malgun Gothic"/>
              <a:cs typeface="Malgun Gothic"/>
              <a:sym typeface="Malgun Gothic"/>
            </a:endParaRPr>
          </a:p>
        </p:txBody>
      </p:sp>
      <p:sp>
        <p:nvSpPr>
          <p:cNvPr id="844" name="Google Shape;844;p40"/>
          <p:cNvSpPr/>
          <p:nvPr/>
        </p:nvSpPr>
        <p:spPr>
          <a:xfrm>
            <a:off x="3323520" y="1085040"/>
            <a:ext cx="1140000" cy="397800"/>
          </a:xfrm>
          <a:prstGeom prst="rect">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ko-KR" sz="1200" u="none" strike="noStrike">
                <a:solidFill>
                  <a:srgbClr val="000000"/>
                </a:solidFill>
                <a:latin typeface="Malgun Gothic"/>
                <a:ea typeface="Malgun Gothic"/>
                <a:cs typeface="Malgun Gothic"/>
                <a:sym typeface="Malgun Gothic"/>
              </a:rPr>
              <a:t>장애유형</a:t>
            </a:r>
            <a:endParaRPr b="0" sz="1200" u="none" strike="noStrike">
              <a:solidFill>
                <a:srgbClr val="000000"/>
              </a:solidFill>
              <a:latin typeface="Malgun Gothic"/>
              <a:ea typeface="Malgun Gothic"/>
              <a:cs typeface="Malgun Gothic"/>
              <a:sym typeface="Malgun Gothic"/>
            </a:endParaRPr>
          </a:p>
        </p:txBody>
      </p:sp>
      <p:sp>
        <p:nvSpPr>
          <p:cNvPr id="845" name="Google Shape;845;p40"/>
          <p:cNvSpPr/>
          <p:nvPr/>
        </p:nvSpPr>
        <p:spPr>
          <a:xfrm>
            <a:off x="1440000" y="1980000"/>
            <a:ext cx="6119700" cy="1372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spcBef>
                <a:spcPts val="0"/>
              </a:spcBef>
              <a:spcAft>
                <a:spcPts val="0"/>
              </a:spcAft>
              <a:buNone/>
            </a:pPr>
            <a:r>
              <a:rPr b="0" lang="ko-KR" sz="1800" u="none" strike="noStrike">
                <a:solidFill>
                  <a:srgbClr val="000000"/>
                </a:solidFill>
                <a:latin typeface="Malgun Gothic"/>
                <a:ea typeface="Malgun Gothic"/>
                <a:cs typeface="Malgun Gothic"/>
                <a:sym typeface="Malgun Gothic"/>
              </a:rPr>
              <a:t>기관관리자가 작성한 </a:t>
            </a:r>
            <a:r>
              <a:rPr lang="ko-KR" sz="1800">
                <a:latin typeface="Malgun Gothic"/>
                <a:ea typeface="Malgun Gothic"/>
                <a:cs typeface="Malgun Gothic"/>
                <a:sym typeface="Malgun Gothic"/>
              </a:rPr>
              <a:t>보완</a:t>
            </a:r>
            <a:r>
              <a:rPr b="0" lang="ko-KR" sz="1800" u="none" strike="noStrike">
                <a:solidFill>
                  <a:srgbClr val="000000"/>
                </a:solidFill>
                <a:latin typeface="Malgun Gothic"/>
                <a:ea typeface="Malgun Gothic"/>
                <a:cs typeface="Malgun Gothic"/>
                <a:sym typeface="Malgun Gothic"/>
              </a:rPr>
              <a:t> 사유가 표시됩니다.</a:t>
            </a:r>
            <a:endParaRPr b="0" sz="1800" u="none" strike="noStrike">
              <a:solidFill>
                <a:srgbClr val="000000"/>
              </a:solidFill>
              <a:latin typeface="Malgun Gothic"/>
              <a:ea typeface="Malgun Gothic"/>
              <a:cs typeface="Malgun Gothic"/>
              <a:sym typeface="Malgun Gothic"/>
            </a:endParaRPr>
          </a:p>
        </p:txBody>
      </p:sp>
      <p:sp>
        <p:nvSpPr>
          <p:cNvPr id="846" name="Google Shape;846;p40"/>
          <p:cNvSpPr/>
          <p:nvPr/>
        </p:nvSpPr>
        <p:spPr>
          <a:xfrm>
            <a:off x="1512000" y="2057040"/>
            <a:ext cx="178500" cy="1365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ko-KR" sz="1000">
                <a:solidFill>
                  <a:schemeClr val="lt1"/>
                </a:solidFill>
                <a:latin typeface="Malgun Gothic"/>
                <a:ea typeface="Malgun Gothic"/>
                <a:cs typeface="Malgun Gothic"/>
                <a:sym typeface="Malgun Gothic"/>
              </a:rPr>
              <a:t>6</a:t>
            </a:r>
            <a:endParaRPr b="0" sz="1000" u="none" strike="noStrike">
              <a:solidFill>
                <a:srgbClr val="FFFFFF"/>
              </a:solidFill>
              <a:latin typeface="Malgun Gothic"/>
              <a:ea typeface="Malgun Gothic"/>
              <a:cs typeface="Malgun Gothic"/>
              <a:sym typeface="Malgun Gothic"/>
            </a:endParaRPr>
          </a:p>
        </p:txBody>
      </p:sp>
      <p:sp>
        <p:nvSpPr>
          <p:cNvPr id="847" name="Google Shape;847;p40"/>
          <p:cNvSpPr/>
          <p:nvPr/>
        </p:nvSpPr>
        <p:spPr>
          <a:xfrm>
            <a:off x="794025" y="1034984"/>
            <a:ext cx="178500" cy="136500"/>
          </a:xfrm>
          <a:prstGeom prst="rect">
            <a:avLst/>
          </a:prstGeom>
          <a:solidFill>
            <a:srgbClr val="C55A1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ko-KR" sz="1000">
                <a:solidFill>
                  <a:schemeClr val="lt1"/>
                </a:solidFill>
                <a:latin typeface="Malgun Gothic"/>
                <a:ea typeface="Malgun Gothic"/>
                <a:cs typeface="Malgun Gothic"/>
                <a:sym typeface="Malgun Gothic"/>
              </a:rPr>
              <a:t>1</a:t>
            </a:r>
            <a:endParaRPr b="0" sz="1000" u="none" strike="noStrike">
              <a:solidFill>
                <a:srgbClr val="FFFFFF"/>
              </a:solidFill>
              <a:latin typeface="Malgun Gothic"/>
              <a:ea typeface="Malgun Gothic"/>
              <a:cs typeface="Malgun Gothic"/>
              <a:sym typeface="Malgun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graphicFrame>
        <p:nvGraphicFramePr>
          <p:cNvPr id="853" name="Google Shape;853;p41"/>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view-028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승인요청목록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res-10</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관리자가 승인요청목록을 조회하는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기관 관리자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관리자 승인 요청 목록(순위, 상태, 요청일시, 지원자명, 보호자명, 요청자명, 지원계획, 상담내역, 지원결과)을 조회한다. 각 행을 클릭하면 지원신청을 조회할 수 있다.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상담내역을 조회하는 페이지로 이동한다.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해당 지원계획을 조회하는 페이지로 이동한다.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지원계획의 결과를 조회하는 페이지로 이동한다.</a:t>
                      </a:r>
                      <a:endParaRPr b="1"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지원계획의 페이징을 출력한다.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순위의 이모지가 나타내는 설명을 출력한다.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지원결과는 1건이상의 지원결과가 작성된 경우에만 버튼이 활성화되며, 비활성화된다.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읽지않은 내용 혹은 확인하지 않은 내용이 추가된 경우 버튼의 색상이 변한다.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읽지않은 내용 혹은 확인하지 않은 내용이 추가된 지원의 버튼을 눌렀을 때, 읽지않은 내용을 순서대로 제일 위에서부터 출력한다.</a:t>
                      </a:r>
                      <a:endParaRPr sz="1000">
                        <a:solidFill>
                          <a:srgbClr val="2F5496"/>
                        </a:solidFill>
                      </a:endParaRPr>
                    </a:p>
                    <a:p>
                      <a:pPr indent="0" lvl="0" marL="0" marR="0" rtl="0" algn="l">
                        <a:spcBef>
                          <a:spcPts val="0"/>
                        </a:spcBef>
                        <a:spcAft>
                          <a:spcPts val="0"/>
                        </a:spcAft>
                        <a:buNone/>
                      </a:pPr>
                      <a:r>
                        <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854" name="Google Shape;854;p41"/>
          <p:cNvSpPr/>
          <p:nvPr/>
        </p:nvSpPr>
        <p:spPr>
          <a:xfrm>
            <a:off x="179425" y="877175"/>
            <a:ext cx="8413200" cy="5652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graphicFrame>
        <p:nvGraphicFramePr>
          <p:cNvPr id="855" name="Google Shape;855;p41"/>
          <p:cNvGraphicFramePr/>
          <p:nvPr/>
        </p:nvGraphicFramePr>
        <p:xfrm>
          <a:off x="360913" y="1079638"/>
          <a:ext cx="3000000" cy="3000000"/>
        </p:xfrm>
        <a:graphic>
          <a:graphicData uri="http://schemas.openxmlformats.org/drawingml/2006/table">
            <a:tbl>
              <a:tblPr>
                <a:noFill/>
                <a:tableStyleId>{DABC0C2F-476B-403E-9239-0B67E1F473CF}</a:tableStyleId>
              </a:tblPr>
              <a:tblGrid>
                <a:gridCol w="529750"/>
                <a:gridCol w="536750"/>
                <a:gridCol w="1373325"/>
                <a:gridCol w="1035800"/>
                <a:gridCol w="926150"/>
                <a:gridCol w="833950"/>
                <a:gridCol w="761100"/>
                <a:gridCol w="761100"/>
                <a:gridCol w="761100"/>
              </a:tblGrid>
              <a:tr h="381000">
                <a:tc>
                  <a:txBody>
                    <a:bodyPr/>
                    <a:lstStyle/>
                    <a:p>
                      <a:pPr indent="0" lvl="0" marL="0" rtl="0" algn="ctr">
                        <a:spcBef>
                          <a:spcPts val="0"/>
                        </a:spcBef>
                        <a:spcAft>
                          <a:spcPts val="0"/>
                        </a:spcAft>
                        <a:buNone/>
                      </a:pPr>
                      <a:r>
                        <a:rPr b="1" lang="ko-KR" sz="1200">
                          <a:solidFill>
                            <a:schemeClr val="lt1"/>
                          </a:solidFill>
                        </a:rPr>
                        <a:t>순위</a:t>
                      </a:r>
                      <a:endParaRPr b="1" sz="1200">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b="1" lang="ko-KR" sz="1200">
                          <a:solidFill>
                            <a:schemeClr val="lt1"/>
                          </a:solidFill>
                        </a:rPr>
                        <a:t>상태</a:t>
                      </a:r>
                      <a:endParaRPr b="1" sz="1200">
                        <a:solidFill>
                          <a:schemeClr val="lt1"/>
                        </a:solidFill>
                      </a:endParaRPr>
                    </a:p>
                  </a:txBody>
                  <a:tcPr marT="91425" marB="91425" marR="91425" marL="91425" anchor="ctr">
                    <a:lnR cap="flat" cmpd="sng" w="9525">
                      <a:solidFill>
                        <a:srgbClr val="9E9E9E"/>
                      </a:solidFill>
                      <a:prstDash val="solid"/>
                      <a:round/>
                      <a:headEnd len="sm" w="sm" type="none"/>
                      <a:tailEnd len="sm" w="sm" type="none"/>
                    </a:lnR>
                    <a:solidFill>
                      <a:schemeClr val="accent5"/>
                    </a:solidFill>
                  </a:tcPr>
                </a:tc>
                <a:tc>
                  <a:txBody>
                    <a:bodyPr/>
                    <a:lstStyle/>
                    <a:p>
                      <a:pPr indent="0" lvl="0" marL="0" rtl="0" algn="ctr">
                        <a:spcBef>
                          <a:spcPts val="0"/>
                        </a:spcBef>
                        <a:spcAft>
                          <a:spcPts val="0"/>
                        </a:spcAft>
                        <a:buNone/>
                      </a:pPr>
                      <a:r>
                        <a:rPr b="1" lang="ko-KR" sz="1200">
                          <a:solidFill>
                            <a:schemeClr val="lt1"/>
                          </a:solidFill>
                        </a:rPr>
                        <a:t>요청일시</a:t>
                      </a:r>
                      <a:endParaRPr b="1" sz="1200">
                        <a:solidFill>
                          <a:schemeClr val="lt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ko-KR" sz="1200">
                          <a:solidFill>
                            <a:schemeClr val="lt1"/>
                          </a:solidFill>
                        </a:rPr>
                        <a:t>지원대상자</a:t>
                      </a:r>
                      <a:endParaRPr b="1" sz="1200">
                        <a:solidFill>
                          <a:schemeClr val="lt1"/>
                        </a:solidFill>
                      </a:endParaRPr>
                    </a:p>
                  </a:txBody>
                  <a:tcPr marT="91425" marB="91425" marR="91425" marL="91425" anchor="ctr">
                    <a:lnL cap="flat" cmpd="sng" w="9525">
                      <a:solidFill>
                        <a:srgbClr val="9E9E9E"/>
                      </a:solidFill>
                      <a:prstDash val="solid"/>
                      <a:round/>
                      <a:headEnd len="sm" w="sm" type="none"/>
                      <a:tailEnd len="sm" w="sm" type="none"/>
                    </a:lnL>
                    <a:solidFill>
                      <a:schemeClr val="accent5"/>
                    </a:solidFill>
                  </a:tcPr>
                </a:tc>
                <a:tc>
                  <a:txBody>
                    <a:bodyPr/>
                    <a:lstStyle/>
                    <a:p>
                      <a:pPr indent="0" lvl="0" marL="0" rtl="0" algn="ctr">
                        <a:spcBef>
                          <a:spcPts val="0"/>
                        </a:spcBef>
                        <a:spcAft>
                          <a:spcPts val="0"/>
                        </a:spcAft>
                        <a:buNone/>
                      </a:pPr>
                      <a:r>
                        <a:rPr b="1" lang="ko-KR" sz="1200">
                          <a:solidFill>
                            <a:schemeClr val="lt1"/>
                          </a:solidFill>
                        </a:rPr>
                        <a:t>지원자명</a:t>
                      </a:r>
                      <a:endParaRPr b="1" sz="1200">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b="1" lang="ko-KR" sz="1200">
                          <a:solidFill>
                            <a:schemeClr val="lt1"/>
                          </a:solidFill>
                        </a:rPr>
                        <a:t>담당자명</a:t>
                      </a:r>
                      <a:endParaRPr b="1" sz="1200">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b="1" lang="ko-KR" sz="1200">
                          <a:solidFill>
                            <a:schemeClr val="lt1"/>
                          </a:solidFill>
                        </a:rPr>
                        <a:t>상담내역</a:t>
                      </a:r>
                      <a:endParaRPr b="1" sz="1200">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b="1" lang="ko-KR" sz="1200">
                          <a:solidFill>
                            <a:schemeClr val="lt1"/>
                          </a:solidFill>
                        </a:rPr>
                        <a:t>지원계획</a:t>
                      </a:r>
                      <a:endParaRPr b="1" sz="1200">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b="1" lang="ko-KR" sz="1200">
                          <a:solidFill>
                            <a:schemeClr val="lt1"/>
                          </a:solidFill>
                        </a:rPr>
                        <a:t>지원결과</a:t>
                      </a:r>
                      <a:endParaRPr b="1" sz="1200">
                        <a:solidFill>
                          <a:schemeClr val="lt1"/>
                        </a:solidFill>
                      </a:endParaRPr>
                    </a:p>
                  </a:txBody>
                  <a:tcPr marT="91425" marB="91425" marR="91425" marL="91425" anchor="ctr">
                    <a:solidFill>
                      <a:schemeClr val="accent5"/>
                    </a:solidFill>
                  </a:tcPr>
                </a:tc>
              </a:tr>
              <a:tr h="381000">
                <a:tc>
                  <a:txBody>
                    <a:bodyPr/>
                    <a:lstStyle/>
                    <a:p>
                      <a:pPr indent="0" lvl="0" marL="0" rtl="0" algn="ctr">
                        <a:spcBef>
                          <a:spcPts val="0"/>
                        </a:spcBef>
                        <a:spcAft>
                          <a:spcPts val="0"/>
                        </a:spcAft>
                        <a:buNone/>
                      </a:pPr>
                      <a:r>
                        <a:rPr lang="ko-KR" sz="1000">
                          <a:solidFill>
                            <a:srgbClr val="0A0A0A"/>
                          </a:solidFill>
                        </a:rPr>
                        <a:t>🔴</a:t>
                      </a:r>
                      <a:endParaRPr sz="1000"/>
                    </a:p>
                  </a:txBody>
                  <a:tcPr marT="91425" marB="91425" marR="91425" marL="91425"/>
                </a:tc>
                <a:tc>
                  <a:txBody>
                    <a:bodyPr/>
                    <a:lstStyle/>
                    <a:p>
                      <a:pPr indent="0" lvl="0" marL="0" rtl="0" algn="ctr">
                        <a:spcBef>
                          <a:spcPts val="0"/>
                        </a:spcBef>
                        <a:spcAft>
                          <a:spcPts val="0"/>
                        </a:spcAft>
                        <a:buNone/>
                      </a:pPr>
                      <a:r>
                        <a:rPr lang="ko-KR" sz="1000"/>
                        <a:t>대기</a:t>
                      </a:r>
                      <a:endParaRPr sz="10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ko-KR" sz="1000"/>
                        <a:t>2023-08-11 11:22:33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t>지원자A</a:t>
                      </a:r>
                      <a:endParaRPr sz="1000"/>
                    </a:p>
                  </a:txBody>
                  <a:tcPr marT="91425" marB="91425" marR="91425" marL="91425" anchor="ctr">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t>보호자A</a:t>
                      </a:r>
                      <a:endParaRPr sz="1000"/>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t>요청자A</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r>
              <a:tr h="381000">
                <a:tc>
                  <a:txBody>
                    <a:bodyPr/>
                    <a:lstStyle/>
                    <a:p>
                      <a:pPr indent="0" lvl="0" marL="0" rtl="0" algn="ctr">
                        <a:spcBef>
                          <a:spcPts val="0"/>
                        </a:spcBef>
                        <a:spcAft>
                          <a:spcPts val="0"/>
                        </a:spcAft>
                        <a:buNone/>
                      </a:pPr>
                      <a:r>
                        <a:rPr lang="ko-KR" sz="1000">
                          <a:solidFill>
                            <a:srgbClr val="0A0A0A"/>
                          </a:solidFill>
                        </a:rPr>
                        <a:t>🔴</a:t>
                      </a:r>
                      <a:endParaRPr sz="1000"/>
                    </a:p>
                  </a:txBody>
                  <a:tcPr marT="91425" marB="91425" marR="91425" marL="91425"/>
                </a:tc>
                <a:tc>
                  <a:txBody>
                    <a:bodyPr/>
                    <a:lstStyle/>
                    <a:p>
                      <a:pPr indent="0" lvl="0" marL="0" rtl="0" algn="ctr">
                        <a:spcBef>
                          <a:spcPts val="0"/>
                        </a:spcBef>
                        <a:spcAft>
                          <a:spcPts val="0"/>
                        </a:spcAft>
                        <a:buNone/>
                      </a:pPr>
                      <a:r>
                        <a:rPr lang="ko-KR" sz="1000"/>
                        <a:t>처리</a:t>
                      </a:r>
                      <a:endParaRPr sz="10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ko-KR" sz="1000"/>
                        <a:t>2023-08-11 11:22:33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t>지원자B</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보호자B</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t>요청자B</a:t>
                      </a:r>
                      <a:endParaRPr sz="10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a:t>
                      </a:r>
                      <a:endParaRPr sz="1000"/>
                    </a:p>
                  </a:txBody>
                  <a:tcPr marT="91425" marB="91425" marR="91425" marL="91425"/>
                </a:tc>
                <a:tc>
                  <a:txBody>
                    <a:bodyPr/>
                    <a:lstStyle/>
                    <a:p>
                      <a:pPr indent="0" lvl="0" marL="0" rtl="0" algn="ctr">
                        <a:spcBef>
                          <a:spcPts val="0"/>
                        </a:spcBef>
                        <a:spcAft>
                          <a:spcPts val="0"/>
                        </a:spcAft>
                        <a:buNone/>
                      </a:pPr>
                      <a:r>
                        <a:rPr lang="ko-KR" sz="1000"/>
                        <a:t>완료</a:t>
                      </a:r>
                      <a:endParaRPr sz="10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ko-KR" sz="1000"/>
                        <a:t>2023-08-05 08:56:33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지원자C</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보호자C</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solidFill>
                            <a:schemeClr val="dk1"/>
                          </a:solidFill>
                        </a:rPr>
                        <a:t>요청자</a:t>
                      </a:r>
                      <a:r>
                        <a:rPr lang="ko-KR" sz="1000"/>
                        <a:t>C</a:t>
                      </a:r>
                      <a:endParaRPr sz="10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a:t>
                      </a:r>
                      <a:endParaRPr sz="1000"/>
                    </a:p>
                  </a:txBody>
                  <a:tcPr marT="91425" marB="91425" marR="91425" marL="91425"/>
                </a:tc>
                <a:tc>
                  <a:txBody>
                    <a:bodyPr/>
                    <a:lstStyle/>
                    <a:p>
                      <a:pPr indent="0" lvl="0" marL="0" rtl="0" algn="ctr">
                        <a:spcBef>
                          <a:spcPts val="0"/>
                        </a:spcBef>
                        <a:spcAft>
                          <a:spcPts val="0"/>
                        </a:spcAft>
                        <a:buNone/>
                      </a:pPr>
                      <a:r>
                        <a:rPr lang="ko-KR" sz="1000"/>
                        <a:t>대기</a:t>
                      </a:r>
                      <a:endParaRPr sz="10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ko-KR" sz="1000"/>
                        <a:t>2023-08-11 11:22:33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지원자D</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보호자D</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요청자D</a:t>
                      </a:r>
                      <a:endParaRPr sz="10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r>
              <a:tr h="381000">
                <a:tc>
                  <a:txBody>
                    <a:bodyPr/>
                    <a:lstStyle/>
                    <a:p>
                      <a:pPr indent="0" lvl="0" marL="0" rtl="0" algn="ctr">
                        <a:spcBef>
                          <a:spcPts val="0"/>
                        </a:spcBef>
                        <a:spcAft>
                          <a:spcPts val="0"/>
                        </a:spcAft>
                        <a:buNone/>
                      </a:pPr>
                      <a:r>
                        <a:rPr lang="ko-KR" sz="1000">
                          <a:solidFill>
                            <a:srgbClr val="0A0A0A"/>
                          </a:solidFill>
                        </a:rPr>
                        <a:t>🟠</a:t>
                      </a:r>
                      <a:endParaRPr sz="1000"/>
                    </a:p>
                  </a:txBody>
                  <a:tcPr marT="91425" marB="91425" marR="91425" marL="91425"/>
                </a:tc>
                <a:tc>
                  <a:txBody>
                    <a:bodyPr/>
                    <a:lstStyle/>
                    <a:p>
                      <a:pPr indent="0" lvl="0" marL="0" rtl="0" algn="ctr">
                        <a:spcBef>
                          <a:spcPts val="0"/>
                        </a:spcBef>
                        <a:spcAft>
                          <a:spcPts val="0"/>
                        </a:spcAft>
                        <a:buNone/>
                      </a:pPr>
                      <a:r>
                        <a:rPr lang="ko-KR" sz="1000"/>
                        <a:t>처리</a:t>
                      </a:r>
                      <a:endParaRPr sz="10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ko-KR" sz="1000"/>
                        <a:t>2023-08-05 08:56:33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지원자E</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보호자E</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요청자E</a:t>
                      </a:r>
                      <a:endParaRPr sz="10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r>
              <a:tr h="381000">
                <a:tc>
                  <a:txBody>
                    <a:bodyPr/>
                    <a:lstStyle/>
                    <a:p>
                      <a:pPr indent="0" lvl="0" marL="0" rtl="0" algn="ctr">
                        <a:spcBef>
                          <a:spcPts val="0"/>
                        </a:spcBef>
                        <a:spcAft>
                          <a:spcPts val="0"/>
                        </a:spcAft>
                        <a:buNone/>
                      </a:pPr>
                      <a:r>
                        <a:rPr lang="ko-KR" sz="1000">
                          <a:solidFill>
                            <a:srgbClr val="0A0A0A"/>
                          </a:solidFill>
                        </a:rPr>
                        <a:t>🟠</a:t>
                      </a:r>
                      <a:endParaRPr sz="1000"/>
                    </a:p>
                  </a:txBody>
                  <a:tcPr marT="91425" marB="91425" marR="91425" marL="91425"/>
                </a:tc>
                <a:tc>
                  <a:txBody>
                    <a:bodyPr/>
                    <a:lstStyle/>
                    <a:p>
                      <a:pPr indent="0" lvl="0" marL="0" rtl="0" algn="ctr">
                        <a:spcBef>
                          <a:spcPts val="0"/>
                        </a:spcBef>
                        <a:spcAft>
                          <a:spcPts val="0"/>
                        </a:spcAft>
                        <a:buNone/>
                      </a:pPr>
                      <a:r>
                        <a:rPr lang="ko-KR" sz="1000"/>
                        <a:t>완료</a:t>
                      </a:r>
                      <a:endParaRPr sz="10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ko-KR" sz="1000"/>
                        <a:t>2023-08-05 08:56:33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지원자F</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보호자F</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요청자F</a:t>
                      </a:r>
                      <a:endParaRPr sz="10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r>
              <a:tr h="381000">
                <a:tc>
                  <a:txBody>
                    <a:bodyPr/>
                    <a:lstStyle/>
                    <a:p>
                      <a:pPr indent="0" lvl="0" marL="0" rtl="0" algn="ctr">
                        <a:spcBef>
                          <a:spcPts val="0"/>
                        </a:spcBef>
                        <a:spcAft>
                          <a:spcPts val="0"/>
                        </a:spcAft>
                        <a:buNone/>
                      </a:pPr>
                      <a:r>
                        <a:rPr lang="ko-KR" sz="1000">
                          <a:solidFill>
                            <a:srgbClr val="0A0A0A"/>
                          </a:solidFill>
                        </a:rPr>
                        <a:t>🟡</a:t>
                      </a:r>
                      <a:endParaRPr sz="1000"/>
                    </a:p>
                  </a:txBody>
                  <a:tcPr marT="91425" marB="91425" marR="91425" marL="91425"/>
                </a:tc>
                <a:tc>
                  <a:txBody>
                    <a:bodyPr/>
                    <a:lstStyle/>
                    <a:p>
                      <a:pPr indent="0" lvl="0" marL="0" rtl="0" algn="ctr">
                        <a:spcBef>
                          <a:spcPts val="0"/>
                        </a:spcBef>
                        <a:spcAft>
                          <a:spcPts val="0"/>
                        </a:spcAft>
                        <a:buNone/>
                      </a:pPr>
                      <a:r>
                        <a:rPr lang="ko-KR" sz="1000"/>
                        <a:t>대기</a:t>
                      </a:r>
                      <a:endParaRPr sz="1000"/>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t>2023-08-11 11:22:33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지원자G</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보호자G</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요청자G</a:t>
                      </a:r>
                      <a:endParaRPr sz="10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r>
              <a:tr h="381000">
                <a:tc>
                  <a:txBody>
                    <a:bodyPr/>
                    <a:lstStyle/>
                    <a:p>
                      <a:pPr indent="0" lvl="0" marL="0" rtl="0" algn="ctr">
                        <a:spcBef>
                          <a:spcPts val="0"/>
                        </a:spcBef>
                        <a:spcAft>
                          <a:spcPts val="0"/>
                        </a:spcAft>
                        <a:buNone/>
                      </a:pPr>
                      <a:r>
                        <a:rPr lang="ko-KR" sz="1000">
                          <a:solidFill>
                            <a:srgbClr val="0A0A0A"/>
                          </a:solidFill>
                        </a:rPr>
                        <a:t>🟡</a:t>
                      </a:r>
                      <a:endParaRPr sz="10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ko-KR" sz="1000"/>
                        <a:t>처리</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t>2023-08-11 11:22:33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지원자H</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보호자H</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요청자H</a:t>
                      </a:r>
                      <a:endParaRPr sz="10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a:t>
                      </a:r>
                      <a:endParaRPr sz="10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ko-KR" sz="1000"/>
                        <a:t>완료</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t>2023-08-05 08:56:33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지원자I</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보호자I</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요청자I</a:t>
                      </a:r>
                      <a:endParaRPr sz="10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r>
              <a:tr h="381000">
                <a:tc>
                  <a:txBody>
                    <a:bodyPr/>
                    <a:lstStyle/>
                    <a:p>
                      <a:pPr indent="0" lvl="0" marL="0" rtl="0" algn="ctr">
                        <a:spcBef>
                          <a:spcPts val="0"/>
                        </a:spcBef>
                        <a:spcAft>
                          <a:spcPts val="0"/>
                        </a:spcAft>
                        <a:buClr>
                          <a:schemeClr val="dk1"/>
                        </a:buClr>
                        <a:buSzPts val="1100"/>
                        <a:buFont typeface="Arial"/>
                        <a:buNone/>
                      </a:pPr>
                      <a:r>
                        <a:rPr lang="ko-KR" sz="1000">
                          <a:solidFill>
                            <a:srgbClr val="0A0A0A"/>
                          </a:solidFill>
                        </a:rPr>
                        <a:t>🟡</a:t>
                      </a:r>
                      <a:endParaRPr sz="1000">
                        <a:solidFill>
                          <a:srgbClr val="0A0A0A"/>
                        </a:solidFill>
                      </a:endParaRPr>
                    </a:p>
                  </a:txBody>
                  <a:tcPr marT="91425" marB="91425" marR="91425" marL="91425"/>
                </a:tc>
                <a:tc>
                  <a:txBody>
                    <a:bodyPr/>
                    <a:lstStyle/>
                    <a:p>
                      <a:pPr indent="0" lvl="0" marL="0" rtl="0" algn="ctr">
                        <a:spcBef>
                          <a:spcPts val="0"/>
                        </a:spcBef>
                        <a:spcAft>
                          <a:spcPts val="0"/>
                        </a:spcAft>
                        <a:buNone/>
                      </a:pPr>
                      <a:r>
                        <a:rPr lang="ko-KR" sz="1000"/>
                        <a:t>완료</a:t>
                      </a:r>
                      <a:endParaRPr sz="1000"/>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t>2023-08-05 08:56:33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지원자J</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solidFill>
                            <a:schemeClr val="dk1"/>
                          </a:solidFill>
                        </a:rPr>
                        <a:t>보호자</a:t>
                      </a:r>
                      <a:r>
                        <a:rPr lang="ko-KR" sz="1000"/>
                        <a:t>J</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요청자J</a:t>
                      </a:r>
                      <a:endParaRPr sz="1000"/>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c>
                  <a:txBody>
                    <a:bodyPr/>
                    <a:lstStyle/>
                    <a:p>
                      <a:pPr indent="0" lvl="0" marL="0" rtl="0" algn="ctr">
                        <a:spcBef>
                          <a:spcPts val="0"/>
                        </a:spcBef>
                        <a:spcAft>
                          <a:spcPts val="0"/>
                        </a:spcAft>
                        <a:buNone/>
                      </a:pPr>
                      <a:r>
                        <a:t/>
                      </a:r>
                      <a:endParaRPr sz="1000"/>
                    </a:p>
                  </a:txBody>
                  <a:tcPr marT="91425" marB="91425" marR="91425" marL="91425"/>
                </a:tc>
              </a:tr>
              <a:tr h="381000">
                <a:tc>
                  <a:txBody>
                    <a:bodyPr/>
                    <a:lstStyle/>
                    <a:p>
                      <a:pPr indent="0" lvl="0" marL="0" rtl="0" algn="ctr">
                        <a:spcBef>
                          <a:spcPts val="0"/>
                        </a:spcBef>
                        <a:spcAft>
                          <a:spcPts val="0"/>
                        </a:spcAft>
                        <a:buNone/>
                      </a:pPr>
                      <a:r>
                        <a:rPr lang="ko-KR" sz="1000">
                          <a:solidFill>
                            <a:srgbClr val="0A0A0A"/>
                          </a:solidFill>
                        </a:rPr>
                        <a:t>🟢</a:t>
                      </a:r>
                      <a:endParaRPr sz="1000">
                        <a:solidFill>
                          <a:srgbClr val="0A0A0A"/>
                        </a:solidFill>
                      </a:endParaRPr>
                    </a:p>
                  </a:txBody>
                  <a:tcPr marT="91425" marB="91425" marR="91425" marL="91425" anchor="ctr"/>
                </a:tc>
                <a:tc>
                  <a:txBody>
                    <a:bodyPr/>
                    <a:lstStyle/>
                    <a:p>
                      <a:pPr indent="0" lvl="0" marL="0" rtl="0" algn="ctr">
                        <a:spcBef>
                          <a:spcPts val="0"/>
                        </a:spcBef>
                        <a:spcAft>
                          <a:spcPts val="0"/>
                        </a:spcAft>
                        <a:buNone/>
                      </a:pPr>
                      <a:r>
                        <a:rPr lang="ko-KR" sz="1000"/>
                        <a:t>대기</a:t>
                      </a:r>
                      <a:endParaRPr sz="1000"/>
                    </a:p>
                  </a:txBody>
                  <a:tcPr marT="91425" marB="91425" marR="91425" marL="91425" anchor="ctr">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ko-KR" sz="1000"/>
                        <a:t>2023-08-11 13:55:55</a:t>
                      </a:r>
                      <a:endParaRPr sz="1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solidFill>
                            <a:schemeClr val="dk1"/>
                          </a:solidFill>
                        </a:rPr>
                        <a:t>지원자K</a:t>
                      </a:r>
                      <a:endParaRPr sz="10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sz="1000">
                          <a:solidFill>
                            <a:schemeClr val="dk1"/>
                          </a:solidFill>
                        </a:rPr>
                        <a:t>보호자K</a:t>
                      </a:r>
                      <a:endParaRPr sz="10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000">
                        <a:solidFill>
                          <a:schemeClr val="dk1"/>
                        </a:solidFill>
                      </a:endParaRPr>
                    </a:p>
                  </a:txBody>
                  <a:tcPr marT="91425" marB="91425" marR="91425" marL="91425" anchor="ctr">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c>
                  <a:txBody>
                    <a:bodyPr/>
                    <a:lstStyle/>
                    <a:p>
                      <a:pPr indent="0" lvl="0" marL="0" rtl="0" algn="ctr">
                        <a:spcBef>
                          <a:spcPts val="0"/>
                        </a:spcBef>
                        <a:spcAft>
                          <a:spcPts val="0"/>
                        </a:spcAft>
                        <a:buNone/>
                      </a:pPr>
                      <a:r>
                        <a:t/>
                      </a:r>
                      <a:endParaRPr sz="1000"/>
                    </a:p>
                  </a:txBody>
                  <a:tcPr marT="91425" marB="91425" marR="91425" marL="91425" anchor="ctr"/>
                </a:tc>
              </a:tr>
            </a:tbl>
          </a:graphicData>
        </a:graphic>
      </p:graphicFrame>
      <p:sp>
        <p:nvSpPr>
          <p:cNvPr id="856" name="Google Shape;856;p41"/>
          <p:cNvSpPr/>
          <p:nvPr/>
        </p:nvSpPr>
        <p:spPr>
          <a:xfrm>
            <a:off x="360925" y="6232200"/>
            <a:ext cx="8050200" cy="20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ko-KR" sz="1000">
                <a:solidFill>
                  <a:srgbClr val="0A0A0A"/>
                </a:solidFill>
              </a:rPr>
              <a:t>🟢: 검토 | 🟡 : 계획  |🟠: 중점 | 🔴 : 긴급</a:t>
            </a:r>
            <a:endParaRPr>
              <a:latin typeface="Malgun Gothic"/>
              <a:ea typeface="Malgun Gothic"/>
              <a:cs typeface="Malgun Gothic"/>
              <a:sym typeface="Malgun Gothic"/>
            </a:endParaRPr>
          </a:p>
        </p:txBody>
      </p:sp>
      <p:sp>
        <p:nvSpPr>
          <p:cNvPr id="857" name="Google Shape;857;p41"/>
          <p:cNvSpPr/>
          <p:nvPr/>
        </p:nvSpPr>
        <p:spPr>
          <a:xfrm>
            <a:off x="5725835" y="1556963"/>
            <a:ext cx="481200" cy="2094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dk1"/>
                </a:solidFill>
                <a:latin typeface="Malgun Gothic"/>
                <a:ea typeface="Malgun Gothic"/>
                <a:cs typeface="Malgun Gothic"/>
                <a:sym typeface="Malgun Gothic"/>
              </a:rPr>
              <a:t>보기</a:t>
            </a:r>
            <a:endParaRPr b="1" sz="1000">
              <a:solidFill>
                <a:schemeClr val="dk1"/>
              </a:solidFill>
              <a:latin typeface="Malgun Gothic"/>
              <a:ea typeface="Malgun Gothic"/>
              <a:cs typeface="Malgun Gothic"/>
              <a:sym typeface="Malgun Gothic"/>
            </a:endParaRPr>
          </a:p>
        </p:txBody>
      </p:sp>
      <p:sp>
        <p:nvSpPr>
          <p:cNvPr id="858" name="Google Shape;858;p41"/>
          <p:cNvSpPr/>
          <p:nvPr/>
        </p:nvSpPr>
        <p:spPr>
          <a:xfrm>
            <a:off x="6521710" y="1556963"/>
            <a:ext cx="481200" cy="2094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dk1"/>
                </a:solidFill>
                <a:latin typeface="Malgun Gothic"/>
                <a:ea typeface="Malgun Gothic"/>
                <a:cs typeface="Malgun Gothic"/>
                <a:sym typeface="Malgun Gothic"/>
              </a:rPr>
              <a:t>보기</a:t>
            </a:r>
            <a:endParaRPr b="1" sz="1000">
              <a:solidFill>
                <a:schemeClr val="dk1"/>
              </a:solidFill>
              <a:latin typeface="Malgun Gothic"/>
              <a:ea typeface="Malgun Gothic"/>
              <a:cs typeface="Malgun Gothic"/>
              <a:sym typeface="Malgun Gothic"/>
            </a:endParaRPr>
          </a:p>
        </p:txBody>
      </p:sp>
      <p:sp>
        <p:nvSpPr>
          <p:cNvPr id="859" name="Google Shape;859;p41"/>
          <p:cNvSpPr/>
          <p:nvPr/>
        </p:nvSpPr>
        <p:spPr>
          <a:xfrm>
            <a:off x="5725835" y="192576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60" name="Google Shape;860;p41"/>
          <p:cNvSpPr/>
          <p:nvPr/>
        </p:nvSpPr>
        <p:spPr>
          <a:xfrm>
            <a:off x="6521710" y="1925763"/>
            <a:ext cx="481200" cy="209400"/>
          </a:xfrm>
          <a:prstGeom prst="rect">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dk1"/>
                </a:solidFill>
                <a:latin typeface="Malgun Gothic"/>
                <a:ea typeface="Malgun Gothic"/>
                <a:cs typeface="Malgun Gothic"/>
                <a:sym typeface="Malgun Gothic"/>
              </a:rPr>
              <a:t>보기</a:t>
            </a:r>
            <a:endParaRPr b="1" sz="1000">
              <a:solidFill>
                <a:schemeClr val="dk1"/>
              </a:solidFill>
              <a:latin typeface="Malgun Gothic"/>
              <a:ea typeface="Malgun Gothic"/>
              <a:cs typeface="Malgun Gothic"/>
              <a:sym typeface="Malgun Gothic"/>
            </a:endParaRPr>
          </a:p>
        </p:txBody>
      </p:sp>
      <p:sp>
        <p:nvSpPr>
          <p:cNvPr id="861" name="Google Shape;861;p41"/>
          <p:cNvSpPr/>
          <p:nvPr/>
        </p:nvSpPr>
        <p:spPr>
          <a:xfrm>
            <a:off x="5725835" y="2314510"/>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62" name="Google Shape;862;p41"/>
          <p:cNvSpPr/>
          <p:nvPr/>
        </p:nvSpPr>
        <p:spPr>
          <a:xfrm>
            <a:off x="6521710" y="2314501"/>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63" name="Google Shape;863;p41"/>
          <p:cNvSpPr/>
          <p:nvPr/>
        </p:nvSpPr>
        <p:spPr>
          <a:xfrm>
            <a:off x="5725835" y="2693267"/>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64" name="Google Shape;864;p41"/>
          <p:cNvSpPr/>
          <p:nvPr/>
        </p:nvSpPr>
        <p:spPr>
          <a:xfrm>
            <a:off x="6521710" y="269328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65" name="Google Shape;865;p41"/>
          <p:cNvSpPr/>
          <p:nvPr/>
        </p:nvSpPr>
        <p:spPr>
          <a:xfrm>
            <a:off x="5725835" y="3080406"/>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66" name="Google Shape;866;p41"/>
          <p:cNvSpPr/>
          <p:nvPr/>
        </p:nvSpPr>
        <p:spPr>
          <a:xfrm>
            <a:off x="6521710" y="3075410"/>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67" name="Google Shape;867;p41"/>
          <p:cNvSpPr/>
          <p:nvPr/>
        </p:nvSpPr>
        <p:spPr>
          <a:xfrm>
            <a:off x="5725835" y="345586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68" name="Google Shape;868;p41"/>
          <p:cNvSpPr/>
          <p:nvPr/>
        </p:nvSpPr>
        <p:spPr>
          <a:xfrm>
            <a:off x="6521703" y="3460018"/>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69" name="Google Shape;869;p41"/>
          <p:cNvSpPr/>
          <p:nvPr/>
        </p:nvSpPr>
        <p:spPr>
          <a:xfrm>
            <a:off x="5725835" y="3844599"/>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70" name="Google Shape;870;p41"/>
          <p:cNvSpPr/>
          <p:nvPr/>
        </p:nvSpPr>
        <p:spPr>
          <a:xfrm>
            <a:off x="6521710" y="3844607"/>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71" name="Google Shape;871;p41"/>
          <p:cNvSpPr/>
          <p:nvPr/>
        </p:nvSpPr>
        <p:spPr>
          <a:xfrm>
            <a:off x="5725835" y="4202632"/>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72" name="Google Shape;872;p41"/>
          <p:cNvSpPr/>
          <p:nvPr/>
        </p:nvSpPr>
        <p:spPr>
          <a:xfrm>
            <a:off x="6521710" y="4202616"/>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73" name="Google Shape;873;p41"/>
          <p:cNvSpPr/>
          <p:nvPr/>
        </p:nvSpPr>
        <p:spPr>
          <a:xfrm>
            <a:off x="5725835" y="4599668"/>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74" name="Google Shape;874;p41"/>
          <p:cNvSpPr/>
          <p:nvPr/>
        </p:nvSpPr>
        <p:spPr>
          <a:xfrm>
            <a:off x="6521710" y="4599648"/>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75" name="Google Shape;875;p41"/>
          <p:cNvSpPr/>
          <p:nvPr/>
        </p:nvSpPr>
        <p:spPr>
          <a:xfrm>
            <a:off x="5725835" y="498219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76" name="Google Shape;876;p41"/>
          <p:cNvSpPr/>
          <p:nvPr/>
        </p:nvSpPr>
        <p:spPr>
          <a:xfrm>
            <a:off x="6521710" y="498217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77" name="Google Shape;877;p41"/>
          <p:cNvSpPr/>
          <p:nvPr/>
        </p:nvSpPr>
        <p:spPr>
          <a:xfrm>
            <a:off x="7269285" y="2309514"/>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78" name="Google Shape;878;p41"/>
          <p:cNvSpPr/>
          <p:nvPr/>
        </p:nvSpPr>
        <p:spPr>
          <a:xfrm>
            <a:off x="7269285" y="3080414"/>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79" name="Google Shape;879;p41"/>
          <p:cNvSpPr/>
          <p:nvPr/>
        </p:nvSpPr>
        <p:spPr>
          <a:xfrm>
            <a:off x="7269288" y="4599663"/>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sp>
        <p:nvSpPr>
          <p:cNvPr id="880" name="Google Shape;880;p41"/>
          <p:cNvSpPr/>
          <p:nvPr/>
        </p:nvSpPr>
        <p:spPr>
          <a:xfrm>
            <a:off x="7269288" y="4982188"/>
            <a:ext cx="481200" cy="209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보기</a:t>
            </a:r>
            <a:endParaRPr b="1" sz="1000">
              <a:solidFill>
                <a:schemeClr val="lt1"/>
              </a:solidFill>
              <a:latin typeface="Malgun Gothic"/>
              <a:ea typeface="Malgun Gothic"/>
              <a:cs typeface="Malgun Gothic"/>
              <a:sym typeface="Malgun Gothic"/>
            </a:endParaRPr>
          </a:p>
        </p:txBody>
      </p:sp>
      <p:graphicFrame>
        <p:nvGraphicFramePr>
          <p:cNvPr id="881" name="Google Shape;881;p41"/>
          <p:cNvGraphicFramePr/>
          <p:nvPr/>
        </p:nvGraphicFramePr>
        <p:xfrm>
          <a:off x="360900" y="5744713"/>
          <a:ext cx="3000000" cy="3000000"/>
        </p:xfrm>
        <a:graphic>
          <a:graphicData uri="http://schemas.openxmlformats.org/drawingml/2006/table">
            <a:tbl>
              <a:tblPr>
                <a:noFill/>
                <a:tableStyleId>{DABC0C2F-476B-403E-9239-0B67E1F473CF}</a:tableStyleId>
              </a:tblPr>
              <a:tblGrid>
                <a:gridCol w="1074150"/>
                <a:gridCol w="1074150"/>
                <a:gridCol w="1074150"/>
                <a:gridCol w="1074150"/>
                <a:gridCol w="1074150"/>
                <a:gridCol w="1074150"/>
                <a:gridCol w="1074150"/>
              </a:tblGrid>
              <a:tr h="335075">
                <a:tc>
                  <a:txBody>
                    <a:bodyPr/>
                    <a:lstStyle/>
                    <a:p>
                      <a:pPr indent="0" lvl="0" marL="0" rtl="0" algn="ctr">
                        <a:spcBef>
                          <a:spcPts val="0"/>
                        </a:spcBef>
                        <a:spcAft>
                          <a:spcPts val="0"/>
                        </a:spcAft>
                        <a:buNone/>
                      </a:pPr>
                      <a:r>
                        <a:rPr lang="ko-KR" sz="1700">
                          <a:solidFill>
                            <a:schemeClr val="lt2"/>
                          </a:solidFill>
                        </a:rPr>
                        <a:t>&lt;&lt;</a:t>
                      </a:r>
                      <a:endParaRPr sz="1700">
                        <a:solidFill>
                          <a:schemeClr val="lt2"/>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solidFill>
                            <a:srgbClr val="0000FF"/>
                          </a:solidFill>
                        </a:rPr>
                        <a:t>1</a:t>
                      </a:r>
                      <a:endParaRPr sz="1700">
                        <a:solidFill>
                          <a:srgbClr val="0000FF"/>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2</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3</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4</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5</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&gt;&gt;</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r>
            </a:tbl>
          </a:graphicData>
        </a:graphic>
      </p:graphicFrame>
      <p:sp>
        <p:nvSpPr>
          <p:cNvPr id="882" name="Google Shape;882;p41"/>
          <p:cNvSpPr/>
          <p:nvPr/>
        </p:nvSpPr>
        <p:spPr>
          <a:xfrm>
            <a:off x="92000" y="7688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883" name="Google Shape;883;p41"/>
          <p:cNvSpPr/>
          <p:nvPr/>
        </p:nvSpPr>
        <p:spPr>
          <a:xfrm>
            <a:off x="5554463" y="1319038"/>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884" name="Google Shape;884;p41"/>
          <p:cNvSpPr/>
          <p:nvPr/>
        </p:nvSpPr>
        <p:spPr>
          <a:xfrm>
            <a:off x="6401738" y="1319038"/>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885" name="Google Shape;885;p41"/>
          <p:cNvSpPr/>
          <p:nvPr/>
        </p:nvSpPr>
        <p:spPr>
          <a:xfrm>
            <a:off x="7118838" y="2135163"/>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sp>
        <p:nvSpPr>
          <p:cNvPr id="886" name="Google Shape;886;p41"/>
          <p:cNvSpPr/>
          <p:nvPr/>
        </p:nvSpPr>
        <p:spPr>
          <a:xfrm>
            <a:off x="290750" y="555222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sp>
        <p:nvSpPr>
          <p:cNvPr id="887" name="Google Shape;887;p41"/>
          <p:cNvSpPr/>
          <p:nvPr/>
        </p:nvSpPr>
        <p:spPr>
          <a:xfrm>
            <a:off x="290750" y="60307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6</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graphicFrame>
        <p:nvGraphicFramePr>
          <p:cNvPr id="893" name="Google Shape;893;p42"/>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view-029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a:t>
                      </a:r>
                      <a:r>
                        <a:rPr lang="ko-KR"/>
                        <a:t>작성</a:t>
                      </a:r>
                      <a:r>
                        <a:rPr lang="ko-KR"/>
                        <a:t>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 계획을 작성 및 수정</a:t>
                      </a:r>
                      <a:r>
                        <a:rPr lang="ko-KR"/>
                        <a:t>하는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담당자, 기관 관리자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담당자가 지원자 조사지와 상담이력을 통해 지원계획을 </a:t>
                      </a:r>
                      <a:r>
                        <a:rPr lang="ko-KR" sz="1000">
                          <a:solidFill>
                            <a:srgbClr val="2F5496"/>
                          </a:solidFill>
                        </a:rPr>
                        <a:t>작성하며 지원자 정보를 상단에 제공한다.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데이터베이스에 입력중인 데이터를 임시저장한다.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목표, 내용, 첨부 창을 포함하여 승인요청 버튼과 취소 버튼을 밑에 추가로 생성한다.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계획 승인 요청 모달창을 출력한다.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계획 취소 모달창을 출력한다.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기관 관리자는 수정을 통해 통해서만 이용이 가능하다.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기관 관리자는 계획추가, 승인요청, 취소 버튼이 출력되지 않으며, 승인 버튼이 활성화된다.</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임시저장 내역은 해당 계획이 승인 혹은 반려되면 삭제된다.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894" name="Google Shape;894;p42"/>
          <p:cNvSpPr/>
          <p:nvPr/>
        </p:nvSpPr>
        <p:spPr>
          <a:xfrm>
            <a:off x="392575" y="1057800"/>
            <a:ext cx="7546500" cy="533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895" name="Google Shape;895;p42"/>
          <p:cNvSpPr/>
          <p:nvPr/>
        </p:nvSpPr>
        <p:spPr>
          <a:xfrm>
            <a:off x="665225" y="1254100"/>
            <a:ext cx="6848400" cy="796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896" name="Google Shape;896;p42"/>
          <p:cNvSpPr/>
          <p:nvPr/>
        </p:nvSpPr>
        <p:spPr>
          <a:xfrm>
            <a:off x="676125" y="1254100"/>
            <a:ext cx="7593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100">
                <a:latin typeface="Malgun Gothic"/>
                <a:ea typeface="Malgun Gothic"/>
                <a:cs typeface="Malgun Gothic"/>
                <a:sym typeface="Malgun Gothic"/>
              </a:rPr>
              <a:t>지원대상</a:t>
            </a:r>
            <a:endParaRPr sz="1100">
              <a:latin typeface="Malgun Gothic"/>
              <a:ea typeface="Malgun Gothic"/>
              <a:cs typeface="Malgun Gothic"/>
              <a:sym typeface="Malgun Gothic"/>
            </a:endParaRPr>
          </a:p>
        </p:txBody>
      </p:sp>
      <p:sp>
        <p:nvSpPr>
          <p:cNvPr id="897" name="Google Shape;897;p42"/>
          <p:cNvSpPr/>
          <p:nvPr/>
        </p:nvSpPr>
        <p:spPr>
          <a:xfrm>
            <a:off x="1435916" y="1254100"/>
            <a:ext cx="8235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신청자</a:t>
            </a:r>
            <a:endParaRPr sz="1200">
              <a:latin typeface="Malgun Gothic"/>
              <a:ea typeface="Malgun Gothic"/>
              <a:cs typeface="Malgun Gothic"/>
              <a:sym typeface="Malgun Gothic"/>
            </a:endParaRPr>
          </a:p>
        </p:txBody>
      </p:sp>
      <p:sp>
        <p:nvSpPr>
          <p:cNvPr id="898" name="Google Shape;898;p42"/>
          <p:cNvSpPr/>
          <p:nvPr/>
        </p:nvSpPr>
        <p:spPr>
          <a:xfrm>
            <a:off x="676125" y="1652200"/>
            <a:ext cx="7593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지원자</a:t>
            </a:r>
            <a:endParaRPr sz="1200">
              <a:latin typeface="Malgun Gothic"/>
              <a:ea typeface="Malgun Gothic"/>
              <a:cs typeface="Malgun Gothic"/>
              <a:sym typeface="Malgun Gothic"/>
            </a:endParaRPr>
          </a:p>
        </p:txBody>
      </p:sp>
      <p:sp>
        <p:nvSpPr>
          <p:cNvPr id="899" name="Google Shape;899;p42"/>
          <p:cNvSpPr/>
          <p:nvPr/>
        </p:nvSpPr>
        <p:spPr>
          <a:xfrm>
            <a:off x="1435916" y="1652200"/>
            <a:ext cx="8235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보호자</a:t>
            </a:r>
            <a:endParaRPr sz="1200">
              <a:latin typeface="Malgun Gothic"/>
              <a:ea typeface="Malgun Gothic"/>
              <a:cs typeface="Malgun Gothic"/>
              <a:sym typeface="Malgun Gothic"/>
            </a:endParaRPr>
          </a:p>
        </p:txBody>
      </p:sp>
      <p:sp>
        <p:nvSpPr>
          <p:cNvPr id="900" name="Google Shape;900;p42"/>
          <p:cNvSpPr/>
          <p:nvPr/>
        </p:nvSpPr>
        <p:spPr>
          <a:xfrm>
            <a:off x="5133525" y="1249100"/>
            <a:ext cx="23799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2023-11-11</a:t>
            </a:r>
            <a:endParaRPr sz="1200">
              <a:latin typeface="Malgun Gothic"/>
              <a:ea typeface="Malgun Gothic"/>
              <a:cs typeface="Malgun Gothic"/>
              <a:sym typeface="Malgun Gothic"/>
            </a:endParaRPr>
          </a:p>
        </p:txBody>
      </p:sp>
      <p:sp>
        <p:nvSpPr>
          <p:cNvPr id="901" name="Google Shape;901;p42"/>
          <p:cNvSpPr/>
          <p:nvPr/>
        </p:nvSpPr>
        <p:spPr>
          <a:xfrm>
            <a:off x="4238375" y="1652200"/>
            <a:ext cx="895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우선순위</a:t>
            </a:r>
            <a:endParaRPr sz="1200">
              <a:latin typeface="Malgun Gothic"/>
              <a:ea typeface="Malgun Gothic"/>
              <a:cs typeface="Malgun Gothic"/>
              <a:sym typeface="Malgun Gothic"/>
            </a:endParaRPr>
          </a:p>
        </p:txBody>
      </p:sp>
      <p:sp>
        <p:nvSpPr>
          <p:cNvPr id="902" name="Google Shape;902;p42"/>
          <p:cNvSpPr/>
          <p:nvPr/>
        </p:nvSpPr>
        <p:spPr>
          <a:xfrm>
            <a:off x="5133525" y="1647200"/>
            <a:ext cx="23799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긴급</a:t>
            </a:r>
            <a:endParaRPr sz="1200">
              <a:latin typeface="Malgun Gothic"/>
              <a:ea typeface="Malgun Gothic"/>
              <a:cs typeface="Malgun Gothic"/>
              <a:sym typeface="Malgun Gothic"/>
            </a:endParaRPr>
          </a:p>
        </p:txBody>
      </p:sp>
      <p:sp>
        <p:nvSpPr>
          <p:cNvPr id="903" name="Google Shape;903;p42"/>
          <p:cNvSpPr/>
          <p:nvPr/>
        </p:nvSpPr>
        <p:spPr>
          <a:xfrm>
            <a:off x="4238375" y="1254100"/>
            <a:ext cx="895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작성일시</a:t>
            </a:r>
            <a:endParaRPr sz="1200">
              <a:latin typeface="Malgun Gothic"/>
              <a:ea typeface="Malgun Gothic"/>
              <a:cs typeface="Malgun Gothic"/>
              <a:sym typeface="Malgun Gothic"/>
            </a:endParaRPr>
          </a:p>
        </p:txBody>
      </p:sp>
      <p:sp>
        <p:nvSpPr>
          <p:cNvPr id="904" name="Google Shape;904;p42"/>
          <p:cNvSpPr/>
          <p:nvPr/>
        </p:nvSpPr>
        <p:spPr>
          <a:xfrm>
            <a:off x="676125" y="2591675"/>
            <a:ext cx="6837600" cy="3078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905" name="Google Shape;905;p42"/>
          <p:cNvSpPr/>
          <p:nvPr/>
        </p:nvSpPr>
        <p:spPr>
          <a:xfrm>
            <a:off x="828800" y="2724325"/>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목표</a:t>
            </a:r>
            <a:endParaRPr sz="1300">
              <a:latin typeface="Malgun Gothic"/>
              <a:ea typeface="Malgun Gothic"/>
              <a:cs typeface="Malgun Gothic"/>
              <a:sym typeface="Malgun Gothic"/>
            </a:endParaRPr>
          </a:p>
        </p:txBody>
      </p:sp>
      <p:sp>
        <p:nvSpPr>
          <p:cNvPr id="906" name="Google Shape;906;p42"/>
          <p:cNvSpPr/>
          <p:nvPr/>
        </p:nvSpPr>
        <p:spPr>
          <a:xfrm>
            <a:off x="828800" y="3196900"/>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내용</a:t>
            </a:r>
            <a:endParaRPr sz="1300">
              <a:latin typeface="Malgun Gothic"/>
              <a:ea typeface="Malgun Gothic"/>
              <a:cs typeface="Malgun Gothic"/>
              <a:sym typeface="Malgun Gothic"/>
            </a:endParaRPr>
          </a:p>
        </p:txBody>
      </p:sp>
      <p:sp>
        <p:nvSpPr>
          <p:cNvPr id="907" name="Google Shape;907;p42"/>
          <p:cNvSpPr/>
          <p:nvPr/>
        </p:nvSpPr>
        <p:spPr>
          <a:xfrm>
            <a:off x="828800" y="5202475"/>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첨부</a:t>
            </a:r>
            <a:endParaRPr sz="1300">
              <a:latin typeface="Malgun Gothic"/>
              <a:ea typeface="Malgun Gothic"/>
              <a:cs typeface="Malgun Gothic"/>
              <a:sym typeface="Malgun Gothic"/>
            </a:endParaRPr>
          </a:p>
        </p:txBody>
      </p:sp>
      <p:sp>
        <p:nvSpPr>
          <p:cNvPr id="908" name="Google Shape;908;p42"/>
          <p:cNvSpPr/>
          <p:nvPr/>
        </p:nvSpPr>
        <p:spPr>
          <a:xfrm>
            <a:off x="1657600" y="2724325"/>
            <a:ext cx="5430900" cy="348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300">
                <a:latin typeface="Malgun Gothic"/>
                <a:ea typeface="Malgun Gothic"/>
                <a:cs typeface="Malgun Gothic"/>
                <a:sym typeface="Malgun Gothic"/>
              </a:rPr>
              <a:t>지원 계획 목표</a:t>
            </a:r>
            <a:endParaRPr sz="1300">
              <a:latin typeface="Malgun Gothic"/>
              <a:ea typeface="Malgun Gothic"/>
              <a:cs typeface="Malgun Gothic"/>
              <a:sym typeface="Malgun Gothic"/>
            </a:endParaRPr>
          </a:p>
        </p:txBody>
      </p:sp>
      <p:sp>
        <p:nvSpPr>
          <p:cNvPr id="909" name="Google Shape;909;p42"/>
          <p:cNvSpPr/>
          <p:nvPr/>
        </p:nvSpPr>
        <p:spPr>
          <a:xfrm>
            <a:off x="1657600" y="3196900"/>
            <a:ext cx="5430900" cy="1503300"/>
          </a:xfrm>
          <a:prstGeom prst="roundRect">
            <a:avLst>
              <a:gd fmla="val 5795" name="adj"/>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ko-KR" sz="1300">
                <a:latin typeface="Malgun Gothic"/>
                <a:ea typeface="Malgun Gothic"/>
                <a:cs typeface="Malgun Gothic"/>
                <a:sym typeface="Malgun Gothic"/>
              </a:rPr>
              <a:t>계획1</a:t>
            </a:r>
            <a:endParaRPr sz="1300">
              <a:latin typeface="Malgun Gothic"/>
              <a:ea typeface="Malgun Gothic"/>
              <a:cs typeface="Malgun Gothic"/>
              <a:sym typeface="Malgun Gothic"/>
            </a:endParaRPr>
          </a:p>
        </p:txBody>
      </p:sp>
      <p:sp>
        <p:nvSpPr>
          <p:cNvPr id="910" name="Google Shape;910;p42"/>
          <p:cNvSpPr/>
          <p:nvPr/>
        </p:nvSpPr>
        <p:spPr>
          <a:xfrm>
            <a:off x="1657600" y="5202475"/>
            <a:ext cx="5430900" cy="348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300">
                <a:latin typeface="Malgun Gothic"/>
                <a:ea typeface="Malgun Gothic"/>
                <a:cs typeface="Malgun Gothic"/>
                <a:sym typeface="Malgun Gothic"/>
              </a:rPr>
              <a:t>첨부파일1.png, 첨부파일2.pdf</a:t>
            </a:r>
            <a:endParaRPr sz="1300">
              <a:latin typeface="Malgun Gothic"/>
              <a:ea typeface="Malgun Gothic"/>
              <a:cs typeface="Malgun Gothic"/>
              <a:sym typeface="Malgun Gothic"/>
            </a:endParaRPr>
          </a:p>
        </p:txBody>
      </p:sp>
      <p:sp>
        <p:nvSpPr>
          <p:cNvPr id="911" name="Google Shape;911;p42"/>
          <p:cNvSpPr/>
          <p:nvPr/>
        </p:nvSpPr>
        <p:spPr>
          <a:xfrm>
            <a:off x="5678225" y="5768675"/>
            <a:ext cx="861000" cy="2718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승인요청</a:t>
            </a:r>
            <a:endParaRPr b="1" sz="1300">
              <a:solidFill>
                <a:schemeClr val="lt1"/>
              </a:solidFill>
              <a:latin typeface="Malgun Gothic"/>
              <a:ea typeface="Malgun Gothic"/>
              <a:cs typeface="Malgun Gothic"/>
              <a:sym typeface="Malgun Gothic"/>
            </a:endParaRPr>
          </a:p>
        </p:txBody>
      </p:sp>
      <p:sp>
        <p:nvSpPr>
          <p:cNvPr id="912" name="Google Shape;912;p42"/>
          <p:cNvSpPr/>
          <p:nvPr/>
        </p:nvSpPr>
        <p:spPr>
          <a:xfrm>
            <a:off x="6652475" y="5768675"/>
            <a:ext cx="861000" cy="2718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취소</a:t>
            </a:r>
            <a:endParaRPr b="1" sz="1300">
              <a:solidFill>
                <a:schemeClr val="lt1"/>
              </a:solidFill>
              <a:latin typeface="Malgun Gothic"/>
              <a:ea typeface="Malgun Gothic"/>
              <a:cs typeface="Malgun Gothic"/>
              <a:sym typeface="Malgun Gothic"/>
            </a:endParaRPr>
          </a:p>
        </p:txBody>
      </p:sp>
      <p:sp>
        <p:nvSpPr>
          <p:cNvPr id="913" name="Google Shape;913;p42"/>
          <p:cNvSpPr/>
          <p:nvPr/>
        </p:nvSpPr>
        <p:spPr>
          <a:xfrm>
            <a:off x="5678225" y="2185088"/>
            <a:ext cx="861000" cy="2718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임시저장</a:t>
            </a:r>
            <a:endParaRPr b="1" sz="1300">
              <a:solidFill>
                <a:schemeClr val="lt1"/>
              </a:solidFill>
              <a:latin typeface="Malgun Gothic"/>
              <a:ea typeface="Malgun Gothic"/>
              <a:cs typeface="Malgun Gothic"/>
              <a:sym typeface="Malgun Gothic"/>
            </a:endParaRPr>
          </a:p>
        </p:txBody>
      </p:sp>
      <p:sp>
        <p:nvSpPr>
          <p:cNvPr id="914" name="Google Shape;914;p42"/>
          <p:cNvSpPr/>
          <p:nvPr/>
        </p:nvSpPr>
        <p:spPr>
          <a:xfrm>
            <a:off x="6652475" y="2185075"/>
            <a:ext cx="861000" cy="2718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계획추가</a:t>
            </a:r>
            <a:endParaRPr b="1" sz="1300">
              <a:solidFill>
                <a:schemeClr val="lt1"/>
              </a:solidFill>
              <a:latin typeface="Malgun Gothic"/>
              <a:ea typeface="Malgun Gothic"/>
              <a:cs typeface="Malgun Gothic"/>
              <a:sym typeface="Malgun Gothic"/>
            </a:endParaRPr>
          </a:p>
        </p:txBody>
      </p:sp>
      <p:sp>
        <p:nvSpPr>
          <p:cNvPr id="915" name="Google Shape;915;p42"/>
          <p:cNvSpPr/>
          <p:nvPr/>
        </p:nvSpPr>
        <p:spPr>
          <a:xfrm>
            <a:off x="2259550" y="1254100"/>
            <a:ext cx="838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200">
                <a:latin typeface="Malgun Gothic"/>
                <a:ea typeface="Malgun Gothic"/>
                <a:cs typeface="Malgun Gothic"/>
                <a:sym typeface="Malgun Gothic"/>
              </a:rPr>
              <a:t>장애유형</a:t>
            </a:r>
            <a:endParaRPr sz="1200">
              <a:latin typeface="Malgun Gothic"/>
              <a:ea typeface="Malgun Gothic"/>
              <a:cs typeface="Malgun Gothic"/>
              <a:sym typeface="Malgun Gothic"/>
            </a:endParaRPr>
          </a:p>
        </p:txBody>
      </p:sp>
      <p:sp>
        <p:nvSpPr>
          <p:cNvPr id="916" name="Google Shape;916;p42"/>
          <p:cNvSpPr/>
          <p:nvPr/>
        </p:nvSpPr>
        <p:spPr>
          <a:xfrm>
            <a:off x="2259550" y="1652200"/>
            <a:ext cx="838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담당자</a:t>
            </a:r>
            <a:endParaRPr sz="1200">
              <a:latin typeface="Malgun Gothic"/>
              <a:ea typeface="Malgun Gothic"/>
              <a:cs typeface="Malgun Gothic"/>
              <a:sym typeface="Malgun Gothic"/>
            </a:endParaRPr>
          </a:p>
        </p:txBody>
      </p:sp>
      <p:sp>
        <p:nvSpPr>
          <p:cNvPr id="917" name="Google Shape;917;p42"/>
          <p:cNvSpPr/>
          <p:nvPr/>
        </p:nvSpPr>
        <p:spPr>
          <a:xfrm>
            <a:off x="3098203" y="1652200"/>
            <a:ext cx="11403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담당자</a:t>
            </a:r>
            <a:endParaRPr sz="1200">
              <a:latin typeface="Malgun Gothic"/>
              <a:ea typeface="Malgun Gothic"/>
              <a:cs typeface="Malgun Gothic"/>
              <a:sym typeface="Malgun Gothic"/>
            </a:endParaRPr>
          </a:p>
        </p:txBody>
      </p:sp>
      <p:sp>
        <p:nvSpPr>
          <p:cNvPr id="918" name="Google Shape;918;p42"/>
          <p:cNvSpPr/>
          <p:nvPr/>
        </p:nvSpPr>
        <p:spPr>
          <a:xfrm>
            <a:off x="3098203" y="1254100"/>
            <a:ext cx="11403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장애유형</a:t>
            </a:r>
            <a:endParaRPr sz="1200">
              <a:latin typeface="Malgun Gothic"/>
              <a:ea typeface="Malgun Gothic"/>
              <a:cs typeface="Malgun Gothic"/>
              <a:sym typeface="Malgun Gothic"/>
            </a:endParaRPr>
          </a:p>
        </p:txBody>
      </p:sp>
      <p:sp>
        <p:nvSpPr>
          <p:cNvPr id="919" name="Google Shape;919;p42"/>
          <p:cNvSpPr/>
          <p:nvPr/>
        </p:nvSpPr>
        <p:spPr>
          <a:xfrm>
            <a:off x="270500" y="9383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920" name="Google Shape;920;p42"/>
          <p:cNvSpPr/>
          <p:nvPr/>
        </p:nvSpPr>
        <p:spPr>
          <a:xfrm>
            <a:off x="5526550" y="2030363"/>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921" name="Google Shape;921;p42"/>
          <p:cNvSpPr/>
          <p:nvPr/>
        </p:nvSpPr>
        <p:spPr>
          <a:xfrm>
            <a:off x="6542827" y="20303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922" name="Google Shape;922;p42"/>
          <p:cNvSpPr/>
          <p:nvPr/>
        </p:nvSpPr>
        <p:spPr>
          <a:xfrm>
            <a:off x="6542825" y="55513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sp>
        <p:nvSpPr>
          <p:cNvPr id="923" name="Google Shape;923;p42"/>
          <p:cNvSpPr/>
          <p:nvPr/>
        </p:nvSpPr>
        <p:spPr>
          <a:xfrm>
            <a:off x="5575952" y="55513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sp>
        <p:nvSpPr>
          <p:cNvPr id="924" name="Google Shape;924;p42"/>
          <p:cNvSpPr txBox="1"/>
          <p:nvPr/>
        </p:nvSpPr>
        <p:spPr>
          <a:xfrm>
            <a:off x="546450" y="1049786"/>
            <a:ext cx="998700" cy="1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1000">
                <a:solidFill>
                  <a:schemeClr val="dk1"/>
                </a:solidFill>
                <a:latin typeface="Malgun Gothic"/>
                <a:ea typeface="Malgun Gothic"/>
                <a:cs typeface="Malgun Gothic"/>
                <a:sym typeface="Malgun Gothic"/>
              </a:rPr>
              <a:t>지원자 정보 |</a:t>
            </a:r>
            <a:endParaRPr sz="1000">
              <a:solidFill>
                <a:schemeClr val="dk1"/>
              </a:solidFill>
              <a:latin typeface="Malgun Gothic"/>
              <a:ea typeface="Malgun Gothic"/>
              <a:cs typeface="Malgun Gothic"/>
              <a:sym typeface="Malgun Gothic"/>
            </a:endParaRPr>
          </a:p>
        </p:txBody>
      </p:sp>
      <p:sp>
        <p:nvSpPr>
          <p:cNvPr id="925" name="Google Shape;925;p42"/>
          <p:cNvSpPr/>
          <p:nvPr/>
        </p:nvSpPr>
        <p:spPr>
          <a:xfrm>
            <a:off x="828800" y="4771700"/>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000">
                <a:latin typeface="Malgun Gothic"/>
                <a:ea typeface="Malgun Gothic"/>
                <a:cs typeface="Malgun Gothic"/>
                <a:sym typeface="Malgun Gothic"/>
              </a:rPr>
              <a:t>지원기간</a:t>
            </a:r>
            <a:endParaRPr sz="1000">
              <a:latin typeface="Malgun Gothic"/>
              <a:ea typeface="Malgun Gothic"/>
              <a:cs typeface="Malgun Gothic"/>
              <a:sym typeface="Malgun Gothic"/>
            </a:endParaRPr>
          </a:p>
        </p:txBody>
      </p:sp>
      <p:sp>
        <p:nvSpPr>
          <p:cNvPr id="926" name="Google Shape;926;p42"/>
          <p:cNvSpPr/>
          <p:nvPr/>
        </p:nvSpPr>
        <p:spPr>
          <a:xfrm>
            <a:off x="1657600" y="4776900"/>
            <a:ext cx="1279800" cy="348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200">
                <a:latin typeface="Malgun Gothic"/>
                <a:ea typeface="Malgun Gothic"/>
                <a:cs typeface="Malgun Gothic"/>
                <a:sym typeface="Malgun Gothic"/>
              </a:rPr>
              <a:t>지원시작일📅</a:t>
            </a:r>
            <a:endParaRPr sz="1200">
              <a:latin typeface="Malgun Gothic"/>
              <a:ea typeface="Malgun Gothic"/>
              <a:cs typeface="Malgun Gothic"/>
              <a:sym typeface="Malgun Gothic"/>
            </a:endParaRPr>
          </a:p>
        </p:txBody>
      </p:sp>
      <p:sp>
        <p:nvSpPr>
          <p:cNvPr id="927" name="Google Shape;927;p42"/>
          <p:cNvSpPr/>
          <p:nvPr/>
        </p:nvSpPr>
        <p:spPr>
          <a:xfrm>
            <a:off x="3028450" y="4776888"/>
            <a:ext cx="1279800" cy="348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300">
                <a:latin typeface="Malgun Gothic"/>
                <a:ea typeface="Malgun Gothic"/>
                <a:cs typeface="Malgun Gothic"/>
                <a:sym typeface="Malgun Gothic"/>
              </a:rPr>
              <a:t>2026.02.25</a:t>
            </a:r>
            <a:endParaRPr sz="1300">
              <a:latin typeface="Malgun Gothic"/>
              <a:ea typeface="Malgun Gothic"/>
              <a:cs typeface="Malgun Gothic"/>
              <a:sym typeface="Malgun Gothic"/>
            </a:endParaRPr>
          </a:p>
        </p:txBody>
      </p:sp>
      <p:sp>
        <p:nvSpPr>
          <p:cNvPr id="928" name="Google Shape;928;p42"/>
          <p:cNvSpPr/>
          <p:nvPr/>
        </p:nvSpPr>
        <p:spPr>
          <a:xfrm>
            <a:off x="4399300" y="4776875"/>
            <a:ext cx="1279800" cy="348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200">
                <a:latin typeface="Malgun Gothic"/>
                <a:ea typeface="Malgun Gothic"/>
                <a:cs typeface="Malgun Gothic"/>
                <a:sym typeface="Malgun Gothic"/>
              </a:rPr>
              <a:t>지원</a:t>
            </a:r>
            <a:r>
              <a:rPr lang="ko-KR" sz="1200">
                <a:latin typeface="Malgun Gothic"/>
                <a:ea typeface="Malgun Gothic"/>
                <a:cs typeface="Malgun Gothic"/>
                <a:sym typeface="Malgun Gothic"/>
              </a:rPr>
              <a:t>종료일 </a:t>
            </a:r>
            <a:r>
              <a:rPr lang="ko-KR" sz="1200">
                <a:solidFill>
                  <a:schemeClr val="dk1"/>
                </a:solidFill>
                <a:latin typeface="Malgun Gothic"/>
                <a:ea typeface="Malgun Gothic"/>
                <a:cs typeface="Malgun Gothic"/>
                <a:sym typeface="Malgun Gothic"/>
              </a:rPr>
              <a:t>📅</a:t>
            </a:r>
            <a:endParaRPr sz="1200">
              <a:latin typeface="Malgun Gothic"/>
              <a:ea typeface="Malgun Gothic"/>
              <a:cs typeface="Malgun Gothic"/>
              <a:sym typeface="Malgun Gothic"/>
            </a:endParaRPr>
          </a:p>
        </p:txBody>
      </p:sp>
      <p:sp>
        <p:nvSpPr>
          <p:cNvPr id="929" name="Google Shape;929;p42"/>
          <p:cNvSpPr/>
          <p:nvPr/>
        </p:nvSpPr>
        <p:spPr>
          <a:xfrm>
            <a:off x="5778250" y="4776875"/>
            <a:ext cx="1279800" cy="348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300">
                <a:latin typeface="Malgun Gothic"/>
                <a:ea typeface="Malgun Gothic"/>
                <a:cs typeface="Malgun Gothic"/>
                <a:sym typeface="Malgun Gothic"/>
              </a:rPr>
              <a:t>2026.06.25</a:t>
            </a:r>
            <a:endParaRPr sz="1300">
              <a:latin typeface="Malgun Gothic"/>
              <a:ea typeface="Malgun Gothic"/>
              <a:cs typeface="Malgun Gothic"/>
              <a:sym typeface="Malgun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graphicFrame>
        <p:nvGraphicFramePr>
          <p:cNvPr id="935" name="Google Shape;935;p43"/>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승인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관리자가 승인 버튼을 눌렀을 때 출력되는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936" name="Google Shape;936;p43"/>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view-030</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승인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승인요청을 했을 때 출력되는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담당자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담당자가 승인요청 버튼을 눌렀을 때 출력되는 modal 창.</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계획 승인 요청 modal 창이 닫히고, 승인요청 완료 modal창이 열리며, 승인 요청이 완료된다.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계획 승인 요청 modal 창이 닫힌다.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937" name="Google Shape;937;p43"/>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938" name="Google Shape;938;p43"/>
          <p:cNvSpPr txBox="1"/>
          <p:nvPr/>
        </p:nvSpPr>
        <p:spPr>
          <a:xfrm>
            <a:off x="989975" y="2762400"/>
            <a:ext cx="6281400" cy="133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2800">
                <a:solidFill>
                  <a:schemeClr val="dk1"/>
                </a:solidFill>
                <a:latin typeface="Malgun Gothic"/>
                <a:ea typeface="Malgun Gothic"/>
                <a:cs typeface="Malgun Gothic"/>
                <a:sym typeface="Malgun Gothic"/>
              </a:rPr>
              <a:t>지원 계획</a:t>
            </a:r>
            <a:r>
              <a:rPr lang="ko-KR" sz="2800">
                <a:solidFill>
                  <a:schemeClr val="dk1"/>
                </a:solidFill>
                <a:latin typeface="Malgun Gothic"/>
                <a:ea typeface="Malgun Gothic"/>
                <a:cs typeface="Malgun Gothic"/>
                <a:sym typeface="Malgun Gothic"/>
              </a:rPr>
              <a:t>의 승인 요청을</a:t>
            </a:r>
            <a:endParaRPr sz="28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lang="ko-KR" sz="2800">
                <a:solidFill>
                  <a:schemeClr val="dk1"/>
                </a:solidFill>
                <a:latin typeface="Malgun Gothic"/>
                <a:ea typeface="Malgun Gothic"/>
                <a:cs typeface="Malgun Gothic"/>
                <a:sym typeface="Malgun Gothic"/>
              </a:rPr>
              <a:t>하시겠습니까?</a:t>
            </a:r>
            <a:endParaRPr sz="2800">
              <a:solidFill>
                <a:schemeClr val="dk1"/>
              </a:solidFill>
              <a:latin typeface="Malgun Gothic"/>
              <a:ea typeface="Malgun Gothic"/>
              <a:cs typeface="Malgun Gothic"/>
              <a:sym typeface="Malgun Gothic"/>
            </a:endParaRPr>
          </a:p>
        </p:txBody>
      </p:sp>
      <p:sp>
        <p:nvSpPr>
          <p:cNvPr id="939" name="Google Shape;939;p43"/>
          <p:cNvSpPr/>
          <p:nvPr/>
        </p:nvSpPr>
        <p:spPr>
          <a:xfrm>
            <a:off x="2289675" y="4485600"/>
            <a:ext cx="1727400" cy="545400"/>
          </a:xfrm>
          <a:prstGeom prst="rect">
            <a:avLst/>
          </a:prstGeom>
          <a:solidFill>
            <a:schemeClr val="accent6"/>
          </a:solidFill>
          <a:ln cap="flat" cmpd="sng" w="19100">
            <a:solidFill>
              <a:schemeClr val="dk2"/>
            </a:solidFill>
            <a:prstDash val="solid"/>
            <a:round/>
            <a:headEnd len="sm" w="sm" type="none"/>
            <a:tailEnd len="sm" w="sm" type="none"/>
          </a:ln>
        </p:spPr>
        <p:txBody>
          <a:bodyPr anchorCtr="0" anchor="ctr" bIns="183425" lIns="183425" spcFirstLastPara="1" rIns="183425" wrap="square" tIns="183425">
            <a:noAutofit/>
          </a:bodyPr>
          <a:lstStyle/>
          <a:p>
            <a:pPr indent="0" lvl="0" marL="0" rtl="0" algn="ctr">
              <a:spcBef>
                <a:spcPts val="0"/>
              </a:spcBef>
              <a:spcAft>
                <a:spcPts val="0"/>
              </a:spcAft>
              <a:buNone/>
            </a:pPr>
            <a:r>
              <a:rPr b="1" lang="ko-KR" sz="2608">
                <a:solidFill>
                  <a:schemeClr val="lt1"/>
                </a:solidFill>
                <a:latin typeface="Malgun Gothic"/>
                <a:ea typeface="Malgun Gothic"/>
                <a:cs typeface="Malgun Gothic"/>
                <a:sym typeface="Malgun Gothic"/>
              </a:rPr>
              <a:t>네</a:t>
            </a:r>
            <a:endParaRPr b="1" sz="2608">
              <a:solidFill>
                <a:schemeClr val="lt1"/>
              </a:solidFill>
              <a:latin typeface="Malgun Gothic"/>
              <a:ea typeface="Malgun Gothic"/>
              <a:cs typeface="Malgun Gothic"/>
              <a:sym typeface="Malgun Gothic"/>
            </a:endParaRPr>
          </a:p>
        </p:txBody>
      </p:sp>
      <p:sp>
        <p:nvSpPr>
          <p:cNvPr id="940" name="Google Shape;940;p43"/>
          <p:cNvSpPr/>
          <p:nvPr/>
        </p:nvSpPr>
        <p:spPr>
          <a:xfrm>
            <a:off x="4244280" y="4485600"/>
            <a:ext cx="1727400" cy="545400"/>
          </a:xfrm>
          <a:prstGeom prst="rect">
            <a:avLst/>
          </a:prstGeom>
          <a:solidFill>
            <a:srgbClr val="FF0000"/>
          </a:solidFill>
          <a:ln cap="flat" cmpd="sng" w="19100">
            <a:solidFill>
              <a:schemeClr val="dk2"/>
            </a:solidFill>
            <a:prstDash val="solid"/>
            <a:round/>
            <a:headEnd len="sm" w="sm" type="none"/>
            <a:tailEnd len="sm" w="sm" type="none"/>
          </a:ln>
        </p:spPr>
        <p:txBody>
          <a:bodyPr anchorCtr="0" anchor="ctr" bIns="183425" lIns="183425" spcFirstLastPara="1" rIns="183425" wrap="square" tIns="183425">
            <a:noAutofit/>
          </a:bodyPr>
          <a:lstStyle/>
          <a:p>
            <a:pPr indent="0" lvl="0" marL="0" rtl="0" algn="ctr">
              <a:spcBef>
                <a:spcPts val="0"/>
              </a:spcBef>
              <a:spcAft>
                <a:spcPts val="0"/>
              </a:spcAft>
              <a:buNone/>
            </a:pPr>
            <a:r>
              <a:rPr b="1" lang="ko-KR" sz="2608">
                <a:solidFill>
                  <a:schemeClr val="lt1"/>
                </a:solidFill>
                <a:latin typeface="Malgun Gothic"/>
                <a:ea typeface="Malgun Gothic"/>
                <a:cs typeface="Malgun Gothic"/>
                <a:sym typeface="Malgun Gothic"/>
              </a:rPr>
              <a:t>아니오</a:t>
            </a:r>
            <a:endParaRPr b="1" sz="2608">
              <a:solidFill>
                <a:schemeClr val="lt1"/>
              </a:solidFill>
              <a:latin typeface="Malgun Gothic"/>
              <a:ea typeface="Malgun Gothic"/>
              <a:cs typeface="Malgun Gothic"/>
              <a:sym typeface="Malgun Gothic"/>
            </a:endParaRPr>
          </a:p>
        </p:txBody>
      </p:sp>
      <p:sp>
        <p:nvSpPr>
          <p:cNvPr id="941" name="Google Shape;941;p43"/>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지원 계획 승인 요청</a:t>
            </a:r>
            <a:endParaRPr b="1" sz="1700">
              <a:solidFill>
                <a:srgbClr val="D9D9D9"/>
              </a:solidFill>
              <a:latin typeface="Malgun Gothic"/>
              <a:ea typeface="Malgun Gothic"/>
              <a:cs typeface="Malgun Gothic"/>
              <a:sym typeface="Malgun Gothic"/>
            </a:endParaRPr>
          </a:p>
        </p:txBody>
      </p:sp>
      <p:sp>
        <p:nvSpPr>
          <p:cNvPr id="942" name="Google Shape;942;p43"/>
          <p:cNvSpPr/>
          <p:nvPr/>
        </p:nvSpPr>
        <p:spPr>
          <a:xfrm>
            <a:off x="804900" y="15662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943" name="Google Shape;943;p43"/>
          <p:cNvSpPr/>
          <p:nvPr/>
        </p:nvSpPr>
        <p:spPr>
          <a:xfrm>
            <a:off x="2163425" y="43262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944" name="Google Shape;944;p43"/>
          <p:cNvSpPr/>
          <p:nvPr/>
        </p:nvSpPr>
        <p:spPr>
          <a:xfrm>
            <a:off x="4117150" y="43262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graphicFrame>
        <p:nvGraphicFramePr>
          <p:cNvPr id="950" name="Google Shape;950;p44"/>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승인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관리자가 승인 버튼을 눌렀을 때 출력되는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951" name="Google Shape;951;p44"/>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view-031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승인요청 완료</a:t>
                      </a:r>
                      <a:r>
                        <a:rPr lang="ko-KR"/>
                        <a:t>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승인요청을 완료했을 때 출력되는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담당자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승인요청을 완료되었을때 출력되는 alert창으로 정상적으로 승인요청이 완료되었음을 알린다.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승인요청 완료 modal창은 3초 후 자동으로 닫히며, 혹은 alert 영역 밖을 클릭하면 닫힌다.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952" name="Google Shape;952;p44"/>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953" name="Google Shape;953;p44"/>
          <p:cNvSpPr txBox="1"/>
          <p:nvPr/>
        </p:nvSpPr>
        <p:spPr>
          <a:xfrm>
            <a:off x="989975" y="2628600"/>
            <a:ext cx="6281400" cy="1600800"/>
          </a:xfrm>
          <a:prstGeom prst="rect">
            <a:avLst/>
          </a:prstGeom>
          <a:noFill/>
          <a:ln>
            <a:noFill/>
          </a:ln>
        </p:spPr>
        <p:txBody>
          <a:bodyPr anchorCtr="0" anchor="ctr" bIns="91425" lIns="91425" spcFirstLastPara="1" rIns="91425" wrap="square" tIns="91425">
            <a:noAutofit/>
          </a:bodyPr>
          <a:lstStyle/>
          <a:p>
            <a:pPr indent="0" lvl="0" marL="0" rtl="0" algn="ctr">
              <a:lnSpc>
                <a:spcPct val="150000"/>
              </a:lnSpc>
              <a:spcBef>
                <a:spcPts val="1500"/>
              </a:spcBef>
              <a:spcAft>
                <a:spcPts val="1500"/>
              </a:spcAft>
              <a:buNone/>
            </a:pPr>
            <a:r>
              <a:rPr b="1" lang="ko-KR" sz="9600">
                <a:solidFill>
                  <a:srgbClr val="0A0A0A"/>
                </a:solidFill>
                <a:highlight>
                  <a:srgbClr val="FFFFFF"/>
                </a:highlight>
              </a:rPr>
              <a:t>✅</a:t>
            </a:r>
            <a:endParaRPr sz="9600">
              <a:solidFill>
                <a:schemeClr val="accent6"/>
              </a:solidFill>
              <a:latin typeface="Malgun Gothic"/>
              <a:ea typeface="Malgun Gothic"/>
              <a:cs typeface="Malgun Gothic"/>
              <a:sym typeface="Malgun Gothic"/>
            </a:endParaRPr>
          </a:p>
        </p:txBody>
      </p:sp>
      <p:sp>
        <p:nvSpPr>
          <p:cNvPr id="954" name="Google Shape;954;p44"/>
          <p:cNvSpPr txBox="1"/>
          <p:nvPr/>
        </p:nvSpPr>
        <p:spPr>
          <a:xfrm>
            <a:off x="989975" y="4438400"/>
            <a:ext cx="6281400" cy="61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2800">
                <a:solidFill>
                  <a:schemeClr val="dk1"/>
                </a:solidFill>
                <a:latin typeface="Malgun Gothic"/>
                <a:ea typeface="Malgun Gothic"/>
                <a:cs typeface="Malgun Gothic"/>
                <a:sym typeface="Malgun Gothic"/>
              </a:rPr>
              <a:t>승인요청이 완료되었습니다.</a:t>
            </a:r>
            <a:endParaRPr sz="2800">
              <a:solidFill>
                <a:schemeClr val="dk1"/>
              </a:solidFill>
              <a:latin typeface="Malgun Gothic"/>
              <a:ea typeface="Malgun Gothic"/>
              <a:cs typeface="Malgun Gothic"/>
              <a:sym typeface="Malgun Gothic"/>
            </a:endParaRPr>
          </a:p>
        </p:txBody>
      </p:sp>
      <p:sp>
        <p:nvSpPr>
          <p:cNvPr id="955" name="Google Shape;955;p44"/>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승인요청 완료</a:t>
            </a:r>
            <a:endParaRPr b="1" sz="1700">
              <a:solidFill>
                <a:srgbClr val="D9D9D9"/>
              </a:solidFill>
              <a:latin typeface="Malgun Gothic"/>
              <a:ea typeface="Malgun Gothic"/>
              <a:cs typeface="Malgun Gothic"/>
              <a:sym typeface="Malgun Gothic"/>
            </a:endParaRPr>
          </a:p>
        </p:txBody>
      </p:sp>
      <p:sp>
        <p:nvSpPr>
          <p:cNvPr id="956" name="Google Shape;956;p44"/>
          <p:cNvSpPr/>
          <p:nvPr/>
        </p:nvSpPr>
        <p:spPr>
          <a:xfrm>
            <a:off x="804900" y="15662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graphicFrame>
        <p:nvGraphicFramePr>
          <p:cNvPr id="962" name="Google Shape;962;p45"/>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승인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관리자가 승인 버튼을 눌렀을 때 출력되는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963" name="Google Shape;963;p45"/>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view-032</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a:t>
                      </a:r>
                      <a:r>
                        <a:rPr lang="ko-KR"/>
                        <a:t>취소</a:t>
                      </a:r>
                      <a:r>
                        <a:rPr lang="ko-KR"/>
                        <a:t>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지원계획을 취소</a:t>
                      </a:r>
                      <a:r>
                        <a:rPr lang="ko-KR"/>
                        <a:t>했을 때 출력되는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담당자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지원계획의 취소버튼을 눌렀을때 출력되는 modal창.</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해당 지원계획은 내용이 삭제됨과 동시에 계획을 삭제한다.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 취소 modal 창이 닫힌다.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964" name="Google Shape;964;p45"/>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965" name="Google Shape;965;p45"/>
          <p:cNvSpPr txBox="1"/>
          <p:nvPr/>
        </p:nvSpPr>
        <p:spPr>
          <a:xfrm>
            <a:off x="989975" y="2762400"/>
            <a:ext cx="6281400" cy="133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2000">
                <a:solidFill>
                  <a:schemeClr val="dk1"/>
                </a:solidFill>
                <a:latin typeface="Malgun Gothic"/>
                <a:ea typeface="Malgun Gothic"/>
                <a:cs typeface="Malgun Gothic"/>
                <a:sym typeface="Malgun Gothic"/>
              </a:rPr>
              <a:t>작성 중인 지원 계획을 취소하시겠습니까?</a:t>
            </a:r>
            <a:endParaRPr sz="2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lang="ko-KR" sz="2000">
                <a:solidFill>
                  <a:srgbClr val="FF0000"/>
                </a:solidFill>
                <a:latin typeface="Malgun Gothic"/>
                <a:ea typeface="Malgun Gothic"/>
                <a:cs typeface="Malgun Gothic"/>
                <a:sym typeface="Malgun Gothic"/>
              </a:rPr>
              <a:t>임시저장 되지 않은 계획</a:t>
            </a:r>
            <a:r>
              <a:rPr lang="ko-KR" sz="2000">
                <a:solidFill>
                  <a:schemeClr val="dk1"/>
                </a:solidFill>
                <a:latin typeface="Malgun Gothic"/>
                <a:ea typeface="Malgun Gothic"/>
                <a:cs typeface="Malgun Gothic"/>
                <a:sym typeface="Malgun Gothic"/>
              </a:rPr>
              <a:t>은</a:t>
            </a:r>
            <a:endParaRPr sz="2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lang="ko-KR" sz="2000">
                <a:solidFill>
                  <a:srgbClr val="FF0000"/>
                </a:solidFill>
                <a:latin typeface="Malgun Gothic"/>
                <a:ea typeface="Malgun Gothic"/>
                <a:cs typeface="Malgun Gothic"/>
                <a:sym typeface="Malgun Gothic"/>
              </a:rPr>
              <a:t>삭제 시 복구가 불가</a:t>
            </a:r>
            <a:r>
              <a:rPr lang="ko-KR" sz="2000">
                <a:solidFill>
                  <a:schemeClr val="dk1"/>
                </a:solidFill>
                <a:latin typeface="Malgun Gothic"/>
                <a:ea typeface="Malgun Gothic"/>
                <a:cs typeface="Malgun Gothic"/>
                <a:sym typeface="Malgun Gothic"/>
              </a:rPr>
              <a:t>합니다.</a:t>
            </a:r>
            <a:endParaRPr sz="2000">
              <a:solidFill>
                <a:schemeClr val="dk1"/>
              </a:solidFill>
              <a:latin typeface="Malgun Gothic"/>
              <a:ea typeface="Malgun Gothic"/>
              <a:cs typeface="Malgun Gothic"/>
              <a:sym typeface="Malgun Gothic"/>
            </a:endParaRPr>
          </a:p>
        </p:txBody>
      </p:sp>
      <p:sp>
        <p:nvSpPr>
          <p:cNvPr id="966" name="Google Shape;966;p45"/>
          <p:cNvSpPr/>
          <p:nvPr/>
        </p:nvSpPr>
        <p:spPr>
          <a:xfrm>
            <a:off x="2289675" y="4485600"/>
            <a:ext cx="1727400" cy="545400"/>
          </a:xfrm>
          <a:prstGeom prst="rect">
            <a:avLst/>
          </a:prstGeom>
          <a:solidFill>
            <a:schemeClr val="accent6"/>
          </a:solidFill>
          <a:ln cap="flat" cmpd="sng" w="19100">
            <a:solidFill>
              <a:schemeClr val="dk2"/>
            </a:solidFill>
            <a:prstDash val="solid"/>
            <a:round/>
            <a:headEnd len="sm" w="sm" type="none"/>
            <a:tailEnd len="sm" w="sm" type="none"/>
          </a:ln>
        </p:spPr>
        <p:txBody>
          <a:bodyPr anchorCtr="0" anchor="ctr" bIns="183425" lIns="183425" spcFirstLastPara="1" rIns="183425" wrap="square" tIns="183425">
            <a:noAutofit/>
          </a:bodyPr>
          <a:lstStyle/>
          <a:p>
            <a:pPr indent="0" lvl="0" marL="0" rtl="0" algn="ctr">
              <a:spcBef>
                <a:spcPts val="0"/>
              </a:spcBef>
              <a:spcAft>
                <a:spcPts val="0"/>
              </a:spcAft>
              <a:buNone/>
            </a:pPr>
            <a:r>
              <a:rPr b="1" lang="ko-KR" sz="2608">
                <a:solidFill>
                  <a:schemeClr val="lt1"/>
                </a:solidFill>
                <a:latin typeface="Malgun Gothic"/>
                <a:ea typeface="Malgun Gothic"/>
                <a:cs typeface="Malgun Gothic"/>
                <a:sym typeface="Malgun Gothic"/>
              </a:rPr>
              <a:t>네</a:t>
            </a:r>
            <a:endParaRPr b="1" sz="2608">
              <a:solidFill>
                <a:schemeClr val="lt1"/>
              </a:solidFill>
              <a:latin typeface="Malgun Gothic"/>
              <a:ea typeface="Malgun Gothic"/>
              <a:cs typeface="Malgun Gothic"/>
              <a:sym typeface="Malgun Gothic"/>
            </a:endParaRPr>
          </a:p>
        </p:txBody>
      </p:sp>
      <p:sp>
        <p:nvSpPr>
          <p:cNvPr id="967" name="Google Shape;967;p45"/>
          <p:cNvSpPr/>
          <p:nvPr/>
        </p:nvSpPr>
        <p:spPr>
          <a:xfrm>
            <a:off x="4244280" y="4485600"/>
            <a:ext cx="1727400" cy="545400"/>
          </a:xfrm>
          <a:prstGeom prst="rect">
            <a:avLst/>
          </a:prstGeom>
          <a:solidFill>
            <a:srgbClr val="FF0000"/>
          </a:solidFill>
          <a:ln cap="flat" cmpd="sng" w="19100">
            <a:solidFill>
              <a:schemeClr val="dk2"/>
            </a:solidFill>
            <a:prstDash val="solid"/>
            <a:round/>
            <a:headEnd len="sm" w="sm" type="none"/>
            <a:tailEnd len="sm" w="sm" type="none"/>
          </a:ln>
        </p:spPr>
        <p:txBody>
          <a:bodyPr anchorCtr="0" anchor="ctr" bIns="183425" lIns="183425" spcFirstLastPara="1" rIns="183425" wrap="square" tIns="183425">
            <a:noAutofit/>
          </a:bodyPr>
          <a:lstStyle/>
          <a:p>
            <a:pPr indent="0" lvl="0" marL="0" rtl="0" algn="ctr">
              <a:spcBef>
                <a:spcPts val="0"/>
              </a:spcBef>
              <a:spcAft>
                <a:spcPts val="0"/>
              </a:spcAft>
              <a:buNone/>
            </a:pPr>
            <a:r>
              <a:rPr b="1" lang="ko-KR" sz="2608">
                <a:solidFill>
                  <a:schemeClr val="lt1"/>
                </a:solidFill>
                <a:latin typeface="Malgun Gothic"/>
                <a:ea typeface="Malgun Gothic"/>
                <a:cs typeface="Malgun Gothic"/>
                <a:sym typeface="Malgun Gothic"/>
              </a:rPr>
              <a:t>아니오</a:t>
            </a:r>
            <a:endParaRPr b="1" sz="2608">
              <a:solidFill>
                <a:schemeClr val="lt1"/>
              </a:solidFill>
              <a:latin typeface="Malgun Gothic"/>
              <a:ea typeface="Malgun Gothic"/>
              <a:cs typeface="Malgun Gothic"/>
              <a:sym typeface="Malgun Gothic"/>
            </a:endParaRPr>
          </a:p>
        </p:txBody>
      </p:sp>
      <p:sp>
        <p:nvSpPr>
          <p:cNvPr id="968" name="Google Shape;968;p45"/>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지원 계획 </a:t>
            </a:r>
            <a:r>
              <a:rPr b="1" lang="ko-KR" sz="1700">
                <a:solidFill>
                  <a:srgbClr val="D9D9D9"/>
                </a:solidFill>
                <a:latin typeface="Malgun Gothic"/>
                <a:ea typeface="Malgun Gothic"/>
                <a:cs typeface="Malgun Gothic"/>
                <a:sym typeface="Malgun Gothic"/>
              </a:rPr>
              <a:t>취소</a:t>
            </a:r>
            <a:endParaRPr b="1" sz="1700">
              <a:solidFill>
                <a:srgbClr val="D9D9D9"/>
              </a:solidFill>
              <a:latin typeface="Malgun Gothic"/>
              <a:ea typeface="Malgun Gothic"/>
              <a:cs typeface="Malgun Gothic"/>
              <a:sym typeface="Malgun Gothic"/>
            </a:endParaRPr>
          </a:p>
        </p:txBody>
      </p:sp>
      <p:sp>
        <p:nvSpPr>
          <p:cNvPr id="969" name="Google Shape;969;p45"/>
          <p:cNvSpPr/>
          <p:nvPr/>
        </p:nvSpPr>
        <p:spPr>
          <a:xfrm>
            <a:off x="804900" y="15662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970" name="Google Shape;970;p45"/>
          <p:cNvSpPr/>
          <p:nvPr/>
        </p:nvSpPr>
        <p:spPr>
          <a:xfrm>
            <a:off x="2183375" y="43262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971" name="Google Shape;971;p45"/>
          <p:cNvSpPr/>
          <p:nvPr/>
        </p:nvSpPr>
        <p:spPr>
          <a:xfrm>
            <a:off x="4097225" y="43262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graphicFrame>
        <p:nvGraphicFramePr>
          <p:cNvPr id="977" name="Google Shape;977;p46"/>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승인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관리자가 승인 버튼을 눌렀을 때 출력되는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978" name="Google Shape;978;p46"/>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view-033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계획취소 완료</a:t>
                      </a:r>
                      <a:r>
                        <a:rPr lang="ko-KR"/>
                        <a:t>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취소를 </a:t>
                      </a:r>
                      <a:r>
                        <a:rPr lang="ko-KR"/>
                        <a:t>완료했을 때 출력되는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담당자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계획 취소 modal창에서 ‘네’를 선택했을 때 출력되는 alert. 정상적으로 취소되었음을 알린다.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계획취소 완료 alert창은 3초 후 자동으로 닫히며, 혹은 alert 영역 밖을 클릭하면 닫힌다.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979" name="Google Shape;979;p46"/>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980" name="Google Shape;980;p46"/>
          <p:cNvSpPr txBox="1"/>
          <p:nvPr/>
        </p:nvSpPr>
        <p:spPr>
          <a:xfrm>
            <a:off x="989975" y="2655263"/>
            <a:ext cx="6281400" cy="1600800"/>
          </a:xfrm>
          <a:prstGeom prst="rect">
            <a:avLst/>
          </a:prstGeom>
          <a:noFill/>
          <a:ln>
            <a:noFill/>
          </a:ln>
        </p:spPr>
        <p:txBody>
          <a:bodyPr anchorCtr="0" anchor="ctr" bIns="91425" lIns="91425" spcFirstLastPara="1" rIns="91425" wrap="square" tIns="91425">
            <a:noAutofit/>
          </a:bodyPr>
          <a:lstStyle/>
          <a:p>
            <a:pPr indent="0" lvl="0" marL="0" rtl="0" algn="ctr">
              <a:lnSpc>
                <a:spcPct val="150000"/>
              </a:lnSpc>
              <a:spcBef>
                <a:spcPts val="1500"/>
              </a:spcBef>
              <a:spcAft>
                <a:spcPts val="1500"/>
              </a:spcAft>
              <a:buNone/>
            </a:pPr>
            <a:r>
              <a:rPr b="1" lang="ko-KR" sz="9600">
                <a:solidFill>
                  <a:srgbClr val="0A0A0A"/>
                </a:solidFill>
                <a:highlight>
                  <a:srgbClr val="FFFFFF"/>
                </a:highlight>
              </a:rPr>
              <a:t>✅</a:t>
            </a:r>
            <a:endParaRPr sz="9600">
              <a:solidFill>
                <a:schemeClr val="accent6"/>
              </a:solidFill>
              <a:latin typeface="Malgun Gothic"/>
              <a:ea typeface="Malgun Gothic"/>
              <a:cs typeface="Malgun Gothic"/>
              <a:sym typeface="Malgun Gothic"/>
            </a:endParaRPr>
          </a:p>
        </p:txBody>
      </p:sp>
      <p:sp>
        <p:nvSpPr>
          <p:cNvPr id="981" name="Google Shape;981;p46"/>
          <p:cNvSpPr txBox="1"/>
          <p:nvPr/>
        </p:nvSpPr>
        <p:spPr>
          <a:xfrm>
            <a:off x="989975" y="4438400"/>
            <a:ext cx="6281400" cy="61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2800">
                <a:solidFill>
                  <a:schemeClr val="dk1"/>
                </a:solidFill>
                <a:latin typeface="Malgun Gothic"/>
                <a:ea typeface="Malgun Gothic"/>
                <a:cs typeface="Malgun Gothic"/>
                <a:sym typeface="Malgun Gothic"/>
              </a:rPr>
              <a:t>지원 계획이 취소</a:t>
            </a:r>
            <a:r>
              <a:rPr lang="ko-KR" sz="2800">
                <a:solidFill>
                  <a:schemeClr val="dk1"/>
                </a:solidFill>
                <a:latin typeface="Malgun Gothic"/>
                <a:ea typeface="Malgun Gothic"/>
                <a:cs typeface="Malgun Gothic"/>
                <a:sym typeface="Malgun Gothic"/>
              </a:rPr>
              <a:t>되었습니다.</a:t>
            </a:r>
            <a:endParaRPr sz="2800">
              <a:solidFill>
                <a:schemeClr val="dk1"/>
              </a:solidFill>
              <a:latin typeface="Malgun Gothic"/>
              <a:ea typeface="Malgun Gothic"/>
              <a:cs typeface="Malgun Gothic"/>
              <a:sym typeface="Malgun Gothic"/>
            </a:endParaRPr>
          </a:p>
        </p:txBody>
      </p:sp>
      <p:sp>
        <p:nvSpPr>
          <p:cNvPr id="982" name="Google Shape;982;p46"/>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계획취소 </a:t>
            </a:r>
            <a:r>
              <a:rPr b="1" lang="ko-KR" sz="1700">
                <a:solidFill>
                  <a:srgbClr val="D9D9D9"/>
                </a:solidFill>
                <a:latin typeface="Malgun Gothic"/>
                <a:ea typeface="Malgun Gothic"/>
                <a:cs typeface="Malgun Gothic"/>
                <a:sym typeface="Malgun Gothic"/>
              </a:rPr>
              <a:t>완료</a:t>
            </a:r>
            <a:endParaRPr b="1" sz="1700">
              <a:solidFill>
                <a:srgbClr val="D9D9D9"/>
              </a:solidFill>
              <a:latin typeface="Malgun Gothic"/>
              <a:ea typeface="Malgun Gothic"/>
              <a:cs typeface="Malgun Gothic"/>
              <a:sym typeface="Malgun Gothic"/>
            </a:endParaRPr>
          </a:p>
        </p:txBody>
      </p:sp>
      <p:sp>
        <p:nvSpPr>
          <p:cNvPr id="983" name="Google Shape;983;p46"/>
          <p:cNvSpPr/>
          <p:nvPr/>
        </p:nvSpPr>
        <p:spPr>
          <a:xfrm>
            <a:off x="804900" y="15662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graphicFrame>
        <p:nvGraphicFramePr>
          <p:cNvPr id="989" name="Google Shape;989;p47"/>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view-034</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a:t>
                      </a:r>
                      <a:r>
                        <a:rPr lang="ko-KR"/>
                        <a:t>조회 </a:t>
                      </a:r>
                      <a:r>
                        <a:rPr lang="ko-KR"/>
                        <a:t>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지원계획을 조회 </a:t>
                      </a:r>
                      <a:r>
                        <a:rPr lang="ko-KR"/>
                        <a:t>및 결재 </a:t>
                      </a:r>
                      <a:r>
                        <a:rPr lang="ko-KR"/>
                        <a:t>할 수 있는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기관 관리자, 담당자, 이용자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이용자에 대한 정보(신청자, 보호자, 장애 유형, 담당자, 작성일자, 우선순위)와 함께 지원계획(제목, 내용, 첨부)을 조회한다.(전체 읽기전용 적용)</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제목, 내용의 읽기 전용을 해제하고 편집할 수 있으며, 첨부 또한 파일을 추가하거나 제거할 수 있다.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계획을 승인한다.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계획을 반려한다. 반려 버튼 클릭 시, 반려 사유 modal창이 출력된다.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지원계획에 대한 승인여부를 나타내며, 승인여부가 결정된 이후에 조회할 수 있다.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계획에 대한 결과를 조회하는 페이지로 이동한다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수정이력을 통해 본 ppt 16슬라이드의 ‘수정이력’ 화면을 조회 가능하다.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지원자는 수정, 승인, 반려 버튼이 출력되지 않는다.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담당자는 승인, 반려 버튼이 출력되지 않으며, 수정버튼은 기관 관리자가 지원계획을 확인하지 않은 상태에서만 출력된다. (담당자의 수정버튼은 반려버튼의 위치에 출력된다.)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기관 관리자가 승인여부를 결정했을 때 승인 여부가 출력된다.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반려된 지원 계획은 지원계획의 하단에 반려사유가 출력되며, 반려 외의 상태에서는 반려 사유는 출력되지 않는다.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승인여부(5번)는 반려버튼의 위치에 출력된다.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결과작성(6번)은 기관관리자가 승인처리한 지원 계획에만 출력된다. 결과가 존재하지 않을 경우, 담당자는 결과를 작성하는 페이지로 이동하며 기관 관리자와 이용자는 결과가 존재하지 않는다는 alert 창을 출력한다.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990" name="Google Shape;990;p47"/>
          <p:cNvSpPr/>
          <p:nvPr/>
        </p:nvSpPr>
        <p:spPr>
          <a:xfrm>
            <a:off x="392575" y="1006775"/>
            <a:ext cx="7546500" cy="5383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991" name="Google Shape;991;p47"/>
          <p:cNvSpPr/>
          <p:nvPr/>
        </p:nvSpPr>
        <p:spPr>
          <a:xfrm>
            <a:off x="665225" y="1254100"/>
            <a:ext cx="6848400" cy="796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992" name="Google Shape;992;p47"/>
          <p:cNvSpPr/>
          <p:nvPr/>
        </p:nvSpPr>
        <p:spPr>
          <a:xfrm>
            <a:off x="676125" y="2330570"/>
            <a:ext cx="6837600" cy="3489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993" name="Google Shape;993;p47"/>
          <p:cNvSpPr/>
          <p:nvPr/>
        </p:nvSpPr>
        <p:spPr>
          <a:xfrm>
            <a:off x="828800" y="2494145"/>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제목</a:t>
            </a:r>
            <a:endParaRPr sz="1300">
              <a:latin typeface="Malgun Gothic"/>
              <a:ea typeface="Malgun Gothic"/>
              <a:cs typeface="Malgun Gothic"/>
              <a:sym typeface="Malgun Gothic"/>
            </a:endParaRPr>
          </a:p>
        </p:txBody>
      </p:sp>
      <p:sp>
        <p:nvSpPr>
          <p:cNvPr id="994" name="Google Shape;994;p47"/>
          <p:cNvSpPr/>
          <p:nvPr/>
        </p:nvSpPr>
        <p:spPr>
          <a:xfrm>
            <a:off x="828800" y="2995645"/>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내용</a:t>
            </a:r>
            <a:endParaRPr sz="1300">
              <a:latin typeface="Malgun Gothic"/>
              <a:ea typeface="Malgun Gothic"/>
              <a:cs typeface="Malgun Gothic"/>
              <a:sym typeface="Malgun Gothic"/>
            </a:endParaRPr>
          </a:p>
        </p:txBody>
      </p:sp>
      <p:sp>
        <p:nvSpPr>
          <p:cNvPr id="995" name="Google Shape;995;p47"/>
          <p:cNvSpPr/>
          <p:nvPr/>
        </p:nvSpPr>
        <p:spPr>
          <a:xfrm>
            <a:off x="828800" y="4205695"/>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첨부</a:t>
            </a:r>
            <a:endParaRPr sz="1300">
              <a:latin typeface="Malgun Gothic"/>
              <a:ea typeface="Malgun Gothic"/>
              <a:cs typeface="Malgun Gothic"/>
              <a:sym typeface="Malgun Gothic"/>
            </a:endParaRPr>
          </a:p>
        </p:txBody>
      </p:sp>
      <p:sp>
        <p:nvSpPr>
          <p:cNvPr id="996" name="Google Shape;996;p47"/>
          <p:cNvSpPr/>
          <p:nvPr/>
        </p:nvSpPr>
        <p:spPr>
          <a:xfrm>
            <a:off x="1657600" y="2505045"/>
            <a:ext cx="5430900" cy="348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지원 계획 제목</a:t>
            </a:r>
            <a:endParaRPr>
              <a:latin typeface="Malgun Gothic"/>
              <a:ea typeface="Malgun Gothic"/>
              <a:cs typeface="Malgun Gothic"/>
              <a:sym typeface="Malgun Gothic"/>
            </a:endParaRPr>
          </a:p>
        </p:txBody>
      </p:sp>
      <p:sp>
        <p:nvSpPr>
          <p:cNvPr id="997" name="Google Shape;997;p47"/>
          <p:cNvSpPr/>
          <p:nvPr/>
        </p:nvSpPr>
        <p:spPr>
          <a:xfrm>
            <a:off x="1657600" y="2995645"/>
            <a:ext cx="5430900" cy="1046700"/>
          </a:xfrm>
          <a:prstGeom prst="roundRect">
            <a:avLst>
              <a:gd fmla="val 5795"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계획</a:t>
            </a:r>
            <a:endParaRPr>
              <a:latin typeface="Malgun Gothic"/>
              <a:ea typeface="Malgun Gothic"/>
              <a:cs typeface="Malgun Gothic"/>
              <a:sym typeface="Malgun Gothic"/>
            </a:endParaRPr>
          </a:p>
        </p:txBody>
      </p:sp>
      <p:sp>
        <p:nvSpPr>
          <p:cNvPr id="998" name="Google Shape;998;p47"/>
          <p:cNvSpPr/>
          <p:nvPr/>
        </p:nvSpPr>
        <p:spPr>
          <a:xfrm>
            <a:off x="1657600" y="4205695"/>
            <a:ext cx="5430900" cy="348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첨부파일1.png, 첨부파일2.pdf</a:t>
            </a:r>
            <a:endParaRPr>
              <a:latin typeface="Malgun Gothic"/>
              <a:ea typeface="Malgun Gothic"/>
              <a:cs typeface="Malgun Gothic"/>
              <a:sym typeface="Malgun Gothic"/>
            </a:endParaRPr>
          </a:p>
        </p:txBody>
      </p:sp>
      <p:sp>
        <p:nvSpPr>
          <p:cNvPr id="999" name="Google Shape;999;p47"/>
          <p:cNvSpPr/>
          <p:nvPr/>
        </p:nvSpPr>
        <p:spPr>
          <a:xfrm>
            <a:off x="828800" y="4696995"/>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반려</a:t>
            </a:r>
            <a:endParaRPr sz="1300">
              <a:latin typeface="Malgun Gothic"/>
              <a:ea typeface="Malgun Gothic"/>
              <a:cs typeface="Malgun Gothic"/>
              <a:sym typeface="Malgun Gothic"/>
            </a:endParaRPr>
          </a:p>
        </p:txBody>
      </p:sp>
      <p:sp>
        <p:nvSpPr>
          <p:cNvPr id="1000" name="Google Shape;1000;p47"/>
          <p:cNvSpPr/>
          <p:nvPr/>
        </p:nvSpPr>
        <p:spPr>
          <a:xfrm>
            <a:off x="1657600" y="4696995"/>
            <a:ext cx="5430900" cy="924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반려사유</a:t>
            </a:r>
            <a:endParaRPr>
              <a:latin typeface="Malgun Gothic"/>
              <a:ea typeface="Malgun Gothic"/>
              <a:cs typeface="Malgun Gothic"/>
              <a:sym typeface="Malgun Gothic"/>
            </a:endParaRPr>
          </a:p>
        </p:txBody>
      </p:sp>
      <p:sp>
        <p:nvSpPr>
          <p:cNvPr id="1001" name="Google Shape;1001;p47"/>
          <p:cNvSpPr/>
          <p:nvPr/>
        </p:nvSpPr>
        <p:spPr>
          <a:xfrm>
            <a:off x="7939075" y="5545300"/>
            <a:ext cx="698100" cy="348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highlight>
                  <a:schemeClr val="accent6"/>
                </a:highlight>
                <a:latin typeface="Malgun Gothic"/>
                <a:ea typeface="Malgun Gothic"/>
                <a:cs typeface="Malgun Gothic"/>
                <a:sym typeface="Malgun Gothic"/>
              </a:rPr>
              <a:t>승인</a:t>
            </a:r>
            <a:endParaRPr b="1" sz="1300">
              <a:solidFill>
                <a:schemeClr val="lt1"/>
              </a:solidFill>
              <a:highlight>
                <a:schemeClr val="accent6"/>
              </a:highlight>
              <a:latin typeface="Malgun Gothic"/>
              <a:ea typeface="Malgun Gothic"/>
              <a:cs typeface="Malgun Gothic"/>
              <a:sym typeface="Malgun Gothic"/>
            </a:endParaRPr>
          </a:p>
        </p:txBody>
      </p:sp>
      <p:sp>
        <p:nvSpPr>
          <p:cNvPr id="1002" name="Google Shape;1002;p47"/>
          <p:cNvSpPr/>
          <p:nvPr/>
        </p:nvSpPr>
        <p:spPr>
          <a:xfrm>
            <a:off x="7939075" y="5992400"/>
            <a:ext cx="698100" cy="348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highlight>
                  <a:srgbClr val="FF0000"/>
                </a:highlight>
                <a:latin typeface="Malgun Gothic"/>
                <a:ea typeface="Malgun Gothic"/>
                <a:cs typeface="Malgun Gothic"/>
                <a:sym typeface="Malgun Gothic"/>
              </a:rPr>
              <a:t>반려</a:t>
            </a:r>
            <a:endParaRPr b="1" sz="1300">
              <a:solidFill>
                <a:schemeClr val="lt1"/>
              </a:solidFill>
              <a:highlight>
                <a:srgbClr val="FF0000"/>
              </a:highlight>
              <a:latin typeface="Malgun Gothic"/>
              <a:ea typeface="Malgun Gothic"/>
              <a:cs typeface="Malgun Gothic"/>
              <a:sym typeface="Malgun Gothic"/>
            </a:endParaRPr>
          </a:p>
        </p:txBody>
      </p:sp>
      <p:sp>
        <p:nvSpPr>
          <p:cNvPr id="1003" name="Google Shape;1003;p47"/>
          <p:cNvSpPr/>
          <p:nvPr/>
        </p:nvSpPr>
        <p:spPr>
          <a:xfrm>
            <a:off x="666157" y="1254100"/>
            <a:ext cx="7593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100">
                <a:latin typeface="Malgun Gothic"/>
                <a:ea typeface="Malgun Gothic"/>
                <a:cs typeface="Malgun Gothic"/>
                <a:sym typeface="Malgun Gothic"/>
              </a:rPr>
              <a:t>지원대상</a:t>
            </a:r>
            <a:endParaRPr sz="1100">
              <a:latin typeface="Malgun Gothic"/>
              <a:ea typeface="Malgun Gothic"/>
              <a:cs typeface="Malgun Gothic"/>
              <a:sym typeface="Malgun Gothic"/>
            </a:endParaRPr>
          </a:p>
        </p:txBody>
      </p:sp>
      <p:sp>
        <p:nvSpPr>
          <p:cNvPr id="1004" name="Google Shape;1004;p47"/>
          <p:cNvSpPr/>
          <p:nvPr/>
        </p:nvSpPr>
        <p:spPr>
          <a:xfrm>
            <a:off x="1425948" y="1254100"/>
            <a:ext cx="8235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신청자</a:t>
            </a:r>
            <a:endParaRPr sz="1200">
              <a:latin typeface="Malgun Gothic"/>
              <a:ea typeface="Malgun Gothic"/>
              <a:cs typeface="Malgun Gothic"/>
              <a:sym typeface="Malgun Gothic"/>
            </a:endParaRPr>
          </a:p>
        </p:txBody>
      </p:sp>
      <p:sp>
        <p:nvSpPr>
          <p:cNvPr id="1005" name="Google Shape;1005;p47"/>
          <p:cNvSpPr/>
          <p:nvPr/>
        </p:nvSpPr>
        <p:spPr>
          <a:xfrm>
            <a:off x="666157" y="1652200"/>
            <a:ext cx="7593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지원자</a:t>
            </a:r>
            <a:endParaRPr sz="1200">
              <a:latin typeface="Malgun Gothic"/>
              <a:ea typeface="Malgun Gothic"/>
              <a:cs typeface="Malgun Gothic"/>
              <a:sym typeface="Malgun Gothic"/>
            </a:endParaRPr>
          </a:p>
        </p:txBody>
      </p:sp>
      <p:sp>
        <p:nvSpPr>
          <p:cNvPr id="1006" name="Google Shape;1006;p47"/>
          <p:cNvSpPr/>
          <p:nvPr/>
        </p:nvSpPr>
        <p:spPr>
          <a:xfrm>
            <a:off x="1425948" y="1652200"/>
            <a:ext cx="8235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보호자</a:t>
            </a:r>
            <a:endParaRPr sz="1200">
              <a:latin typeface="Malgun Gothic"/>
              <a:ea typeface="Malgun Gothic"/>
              <a:cs typeface="Malgun Gothic"/>
              <a:sym typeface="Malgun Gothic"/>
            </a:endParaRPr>
          </a:p>
        </p:txBody>
      </p:sp>
      <p:sp>
        <p:nvSpPr>
          <p:cNvPr id="1007" name="Google Shape;1007;p47"/>
          <p:cNvSpPr/>
          <p:nvPr/>
        </p:nvSpPr>
        <p:spPr>
          <a:xfrm>
            <a:off x="5123557" y="1249100"/>
            <a:ext cx="23799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2023-11-11</a:t>
            </a:r>
            <a:endParaRPr sz="1200">
              <a:latin typeface="Malgun Gothic"/>
              <a:ea typeface="Malgun Gothic"/>
              <a:cs typeface="Malgun Gothic"/>
              <a:sym typeface="Malgun Gothic"/>
            </a:endParaRPr>
          </a:p>
        </p:txBody>
      </p:sp>
      <p:sp>
        <p:nvSpPr>
          <p:cNvPr id="1008" name="Google Shape;1008;p47"/>
          <p:cNvSpPr/>
          <p:nvPr/>
        </p:nvSpPr>
        <p:spPr>
          <a:xfrm>
            <a:off x="4228407" y="1652200"/>
            <a:ext cx="895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우선순위</a:t>
            </a:r>
            <a:endParaRPr sz="1200">
              <a:latin typeface="Malgun Gothic"/>
              <a:ea typeface="Malgun Gothic"/>
              <a:cs typeface="Malgun Gothic"/>
              <a:sym typeface="Malgun Gothic"/>
            </a:endParaRPr>
          </a:p>
        </p:txBody>
      </p:sp>
      <p:sp>
        <p:nvSpPr>
          <p:cNvPr id="1009" name="Google Shape;1009;p47"/>
          <p:cNvSpPr/>
          <p:nvPr/>
        </p:nvSpPr>
        <p:spPr>
          <a:xfrm>
            <a:off x="5123557" y="1647200"/>
            <a:ext cx="23799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긴급</a:t>
            </a:r>
            <a:endParaRPr sz="1200">
              <a:latin typeface="Malgun Gothic"/>
              <a:ea typeface="Malgun Gothic"/>
              <a:cs typeface="Malgun Gothic"/>
              <a:sym typeface="Malgun Gothic"/>
            </a:endParaRPr>
          </a:p>
        </p:txBody>
      </p:sp>
      <p:sp>
        <p:nvSpPr>
          <p:cNvPr id="1010" name="Google Shape;1010;p47"/>
          <p:cNvSpPr/>
          <p:nvPr/>
        </p:nvSpPr>
        <p:spPr>
          <a:xfrm>
            <a:off x="4228407" y="1254100"/>
            <a:ext cx="895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작성일</a:t>
            </a:r>
            <a:r>
              <a:rPr lang="ko-KR" sz="1200">
                <a:latin typeface="Malgun Gothic"/>
                <a:ea typeface="Malgun Gothic"/>
                <a:cs typeface="Malgun Gothic"/>
                <a:sym typeface="Malgun Gothic"/>
              </a:rPr>
              <a:t>자</a:t>
            </a:r>
            <a:endParaRPr sz="1200">
              <a:latin typeface="Malgun Gothic"/>
              <a:ea typeface="Malgun Gothic"/>
              <a:cs typeface="Malgun Gothic"/>
              <a:sym typeface="Malgun Gothic"/>
            </a:endParaRPr>
          </a:p>
        </p:txBody>
      </p:sp>
      <p:sp>
        <p:nvSpPr>
          <p:cNvPr id="1011" name="Google Shape;1011;p47"/>
          <p:cNvSpPr/>
          <p:nvPr/>
        </p:nvSpPr>
        <p:spPr>
          <a:xfrm>
            <a:off x="2249582" y="1254100"/>
            <a:ext cx="838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200">
                <a:latin typeface="Malgun Gothic"/>
                <a:ea typeface="Malgun Gothic"/>
                <a:cs typeface="Malgun Gothic"/>
                <a:sym typeface="Malgun Gothic"/>
              </a:rPr>
              <a:t>장애유형</a:t>
            </a:r>
            <a:endParaRPr sz="1200">
              <a:latin typeface="Malgun Gothic"/>
              <a:ea typeface="Malgun Gothic"/>
              <a:cs typeface="Malgun Gothic"/>
              <a:sym typeface="Malgun Gothic"/>
            </a:endParaRPr>
          </a:p>
        </p:txBody>
      </p:sp>
      <p:sp>
        <p:nvSpPr>
          <p:cNvPr id="1012" name="Google Shape;1012;p47"/>
          <p:cNvSpPr/>
          <p:nvPr/>
        </p:nvSpPr>
        <p:spPr>
          <a:xfrm>
            <a:off x="3088235" y="1254100"/>
            <a:ext cx="11403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장애유형</a:t>
            </a:r>
            <a:endParaRPr sz="1200">
              <a:latin typeface="Malgun Gothic"/>
              <a:ea typeface="Malgun Gothic"/>
              <a:cs typeface="Malgun Gothic"/>
              <a:sym typeface="Malgun Gothic"/>
            </a:endParaRPr>
          </a:p>
        </p:txBody>
      </p:sp>
      <p:sp>
        <p:nvSpPr>
          <p:cNvPr id="1013" name="Google Shape;1013;p47"/>
          <p:cNvSpPr/>
          <p:nvPr/>
        </p:nvSpPr>
        <p:spPr>
          <a:xfrm>
            <a:off x="2249582" y="1652200"/>
            <a:ext cx="838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담당자</a:t>
            </a:r>
            <a:endParaRPr sz="1200">
              <a:latin typeface="Malgun Gothic"/>
              <a:ea typeface="Malgun Gothic"/>
              <a:cs typeface="Malgun Gothic"/>
              <a:sym typeface="Malgun Gothic"/>
            </a:endParaRPr>
          </a:p>
        </p:txBody>
      </p:sp>
      <p:sp>
        <p:nvSpPr>
          <p:cNvPr id="1014" name="Google Shape;1014;p47"/>
          <p:cNvSpPr/>
          <p:nvPr/>
        </p:nvSpPr>
        <p:spPr>
          <a:xfrm>
            <a:off x="3088235" y="1652200"/>
            <a:ext cx="11403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담당자</a:t>
            </a:r>
            <a:endParaRPr sz="1200">
              <a:latin typeface="Malgun Gothic"/>
              <a:ea typeface="Malgun Gothic"/>
              <a:cs typeface="Malgun Gothic"/>
              <a:sym typeface="Malgun Gothic"/>
            </a:endParaRPr>
          </a:p>
        </p:txBody>
      </p:sp>
      <p:sp>
        <p:nvSpPr>
          <p:cNvPr id="1015" name="Google Shape;1015;p47"/>
          <p:cNvSpPr txBox="1"/>
          <p:nvPr/>
        </p:nvSpPr>
        <p:spPr>
          <a:xfrm>
            <a:off x="5262825" y="2096700"/>
            <a:ext cx="1140300" cy="1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1000">
                <a:solidFill>
                  <a:schemeClr val="dk1"/>
                </a:solidFill>
                <a:latin typeface="Malgun Gothic"/>
                <a:ea typeface="Malgun Gothic"/>
                <a:cs typeface="Malgun Gothic"/>
                <a:sym typeface="Malgun Gothic"/>
              </a:rPr>
              <a:t>계획작성일시 |</a:t>
            </a:r>
            <a:endParaRPr sz="1000">
              <a:solidFill>
                <a:schemeClr val="dk1"/>
              </a:solidFill>
              <a:latin typeface="Malgun Gothic"/>
              <a:ea typeface="Malgun Gothic"/>
              <a:cs typeface="Malgun Gothic"/>
              <a:sym typeface="Malgun Gothic"/>
            </a:endParaRPr>
          </a:p>
        </p:txBody>
      </p:sp>
      <p:sp>
        <p:nvSpPr>
          <p:cNvPr id="1016" name="Google Shape;1016;p47"/>
          <p:cNvSpPr txBox="1"/>
          <p:nvPr/>
        </p:nvSpPr>
        <p:spPr>
          <a:xfrm>
            <a:off x="6213750" y="2096700"/>
            <a:ext cx="1419300" cy="18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2024-01-08 12:34:56</a:t>
            </a:r>
            <a:endParaRPr sz="1000">
              <a:solidFill>
                <a:schemeClr val="dk1"/>
              </a:solidFill>
              <a:latin typeface="Malgun Gothic"/>
              <a:ea typeface="Malgun Gothic"/>
              <a:cs typeface="Malgun Gothic"/>
              <a:sym typeface="Malgun Gothic"/>
            </a:endParaRPr>
          </a:p>
        </p:txBody>
      </p:sp>
      <p:sp>
        <p:nvSpPr>
          <p:cNvPr id="1017" name="Google Shape;1017;p47"/>
          <p:cNvSpPr/>
          <p:nvPr/>
        </p:nvSpPr>
        <p:spPr>
          <a:xfrm>
            <a:off x="276600" y="8585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018" name="Google Shape;1018;p47"/>
          <p:cNvSpPr txBox="1"/>
          <p:nvPr/>
        </p:nvSpPr>
        <p:spPr>
          <a:xfrm>
            <a:off x="5262825" y="2096688"/>
            <a:ext cx="1140300" cy="1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1000">
                <a:solidFill>
                  <a:schemeClr val="dk1"/>
                </a:solidFill>
                <a:latin typeface="Malgun Gothic"/>
                <a:ea typeface="Malgun Gothic"/>
                <a:cs typeface="Malgun Gothic"/>
                <a:sym typeface="Malgun Gothic"/>
              </a:rPr>
              <a:t>계획작성일시 |</a:t>
            </a:r>
            <a:endParaRPr sz="1000">
              <a:solidFill>
                <a:schemeClr val="dk1"/>
              </a:solidFill>
              <a:latin typeface="Malgun Gothic"/>
              <a:ea typeface="Malgun Gothic"/>
              <a:cs typeface="Malgun Gothic"/>
              <a:sym typeface="Malgun Gothic"/>
            </a:endParaRPr>
          </a:p>
        </p:txBody>
      </p:sp>
      <p:sp>
        <p:nvSpPr>
          <p:cNvPr id="1019" name="Google Shape;1019;p47"/>
          <p:cNvSpPr txBox="1"/>
          <p:nvPr/>
        </p:nvSpPr>
        <p:spPr>
          <a:xfrm>
            <a:off x="546450" y="1029850"/>
            <a:ext cx="998700" cy="1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1000">
                <a:solidFill>
                  <a:schemeClr val="dk1"/>
                </a:solidFill>
                <a:latin typeface="Malgun Gothic"/>
                <a:ea typeface="Malgun Gothic"/>
                <a:cs typeface="Malgun Gothic"/>
                <a:sym typeface="Malgun Gothic"/>
              </a:rPr>
              <a:t>지원자 정보 </a:t>
            </a:r>
            <a:r>
              <a:rPr lang="ko-KR" sz="1000">
                <a:solidFill>
                  <a:schemeClr val="dk1"/>
                </a:solidFill>
                <a:latin typeface="Malgun Gothic"/>
                <a:ea typeface="Malgun Gothic"/>
                <a:cs typeface="Malgun Gothic"/>
                <a:sym typeface="Malgun Gothic"/>
              </a:rPr>
              <a:t>|</a:t>
            </a:r>
            <a:endParaRPr sz="1000">
              <a:solidFill>
                <a:schemeClr val="dk1"/>
              </a:solidFill>
              <a:latin typeface="Malgun Gothic"/>
              <a:ea typeface="Malgun Gothic"/>
              <a:cs typeface="Malgun Gothic"/>
              <a:sym typeface="Malgun Gothic"/>
            </a:endParaRPr>
          </a:p>
        </p:txBody>
      </p:sp>
      <p:sp>
        <p:nvSpPr>
          <p:cNvPr id="1020" name="Google Shape;1020;p47"/>
          <p:cNvSpPr/>
          <p:nvPr/>
        </p:nvSpPr>
        <p:spPr>
          <a:xfrm>
            <a:off x="5964800" y="5918370"/>
            <a:ext cx="698100" cy="3489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승인</a:t>
            </a:r>
            <a:endParaRPr b="1" sz="1300">
              <a:solidFill>
                <a:schemeClr val="lt1"/>
              </a:solidFill>
              <a:latin typeface="Malgun Gothic"/>
              <a:ea typeface="Malgun Gothic"/>
              <a:cs typeface="Malgun Gothic"/>
              <a:sym typeface="Malgun Gothic"/>
            </a:endParaRPr>
          </a:p>
        </p:txBody>
      </p:sp>
      <p:sp>
        <p:nvSpPr>
          <p:cNvPr id="1021" name="Google Shape;1021;p47"/>
          <p:cNvSpPr/>
          <p:nvPr/>
        </p:nvSpPr>
        <p:spPr>
          <a:xfrm>
            <a:off x="6815375" y="5918205"/>
            <a:ext cx="698100" cy="348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반려</a:t>
            </a:r>
            <a:endParaRPr b="1" sz="1300">
              <a:solidFill>
                <a:schemeClr val="lt1"/>
              </a:solidFill>
              <a:latin typeface="Malgun Gothic"/>
              <a:ea typeface="Malgun Gothic"/>
              <a:cs typeface="Malgun Gothic"/>
              <a:sym typeface="Malgun Gothic"/>
            </a:endParaRPr>
          </a:p>
        </p:txBody>
      </p:sp>
      <p:sp>
        <p:nvSpPr>
          <p:cNvPr id="1022" name="Google Shape;1022;p47"/>
          <p:cNvSpPr/>
          <p:nvPr/>
        </p:nvSpPr>
        <p:spPr>
          <a:xfrm>
            <a:off x="5114225" y="5918370"/>
            <a:ext cx="698100" cy="348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수정</a:t>
            </a:r>
            <a:endParaRPr b="1" sz="1300">
              <a:solidFill>
                <a:schemeClr val="lt1"/>
              </a:solidFill>
              <a:latin typeface="Malgun Gothic"/>
              <a:ea typeface="Malgun Gothic"/>
              <a:cs typeface="Malgun Gothic"/>
              <a:sym typeface="Malgun Gothic"/>
            </a:endParaRPr>
          </a:p>
        </p:txBody>
      </p:sp>
      <p:sp>
        <p:nvSpPr>
          <p:cNvPr id="1023" name="Google Shape;1023;p47"/>
          <p:cNvSpPr/>
          <p:nvPr/>
        </p:nvSpPr>
        <p:spPr>
          <a:xfrm>
            <a:off x="5913250" y="57643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024" name="Google Shape;1024;p47"/>
          <p:cNvSpPr/>
          <p:nvPr/>
        </p:nvSpPr>
        <p:spPr>
          <a:xfrm>
            <a:off x="6749850" y="57643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sp>
        <p:nvSpPr>
          <p:cNvPr id="1025" name="Google Shape;1025;p47"/>
          <p:cNvSpPr/>
          <p:nvPr/>
        </p:nvSpPr>
        <p:spPr>
          <a:xfrm>
            <a:off x="7809325" y="537842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sp>
        <p:nvSpPr>
          <p:cNvPr id="1026" name="Google Shape;1026;p47"/>
          <p:cNvSpPr/>
          <p:nvPr/>
        </p:nvSpPr>
        <p:spPr>
          <a:xfrm>
            <a:off x="4182300" y="5906350"/>
            <a:ext cx="895200" cy="348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결과조회</a:t>
            </a:r>
            <a:endParaRPr b="1" sz="1300">
              <a:solidFill>
                <a:schemeClr val="lt1"/>
              </a:solidFill>
              <a:latin typeface="Malgun Gothic"/>
              <a:ea typeface="Malgun Gothic"/>
              <a:cs typeface="Malgun Gothic"/>
              <a:sym typeface="Malgun Gothic"/>
            </a:endParaRPr>
          </a:p>
        </p:txBody>
      </p:sp>
      <p:sp>
        <p:nvSpPr>
          <p:cNvPr id="1027" name="Google Shape;1027;p47"/>
          <p:cNvSpPr/>
          <p:nvPr/>
        </p:nvSpPr>
        <p:spPr>
          <a:xfrm>
            <a:off x="4057450" y="57643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6</a:t>
            </a:r>
            <a:endParaRPr>
              <a:solidFill>
                <a:srgbClr val="FFFFFF"/>
              </a:solidFill>
              <a:latin typeface="Malgun Gothic"/>
              <a:ea typeface="Malgun Gothic"/>
              <a:cs typeface="Malgun Gothic"/>
              <a:sym typeface="Malgun Gothic"/>
            </a:endParaRPr>
          </a:p>
        </p:txBody>
      </p:sp>
      <p:sp>
        <p:nvSpPr>
          <p:cNvPr id="1028" name="Google Shape;1028;p47"/>
          <p:cNvSpPr/>
          <p:nvPr/>
        </p:nvSpPr>
        <p:spPr>
          <a:xfrm>
            <a:off x="5011125" y="57643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029" name="Google Shape;1029;p47"/>
          <p:cNvSpPr/>
          <p:nvPr/>
        </p:nvSpPr>
        <p:spPr>
          <a:xfrm>
            <a:off x="828800" y="5917250"/>
            <a:ext cx="1217100" cy="3489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수정이력</a:t>
            </a:r>
            <a:endParaRPr>
              <a:solidFill>
                <a:schemeClr val="lt1"/>
              </a:solidFill>
              <a:latin typeface="Malgun Gothic"/>
              <a:ea typeface="Malgun Gothic"/>
              <a:cs typeface="Malgun Gothic"/>
              <a:sym typeface="Malgun Gothic"/>
            </a:endParaRPr>
          </a:p>
        </p:txBody>
      </p:sp>
      <p:sp>
        <p:nvSpPr>
          <p:cNvPr id="1030" name="Google Shape;1030;p47"/>
          <p:cNvSpPr/>
          <p:nvPr/>
        </p:nvSpPr>
        <p:spPr>
          <a:xfrm>
            <a:off x="676114" y="57643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7</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graphicFrame>
        <p:nvGraphicFramePr>
          <p:cNvPr id="1036" name="Google Shape;1036;p48"/>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승인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관리자가 승인 버튼을 눌렀을 때 출력되는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1037" name="Google Shape;1037;p48"/>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view-035</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승인 </a:t>
                      </a:r>
                      <a:r>
                        <a:rPr lang="ko-KR"/>
                        <a:t>완료</a:t>
                      </a:r>
                      <a:r>
                        <a:rPr lang="ko-KR"/>
                        <a:t>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지원계획을 승인</a:t>
                      </a:r>
                      <a:r>
                        <a:rPr lang="ko-KR"/>
                        <a:t>처리 </a:t>
                      </a:r>
                      <a:r>
                        <a:rPr lang="ko-KR"/>
                        <a:t>하였을 때 출력되는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기관 관리자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지원계획이 승인되었을 때 출력되는 alert창.</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승인 완료 alert창은 3초 후 자동으로 닫히며, 혹은 alert 영역 밖을 클릭하면 닫힌다.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038" name="Google Shape;1038;p48"/>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039" name="Google Shape;1039;p48"/>
          <p:cNvSpPr txBox="1"/>
          <p:nvPr/>
        </p:nvSpPr>
        <p:spPr>
          <a:xfrm>
            <a:off x="989975" y="2607500"/>
            <a:ext cx="6281400" cy="1600800"/>
          </a:xfrm>
          <a:prstGeom prst="rect">
            <a:avLst/>
          </a:prstGeom>
          <a:noFill/>
          <a:ln>
            <a:noFill/>
          </a:ln>
        </p:spPr>
        <p:txBody>
          <a:bodyPr anchorCtr="0" anchor="ctr" bIns="91425" lIns="91425" spcFirstLastPara="1" rIns="91425" wrap="square" tIns="91425">
            <a:noAutofit/>
          </a:bodyPr>
          <a:lstStyle/>
          <a:p>
            <a:pPr indent="0" lvl="0" marL="0" rtl="0" algn="ctr">
              <a:lnSpc>
                <a:spcPct val="150000"/>
              </a:lnSpc>
              <a:spcBef>
                <a:spcPts val="1500"/>
              </a:spcBef>
              <a:spcAft>
                <a:spcPts val="1500"/>
              </a:spcAft>
              <a:buNone/>
            </a:pPr>
            <a:r>
              <a:rPr b="1" lang="ko-KR" sz="9600">
                <a:solidFill>
                  <a:srgbClr val="0A0A0A"/>
                </a:solidFill>
                <a:highlight>
                  <a:srgbClr val="FFFFFF"/>
                </a:highlight>
              </a:rPr>
              <a:t>✅</a:t>
            </a:r>
            <a:endParaRPr sz="9600">
              <a:solidFill>
                <a:schemeClr val="accent6"/>
              </a:solidFill>
              <a:latin typeface="Malgun Gothic"/>
              <a:ea typeface="Malgun Gothic"/>
              <a:cs typeface="Malgun Gothic"/>
              <a:sym typeface="Malgun Gothic"/>
            </a:endParaRPr>
          </a:p>
        </p:txBody>
      </p:sp>
      <p:sp>
        <p:nvSpPr>
          <p:cNvPr id="1040" name="Google Shape;1040;p48"/>
          <p:cNvSpPr txBox="1"/>
          <p:nvPr/>
        </p:nvSpPr>
        <p:spPr>
          <a:xfrm>
            <a:off x="989975" y="4438400"/>
            <a:ext cx="6281400" cy="61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2800">
                <a:solidFill>
                  <a:schemeClr val="dk1"/>
                </a:solidFill>
                <a:latin typeface="Malgun Gothic"/>
                <a:ea typeface="Malgun Gothic"/>
                <a:cs typeface="Malgun Gothic"/>
                <a:sym typeface="Malgun Gothic"/>
              </a:rPr>
              <a:t>지원계획이 승인되었습니다.</a:t>
            </a:r>
            <a:endParaRPr sz="2800">
              <a:solidFill>
                <a:schemeClr val="dk1"/>
              </a:solidFill>
              <a:latin typeface="Malgun Gothic"/>
              <a:ea typeface="Malgun Gothic"/>
              <a:cs typeface="Malgun Gothic"/>
              <a:sym typeface="Malgun Gothic"/>
            </a:endParaRPr>
          </a:p>
        </p:txBody>
      </p:sp>
      <p:sp>
        <p:nvSpPr>
          <p:cNvPr id="1041" name="Google Shape;1041;p48"/>
          <p:cNvSpPr/>
          <p:nvPr/>
        </p:nvSpPr>
        <p:spPr>
          <a:xfrm>
            <a:off x="822975" y="16071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042" name="Google Shape;1042;p48"/>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승인 완료</a:t>
            </a:r>
            <a:endParaRPr b="1" sz="1700">
              <a:solidFill>
                <a:srgbClr val="D9D9D9"/>
              </a:solidFill>
              <a:latin typeface="Malgun Gothic"/>
              <a:ea typeface="Malgun Gothic"/>
              <a:cs typeface="Malgun Gothic"/>
              <a:sym typeface="Malgun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graphicFrame>
        <p:nvGraphicFramePr>
          <p:cNvPr id="1048" name="Google Shape;1048;p49"/>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view-036</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반려사유 작성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res-7, res-8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반려처리 할 때, 반려 사유를 작성하는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기관 관리자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지원계획을 반려할때 출력되는 modal 창으로 반려사유를 작성한다.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반려사유를 작성하는 입력창.</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반려 사유 작성 modal을 닫고 반려 완료 modal을 출력한다.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반려 버튼은 기본 비활성화 상태로, 반려 사유를 작성하면 반려 버튼이 활성화된다.</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049" name="Google Shape;1049;p49"/>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050" name="Google Shape;1050;p49"/>
          <p:cNvSpPr/>
          <p:nvPr/>
        </p:nvSpPr>
        <p:spPr>
          <a:xfrm>
            <a:off x="1969025" y="2801025"/>
            <a:ext cx="5204700" cy="17862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반려 사유는 반드시 입력해야 합니다.</a:t>
            </a:r>
            <a:endParaRPr>
              <a:latin typeface="Malgun Gothic"/>
              <a:ea typeface="Malgun Gothic"/>
              <a:cs typeface="Malgun Gothic"/>
              <a:sym typeface="Malgun Gothic"/>
            </a:endParaRPr>
          </a:p>
        </p:txBody>
      </p:sp>
      <p:sp>
        <p:nvSpPr>
          <p:cNvPr id="1051" name="Google Shape;1051;p49"/>
          <p:cNvSpPr/>
          <p:nvPr/>
        </p:nvSpPr>
        <p:spPr>
          <a:xfrm>
            <a:off x="6475600" y="4666809"/>
            <a:ext cx="698100" cy="348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반려</a:t>
            </a:r>
            <a:endParaRPr b="1" sz="1300">
              <a:solidFill>
                <a:schemeClr val="lt1"/>
              </a:solidFill>
              <a:latin typeface="Malgun Gothic"/>
              <a:ea typeface="Malgun Gothic"/>
              <a:cs typeface="Malgun Gothic"/>
              <a:sym typeface="Malgun Gothic"/>
            </a:endParaRPr>
          </a:p>
        </p:txBody>
      </p:sp>
      <p:sp>
        <p:nvSpPr>
          <p:cNvPr id="1052" name="Google Shape;1052;p49"/>
          <p:cNvSpPr txBox="1"/>
          <p:nvPr/>
        </p:nvSpPr>
        <p:spPr>
          <a:xfrm>
            <a:off x="1056600" y="2801025"/>
            <a:ext cx="7575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ko-KR" sz="1500">
                <a:solidFill>
                  <a:schemeClr val="dk1"/>
                </a:solidFill>
                <a:latin typeface="Malgun Gothic"/>
                <a:ea typeface="Malgun Gothic"/>
                <a:cs typeface="Malgun Gothic"/>
                <a:sym typeface="Malgun Gothic"/>
              </a:rPr>
              <a:t>사유</a:t>
            </a:r>
            <a:endParaRPr sz="1500">
              <a:solidFill>
                <a:schemeClr val="dk1"/>
              </a:solidFill>
              <a:latin typeface="Malgun Gothic"/>
              <a:ea typeface="Malgun Gothic"/>
              <a:cs typeface="Malgun Gothic"/>
              <a:sym typeface="Malgun Gothic"/>
            </a:endParaRPr>
          </a:p>
        </p:txBody>
      </p:sp>
      <p:sp>
        <p:nvSpPr>
          <p:cNvPr id="1053" name="Google Shape;1053;p49"/>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반려 사유</a:t>
            </a:r>
            <a:endParaRPr b="1" sz="1700">
              <a:solidFill>
                <a:srgbClr val="D9D9D9"/>
              </a:solidFill>
              <a:latin typeface="Malgun Gothic"/>
              <a:ea typeface="Malgun Gothic"/>
              <a:cs typeface="Malgun Gothic"/>
              <a:sym typeface="Malgun Gothic"/>
            </a:endParaRPr>
          </a:p>
        </p:txBody>
      </p:sp>
      <p:sp>
        <p:nvSpPr>
          <p:cNvPr id="1054" name="Google Shape;1054;p49"/>
          <p:cNvSpPr txBox="1"/>
          <p:nvPr/>
        </p:nvSpPr>
        <p:spPr>
          <a:xfrm>
            <a:off x="6718450" y="2133150"/>
            <a:ext cx="388800" cy="28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1500">
                <a:solidFill>
                  <a:srgbClr val="D9D9D9"/>
                </a:solidFill>
                <a:latin typeface="Malgun Gothic"/>
                <a:ea typeface="Malgun Gothic"/>
                <a:cs typeface="Malgun Gothic"/>
                <a:sym typeface="Malgun Gothic"/>
              </a:rPr>
              <a:t>Ｘ</a:t>
            </a:r>
            <a:endParaRPr sz="1500">
              <a:solidFill>
                <a:srgbClr val="D9D9D9"/>
              </a:solidFill>
              <a:latin typeface="Malgun Gothic"/>
              <a:ea typeface="Malgun Gothic"/>
              <a:cs typeface="Malgun Gothic"/>
              <a:sym typeface="Malgun Gothic"/>
            </a:endParaRPr>
          </a:p>
        </p:txBody>
      </p:sp>
      <p:sp>
        <p:nvSpPr>
          <p:cNvPr id="1055" name="Google Shape;1055;p49"/>
          <p:cNvSpPr/>
          <p:nvPr/>
        </p:nvSpPr>
        <p:spPr>
          <a:xfrm>
            <a:off x="822975" y="16071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056" name="Google Shape;1056;p49"/>
          <p:cNvSpPr/>
          <p:nvPr/>
        </p:nvSpPr>
        <p:spPr>
          <a:xfrm>
            <a:off x="1886225" y="26260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057" name="Google Shape;1057;p49"/>
          <p:cNvSpPr/>
          <p:nvPr/>
        </p:nvSpPr>
        <p:spPr>
          <a:xfrm>
            <a:off x="6360775" y="44867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graphicFrame>
        <p:nvGraphicFramePr>
          <p:cNvPr id="1063" name="Google Shape;1063;p50"/>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view-037</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반려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res-7, 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반려처리 하였을 때 출력되는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기관 관리자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a:t>
                      </a:r>
                      <a:r>
                        <a:rPr lang="ko-KR" sz="1000"/>
                        <a:t>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 반려버튼을 눌렸을 때 출력되는 alert창.</a:t>
                      </a:r>
                      <a:endParaRPr sz="1000">
                        <a:solidFill>
                          <a:srgbClr val="2F5496"/>
                        </a:solidFill>
                      </a:endParaRPr>
                    </a:p>
                    <a:p>
                      <a:pPr indent="0" lvl="0" marL="0" marR="0" rtl="0" algn="l">
                        <a:spcBef>
                          <a:spcPts val="0"/>
                        </a:spcBef>
                        <a:spcAft>
                          <a:spcPts val="0"/>
                        </a:spcAft>
                        <a:buNone/>
                      </a:pPr>
                      <a:r>
                        <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반려 완료 alert창은 3초 후 자동으로 닫히며, 혹은 alert 영역 밖을 클릭하면 닫힌다.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064" name="Google Shape;1064;p50"/>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065" name="Google Shape;1065;p50"/>
          <p:cNvSpPr txBox="1"/>
          <p:nvPr/>
        </p:nvSpPr>
        <p:spPr>
          <a:xfrm>
            <a:off x="989975" y="2628600"/>
            <a:ext cx="6281400" cy="1600800"/>
          </a:xfrm>
          <a:prstGeom prst="rect">
            <a:avLst/>
          </a:prstGeom>
          <a:noFill/>
          <a:ln>
            <a:noFill/>
          </a:ln>
        </p:spPr>
        <p:txBody>
          <a:bodyPr anchorCtr="0" anchor="ctr" bIns="91425" lIns="91425" spcFirstLastPara="1" rIns="91425" wrap="square" tIns="91425">
            <a:noAutofit/>
          </a:bodyPr>
          <a:lstStyle/>
          <a:p>
            <a:pPr indent="0" lvl="0" marL="0" rtl="0" algn="ctr">
              <a:lnSpc>
                <a:spcPct val="150000"/>
              </a:lnSpc>
              <a:spcBef>
                <a:spcPts val="1500"/>
              </a:spcBef>
              <a:spcAft>
                <a:spcPts val="1500"/>
              </a:spcAft>
              <a:buNone/>
            </a:pPr>
            <a:r>
              <a:rPr lang="ko-KR" sz="9600">
                <a:solidFill>
                  <a:srgbClr val="0A0A0A"/>
                </a:solidFill>
                <a:highlight>
                  <a:srgbClr val="FFFFFF"/>
                </a:highlight>
              </a:rPr>
              <a:t>❌</a:t>
            </a:r>
            <a:endParaRPr sz="9600">
              <a:solidFill>
                <a:schemeClr val="accent6"/>
              </a:solidFill>
              <a:latin typeface="Malgun Gothic"/>
              <a:ea typeface="Malgun Gothic"/>
              <a:cs typeface="Malgun Gothic"/>
              <a:sym typeface="Malgun Gothic"/>
            </a:endParaRPr>
          </a:p>
        </p:txBody>
      </p:sp>
      <p:sp>
        <p:nvSpPr>
          <p:cNvPr id="1066" name="Google Shape;1066;p50"/>
          <p:cNvSpPr txBox="1"/>
          <p:nvPr/>
        </p:nvSpPr>
        <p:spPr>
          <a:xfrm>
            <a:off x="989975" y="4438400"/>
            <a:ext cx="6281400" cy="61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2800">
                <a:solidFill>
                  <a:schemeClr val="dk1"/>
                </a:solidFill>
                <a:latin typeface="Malgun Gothic"/>
                <a:ea typeface="Malgun Gothic"/>
                <a:cs typeface="Malgun Gothic"/>
                <a:sym typeface="Malgun Gothic"/>
              </a:rPr>
              <a:t>지원 계획이 </a:t>
            </a:r>
            <a:r>
              <a:rPr lang="ko-KR" sz="2800">
                <a:solidFill>
                  <a:schemeClr val="dk1"/>
                </a:solidFill>
                <a:latin typeface="Malgun Gothic"/>
                <a:ea typeface="Malgun Gothic"/>
                <a:cs typeface="Malgun Gothic"/>
                <a:sym typeface="Malgun Gothic"/>
              </a:rPr>
              <a:t>반려</a:t>
            </a:r>
            <a:r>
              <a:rPr lang="ko-KR" sz="2800">
                <a:solidFill>
                  <a:schemeClr val="dk1"/>
                </a:solidFill>
                <a:latin typeface="Malgun Gothic"/>
                <a:ea typeface="Malgun Gothic"/>
                <a:cs typeface="Malgun Gothic"/>
                <a:sym typeface="Malgun Gothic"/>
              </a:rPr>
              <a:t>되었습니다.</a:t>
            </a:r>
            <a:endParaRPr sz="2800">
              <a:solidFill>
                <a:schemeClr val="dk1"/>
              </a:solidFill>
              <a:latin typeface="Malgun Gothic"/>
              <a:ea typeface="Malgun Gothic"/>
              <a:cs typeface="Malgun Gothic"/>
              <a:sym typeface="Malgun Gothic"/>
            </a:endParaRPr>
          </a:p>
        </p:txBody>
      </p:sp>
      <p:sp>
        <p:nvSpPr>
          <p:cNvPr id="1067" name="Google Shape;1067;p50"/>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반려</a:t>
            </a:r>
            <a:r>
              <a:rPr b="1" lang="ko-KR" sz="1700">
                <a:solidFill>
                  <a:srgbClr val="D9D9D9"/>
                </a:solidFill>
                <a:latin typeface="Malgun Gothic"/>
                <a:ea typeface="Malgun Gothic"/>
                <a:cs typeface="Malgun Gothic"/>
                <a:sym typeface="Malgun Gothic"/>
              </a:rPr>
              <a:t> 완료</a:t>
            </a:r>
            <a:endParaRPr b="1" sz="1700">
              <a:solidFill>
                <a:srgbClr val="D9D9D9"/>
              </a:solidFill>
              <a:latin typeface="Malgun Gothic"/>
              <a:ea typeface="Malgun Gothic"/>
              <a:cs typeface="Malgun Gothic"/>
              <a:sym typeface="Malgun Gothic"/>
            </a:endParaRPr>
          </a:p>
        </p:txBody>
      </p:sp>
      <p:sp>
        <p:nvSpPr>
          <p:cNvPr id="1068" name="Google Shape;1068;p50"/>
          <p:cNvSpPr/>
          <p:nvPr/>
        </p:nvSpPr>
        <p:spPr>
          <a:xfrm>
            <a:off x="822975" y="16071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graphicFrame>
        <p:nvGraphicFramePr>
          <p:cNvPr id="1074" name="Google Shape;1074;p51"/>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view-038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지원결과 부재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지원결과가 존재하지 않을 때 출력되는 창</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기관 관리자, </a:t>
                      </a:r>
                      <a:r>
                        <a:rPr lang="ko-KR" sz="1000"/>
                        <a:t>이용자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a:t>
                      </a:r>
                      <a:r>
                        <a:rPr lang="ko-KR" sz="1000"/>
                        <a:t>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지원결과가 존재하지 않을때 출력되는 modal창</a:t>
                      </a:r>
                      <a:endParaRPr sz="1000">
                        <a:solidFill>
                          <a:srgbClr val="2F5496"/>
                        </a:solidFill>
                      </a:endParaRPr>
                    </a:p>
                    <a:p>
                      <a:pPr indent="0" lvl="0" marL="0" marR="0" rtl="0" algn="l">
                        <a:spcBef>
                          <a:spcPts val="0"/>
                        </a:spcBef>
                        <a:spcAft>
                          <a:spcPts val="0"/>
                        </a:spcAft>
                        <a:buNone/>
                      </a:pPr>
                      <a:r>
                        <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담당자는 지원결과가 존재하지 않을 경우, 지원결과 작성페이지로 이동한다.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075" name="Google Shape;1075;p51"/>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076" name="Google Shape;1076;p51"/>
          <p:cNvSpPr txBox="1"/>
          <p:nvPr/>
        </p:nvSpPr>
        <p:spPr>
          <a:xfrm>
            <a:off x="989975" y="2628600"/>
            <a:ext cx="6281400" cy="1600800"/>
          </a:xfrm>
          <a:prstGeom prst="rect">
            <a:avLst/>
          </a:prstGeom>
          <a:noFill/>
          <a:ln>
            <a:noFill/>
          </a:ln>
        </p:spPr>
        <p:txBody>
          <a:bodyPr anchorCtr="0" anchor="ctr" bIns="91425" lIns="91425" spcFirstLastPara="1" rIns="91425" wrap="square" tIns="91425">
            <a:noAutofit/>
          </a:bodyPr>
          <a:lstStyle/>
          <a:p>
            <a:pPr indent="0" lvl="0" marL="0" rtl="0" algn="ctr">
              <a:lnSpc>
                <a:spcPct val="150000"/>
              </a:lnSpc>
              <a:spcBef>
                <a:spcPts val="1500"/>
              </a:spcBef>
              <a:spcAft>
                <a:spcPts val="1500"/>
              </a:spcAft>
              <a:buNone/>
            </a:pPr>
            <a:r>
              <a:rPr lang="ko-KR" sz="9600">
                <a:solidFill>
                  <a:srgbClr val="0A0A0A"/>
                </a:solidFill>
                <a:highlight>
                  <a:srgbClr val="FFFFFF"/>
                </a:highlight>
              </a:rPr>
              <a:t>❌</a:t>
            </a:r>
            <a:endParaRPr sz="9600">
              <a:solidFill>
                <a:schemeClr val="accent6"/>
              </a:solidFill>
              <a:latin typeface="Malgun Gothic"/>
              <a:ea typeface="Malgun Gothic"/>
              <a:cs typeface="Malgun Gothic"/>
              <a:sym typeface="Malgun Gothic"/>
            </a:endParaRPr>
          </a:p>
        </p:txBody>
      </p:sp>
      <p:sp>
        <p:nvSpPr>
          <p:cNvPr id="1077" name="Google Shape;1077;p51"/>
          <p:cNvSpPr txBox="1"/>
          <p:nvPr/>
        </p:nvSpPr>
        <p:spPr>
          <a:xfrm>
            <a:off x="989975" y="4438400"/>
            <a:ext cx="6281400" cy="61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2800">
                <a:solidFill>
                  <a:schemeClr val="dk1"/>
                </a:solidFill>
                <a:latin typeface="Malgun Gothic"/>
                <a:ea typeface="Malgun Gothic"/>
                <a:cs typeface="Malgun Gothic"/>
                <a:sym typeface="Malgun Gothic"/>
              </a:rPr>
              <a:t>지원 </a:t>
            </a:r>
            <a:r>
              <a:rPr lang="ko-KR" sz="2800">
                <a:solidFill>
                  <a:schemeClr val="dk1"/>
                </a:solidFill>
                <a:latin typeface="Malgun Gothic"/>
                <a:ea typeface="Malgun Gothic"/>
                <a:cs typeface="Malgun Gothic"/>
                <a:sym typeface="Malgun Gothic"/>
              </a:rPr>
              <a:t>결과가 존재하지 않습니다.</a:t>
            </a:r>
            <a:endParaRPr sz="2800">
              <a:solidFill>
                <a:schemeClr val="dk1"/>
              </a:solidFill>
              <a:latin typeface="Malgun Gothic"/>
              <a:ea typeface="Malgun Gothic"/>
              <a:cs typeface="Malgun Gothic"/>
              <a:sym typeface="Malgun Gothic"/>
            </a:endParaRPr>
          </a:p>
        </p:txBody>
      </p:sp>
      <p:sp>
        <p:nvSpPr>
          <p:cNvPr id="1078" name="Google Shape;1078;p51"/>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지원결과 찾을 수 없음</a:t>
            </a:r>
            <a:endParaRPr b="1" sz="1700">
              <a:solidFill>
                <a:srgbClr val="D9D9D9"/>
              </a:solidFill>
              <a:latin typeface="Malgun Gothic"/>
              <a:ea typeface="Malgun Gothic"/>
              <a:cs typeface="Malgun Gothic"/>
              <a:sym typeface="Malgun Gothic"/>
            </a:endParaRPr>
          </a:p>
        </p:txBody>
      </p:sp>
      <p:sp>
        <p:nvSpPr>
          <p:cNvPr id="1079" name="Google Shape;1079;p51"/>
          <p:cNvSpPr/>
          <p:nvPr/>
        </p:nvSpPr>
        <p:spPr>
          <a:xfrm>
            <a:off x="822975" y="16071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080" name="Google Shape;1080;p51"/>
          <p:cNvSpPr txBox="1"/>
          <p:nvPr/>
        </p:nvSpPr>
        <p:spPr>
          <a:xfrm>
            <a:off x="6718450" y="2133150"/>
            <a:ext cx="388800" cy="28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1500">
                <a:solidFill>
                  <a:srgbClr val="D9D9D9"/>
                </a:solidFill>
                <a:latin typeface="Malgun Gothic"/>
                <a:ea typeface="Malgun Gothic"/>
                <a:cs typeface="Malgun Gothic"/>
                <a:sym typeface="Malgun Gothic"/>
              </a:rPr>
              <a:t>Ｘ</a:t>
            </a:r>
            <a:endParaRPr sz="1500">
              <a:solidFill>
                <a:srgbClr val="D9D9D9"/>
              </a:solidFill>
              <a:latin typeface="Malgun Gothic"/>
              <a:ea typeface="Malgun Gothic"/>
              <a:cs typeface="Malgun Gothic"/>
              <a:sym typeface="Malgun Gothic"/>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graphicFrame>
        <p:nvGraphicFramePr>
          <p:cNvPr id="1086" name="Google Shape;1086;p52"/>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view-039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지원결과 작성 및 수정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지원결과를 작성/수정하는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담당자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지원계획을 기반으로 진행한 지원에 대한 결과를 작성하거나 수정할 수 있는 페이지. 지원계획 영역은 지원 계획의 제목, 내용, 첨부파일을 조회할 수 있다.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데이터베이스에 입력했던 데이터를 저장한다.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제목, 내용, 첨부 창을 포함하여 승인요청 버튼과 취소 버튼을 밑에 추가로 생성한다.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담당자가 기관 관리자에게 승인을 요청하는 것을 한번 더 확인하는 modal창을 출력한다.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해당 지원 결과를 삭제한다.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수정된 내용을 업데이트한 후, 조회 페이지로 돌아온다.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수정이력을 통해 본 ppt 16슬라이드의 ‘수정이력’ 화면을 조회 가능하다.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수정완료 버튼은 수정버튼을 눌렀을 때에만 출력되며, 이 때 승인요청 버튼과 취소 버튼은 출력되지 않는다.(수정완료 버튼은 취소 버튼의 위치에 출력된다.)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임시저장 내역은 해당 결과가 승인 혹은 반려되면 삭제된다.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087" name="Google Shape;1087;p52"/>
          <p:cNvSpPr/>
          <p:nvPr/>
        </p:nvSpPr>
        <p:spPr>
          <a:xfrm>
            <a:off x="372650" y="1049775"/>
            <a:ext cx="7546500" cy="5332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088" name="Google Shape;1088;p52"/>
          <p:cNvSpPr/>
          <p:nvPr/>
        </p:nvSpPr>
        <p:spPr>
          <a:xfrm>
            <a:off x="676125" y="1254100"/>
            <a:ext cx="7593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100">
                <a:latin typeface="Malgun Gothic"/>
                <a:ea typeface="Malgun Gothic"/>
                <a:cs typeface="Malgun Gothic"/>
                <a:sym typeface="Malgun Gothic"/>
              </a:rPr>
              <a:t>지원대상</a:t>
            </a:r>
            <a:endParaRPr sz="1100">
              <a:latin typeface="Malgun Gothic"/>
              <a:ea typeface="Malgun Gothic"/>
              <a:cs typeface="Malgun Gothic"/>
              <a:sym typeface="Malgun Gothic"/>
            </a:endParaRPr>
          </a:p>
        </p:txBody>
      </p:sp>
      <p:sp>
        <p:nvSpPr>
          <p:cNvPr id="1089" name="Google Shape;1089;p52"/>
          <p:cNvSpPr/>
          <p:nvPr/>
        </p:nvSpPr>
        <p:spPr>
          <a:xfrm>
            <a:off x="1435916" y="1254100"/>
            <a:ext cx="8235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신청자</a:t>
            </a:r>
            <a:endParaRPr sz="1200">
              <a:latin typeface="Malgun Gothic"/>
              <a:ea typeface="Malgun Gothic"/>
              <a:cs typeface="Malgun Gothic"/>
              <a:sym typeface="Malgun Gothic"/>
            </a:endParaRPr>
          </a:p>
        </p:txBody>
      </p:sp>
      <p:sp>
        <p:nvSpPr>
          <p:cNvPr id="1090" name="Google Shape;1090;p52"/>
          <p:cNvSpPr/>
          <p:nvPr/>
        </p:nvSpPr>
        <p:spPr>
          <a:xfrm>
            <a:off x="676125" y="1652200"/>
            <a:ext cx="7593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지원자</a:t>
            </a:r>
            <a:endParaRPr sz="1200">
              <a:latin typeface="Malgun Gothic"/>
              <a:ea typeface="Malgun Gothic"/>
              <a:cs typeface="Malgun Gothic"/>
              <a:sym typeface="Malgun Gothic"/>
            </a:endParaRPr>
          </a:p>
        </p:txBody>
      </p:sp>
      <p:sp>
        <p:nvSpPr>
          <p:cNvPr id="1091" name="Google Shape;1091;p52"/>
          <p:cNvSpPr/>
          <p:nvPr/>
        </p:nvSpPr>
        <p:spPr>
          <a:xfrm>
            <a:off x="1435916" y="1652200"/>
            <a:ext cx="8235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보호자</a:t>
            </a:r>
            <a:endParaRPr sz="1200">
              <a:latin typeface="Malgun Gothic"/>
              <a:ea typeface="Malgun Gothic"/>
              <a:cs typeface="Malgun Gothic"/>
              <a:sym typeface="Malgun Gothic"/>
            </a:endParaRPr>
          </a:p>
        </p:txBody>
      </p:sp>
      <p:sp>
        <p:nvSpPr>
          <p:cNvPr id="1092" name="Google Shape;1092;p52"/>
          <p:cNvSpPr/>
          <p:nvPr/>
        </p:nvSpPr>
        <p:spPr>
          <a:xfrm>
            <a:off x="5133525" y="1260176"/>
            <a:ext cx="23799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2024-02-13</a:t>
            </a:r>
            <a:endParaRPr sz="1200">
              <a:latin typeface="Malgun Gothic"/>
              <a:ea typeface="Malgun Gothic"/>
              <a:cs typeface="Malgun Gothic"/>
              <a:sym typeface="Malgun Gothic"/>
            </a:endParaRPr>
          </a:p>
        </p:txBody>
      </p:sp>
      <p:sp>
        <p:nvSpPr>
          <p:cNvPr id="1093" name="Google Shape;1093;p52"/>
          <p:cNvSpPr/>
          <p:nvPr/>
        </p:nvSpPr>
        <p:spPr>
          <a:xfrm>
            <a:off x="4238375" y="1652200"/>
            <a:ext cx="895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우선순위</a:t>
            </a:r>
            <a:endParaRPr sz="1200">
              <a:latin typeface="Malgun Gothic"/>
              <a:ea typeface="Malgun Gothic"/>
              <a:cs typeface="Malgun Gothic"/>
              <a:sym typeface="Malgun Gothic"/>
            </a:endParaRPr>
          </a:p>
        </p:txBody>
      </p:sp>
      <p:sp>
        <p:nvSpPr>
          <p:cNvPr id="1094" name="Google Shape;1094;p52"/>
          <p:cNvSpPr/>
          <p:nvPr/>
        </p:nvSpPr>
        <p:spPr>
          <a:xfrm>
            <a:off x="5133525" y="1658276"/>
            <a:ext cx="23799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긴급</a:t>
            </a:r>
            <a:endParaRPr sz="1200">
              <a:latin typeface="Malgun Gothic"/>
              <a:ea typeface="Malgun Gothic"/>
              <a:cs typeface="Malgun Gothic"/>
              <a:sym typeface="Malgun Gothic"/>
            </a:endParaRPr>
          </a:p>
        </p:txBody>
      </p:sp>
      <p:sp>
        <p:nvSpPr>
          <p:cNvPr id="1095" name="Google Shape;1095;p52"/>
          <p:cNvSpPr/>
          <p:nvPr/>
        </p:nvSpPr>
        <p:spPr>
          <a:xfrm>
            <a:off x="4238375" y="1254100"/>
            <a:ext cx="895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작성일시</a:t>
            </a:r>
            <a:endParaRPr sz="1200">
              <a:latin typeface="Malgun Gothic"/>
              <a:ea typeface="Malgun Gothic"/>
              <a:cs typeface="Malgun Gothic"/>
              <a:sym typeface="Malgun Gothic"/>
            </a:endParaRPr>
          </a:p>
        </p:txBody>
      </p:sp>
      <p:sp>
        <p:nvSpPr>
          <p:cNvPr id="1096" name="Google Shape;1096;p52"/>
          <p:cNvSpPr/>
          <p:nvPr/>
        </p:nvSpPr>
        <p:spPr>
          <a:xfrm>
            <a:off x="676425" y="3396500"/>
            <a:ext cx="6848400" cy="239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097" name="Google Shape;1097;p52"/>
          <p:cNvSpPr/>
          <p:nvPr/>
        </p:nvSpPr>
        <p:spPr>
          <a:xfrm>
            <a:off x="828800" y="3962575"/>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내용</a:t>
            </a:r>
            <a:endParaRPr sz="1300">
              <a:latin typeface="Malgun Gothic"/>
              <a:ea typeface="Malgun Gothic"/>
              <a:cs typeface="Malgun Gothic"/>
              <a:sym typeface="Malgun Gothic"/>
            </a:endParaRPr>
          </a:p>
        </p:txBody>
      </p:sp>
      <p:sp>
        <p:nvSpPr>
          <p:cNvPr id="1098" name="Google Shape;1098;p52"/>
          <p:cNvSpPr/>
          <p:nvPr/>
        </p:nvSpPr>
        <p:spPr>
          <a:xfrm>
            <a:off x="5689700" y="5945425"/>
            <a:ext cx="861000" cy="2718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승인요청</a:t>
            </a:r>
            <a:endParaRPr b="1" sz="1300">
              <a:solidFill>
                <a:schemeClr val="lt1"/>
              </a:solidFill>
              <a:latin typeface="Malgun Gothic"/>
              <a:ea typeface="Malgun Gothic"/>
              <a:cs typeface="Malgun Gothic"/>
              <a:sym typeface="Malgun Gothic"/>
            </a:endParaRPr>
          </a:p>
        </p:txBody>
      </p:sp>
      <p:sp>
        <p:nvSpPr>
          <p:cNvPr id="1099" name="Google Shape;1099;p52"/>
          <p:cNvSpPr/>
          <p:nvPr/>
        </p:nvSpPr>
        <p:spPr>
          <a:xfrm>
            <a:off x="2259550" y="1254100"/>
            <a:ext cx="838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200">
                <a:latin typeface="Malgun Gothic"/>
                <a:ea typeface="Malgun Gothic"/>
                <a:cs typeface="Malgun Gothic"/>
                <a:sym typeface="Malgun Gothic"/>
              </a:rPr>
              <a:t>장애유형</a:t>
            </a:r>
            <a:endParaRPr sz="1200">
              <a:latin typeface="Malgun Gothic"/>
              <a:ea typeface="Malgun Gothic"/>
              <a:cs typeface="Malgun Gothic"/>
              <a:sym typeface="Malgun Gothic"/>
            </a:endParaRPr>
          </a:p>
        </p:txBody>
      </p:sp>
      <p:sp>
        <p:nvSpPr>
          <p:cNvPr id="1100" name="Google Shape;1100;p52"/>
          <p:cNvSpPr/>
          <p:nvPr/>
        </p:nvSpPr>
        <p:spPr>
          <a:xfrm>
            <a:off x="2259550" y="1652200"/>
            <a:ext cx="838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담당자</a:t>
            </a:r>
            <a:endParaRPr sz="1200">
              <a:latin typeface="Malgun Gothic"/>
              <a:ea typeface="Malgun Gothic"/>
              <a:cs typeface="Malgun Gothic"/>
              <a:sym typeface="Malgun Gothic"/>
            </a:endParaRPr>
          </a:p>
        </p:txBody>
      </p:sp>
      <p:sp>
        <p:nvSpPr>
          <p:cNvPr id="1101" name="Google Shape;1101;p52"/>
          <p:cNvSpPr/>
          <p:nvPr/>
        </p:nvSpPr>
        <p:spPr>
          <a:xfrm>
            <a:off x="3098203" y="1652200"/>
            <a:ext cx="11403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담당자</a:t>
            </a:r>
            <a:endParaRPr sz="1200">
              <a:latin typeface="Malgun Gothic"/>
              <a:ea typeface="Malgun Gothic"/>
              <a:cs typeface="Malgun Gothic"/>
              <a:sym typeface="Malgun Gothic"/>
            </a:endParaRPr>
          </a:p>
        </p:txBody>
      </p:sp>
      <p:sp>
        <p:nvSpPr>
          <p:cNvPr id="1102" name="Google Shape;1102;p52"/>
          <p:cNvSpPr/>
          <p:nvPr/>
        </p:nvSpPr>
        <p:spPr>
          <a:xfrm>
            <a:off x="3099310" y="1254100"/>
            <a:ext cx="11403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장애유형</a:t>
            </a:r>
            <a:endParaRPr sz="1200">
              <a:latin typeface="Malgun Gothic"/>
              <a:ea typeface="Malgun Gothic"/>
              <a:cs typeface="Malgun Gothic"/>
              <a:sym typeface="Malgun Gothic"/>
            </a:endParaRPr>
          </a:p>
        </p:txBody>
      </p:sp>
      <p:sp>
        <p:nvSpPr>
          <p:cNvPr id="1103" name="Google Shape;1103;p52"/>
          <p:cNvSpPr/>
          <p:nvPr/>
        </p:nvSpPr>
        <p:spPr>
          <a:xfrm>
            <a:off x="4715450" y="5945425"/>
            <a:ext cx="861000" cy="2718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수정완료</a:t>
            </a:r>
            <a:endParaRPr b="1" sz="1300">
              <a:solidFill>
                <a:schemeClr val="lt1"/>
              </a:solidFill>
              <a:latin typeface="Malgun Gothic"/>
              <a:ea typeface="Malgun Gothic"/>
              <a:cs typeface="Malgun Gothic"/>
              <a:sym typeface="Malgun Gothic"/>
            </a:endParaRPr>
          </a:p>
        </p:txBody>
      </p:sp>
      <p:sp>
        <p:nvSpPr>
          <p:cNvPr id="1104" name="Google Shape;1104;p52"/>
          <p:cNvSpPr txBox="1"/>
          <p:nvPr/>
        </p:nvSpPr>
        <p:spPr>
          <a:xfrm>
            <a:off x="556425" y="1049786"/>
            <a:ext cx="998700" cy="1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1000">
                <a:solidFill>
                  <a:schemeClr val="dk1"/>
                </a:solidFill>
                <a:latin typeface="Malgun Gothic"/>
                <a:ea typeface="Malgun Gothic"/>
                <a:cs typeface="Malgun Gothic"/>
                <a:sym typeface="Malgun Gothic"/>
              </a:rPr>
              <a:t>지원자 정보 |</a:t>
            </a:r>
            <a:endParaRPr sz="1000">
              <a:solidFill>
                <a:schemeClr val="dk1"/>
              </a:solidFill>
              <a:latin typeface="Malgun Gothic"/>
              <a:ea typeface="Malgun Gothic"/>
              <a:cs typeface="Malgun Gothic"/>
              <a:sym typeface="Malgun Gothic"/>
            </a:endParaRPr>
          </a:p>
        </p:txBody>
      </p:sp>
      <p:sp>
        <p:nvSpPr>
          <p:cNvPr id="1105" name="Google Shape;1105;p52"/>
          <p:cNvSpPr/>
          <p:nvPr/>
        </p:nvSpPr>
        <p:spPr>
          <a:xfrm>
            <a:off x="1668825" y="3962570"/>
            <a:ext cx="5430900" cy="1046700"/>
          </a:xfrm>
          <a:prstGeom prst="roundRect">
            <a:avLst>
              <a:gd fmla="val 5795" name="adj"/>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지원 결과</a:t>
            </a:r>
            <a:endParaRPr>
              <a:latin typeface="Malgun Gothic"/>
              <a:ea typeface="Malgun Gothic"/>
              <a:cs typeface="Malgun Gothic"/>
              <a:sym typeface="Malgun Gothic"/>
            </a:endParaRPr>
          </a:p>
        </p:txBody>
      </p:sp>
      <p:sp>
        <p:nvSpPr>
          <p:cNvPr id="1106" name="Google Shape;1106;p52"/>
          <p:cNvSpPr/>
          <p:nvPr/>
        </p:nvSpPr>
        <p:spPr>
          <a:xfrm>
            <a:off x="840025" y="3461070"/>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제목</a:t>
            </a:r>
            <a:endParaRPr sz="1300">
              <a:latin typeface="Malgun Gothic"/>
              <a:ea typeface="Malgun Gothic"/>
              <a:cs typeface="Malgun Gothic"/>
              <a:sym typeface="Malgun Gothic"/>
            </a:endParaRPr>
          </a:p>
        </p:txBody>
      </p:sp>
      <p:sp>
        <p:nvSpPr>
          <p:cNvPr id="1107" name="Google Shape;1107;p52"/>
          <p:cNvSpPr/>
          <p:nvPr/>
        </p:nvSpPr>
        <p:spPr>
          <a:xfrm>
            <a:off x="1668825" y="3471970"/>
            <a:ext cx="5430900" cy="348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지원 계획 결과</a:t>
            </a:r>
            <a:endParaRPr>
              <a:latin typeface="Malgun Gothic"/>
              <a:ea typeface="Malgun Gothic"/>
              <a:cs typeface="Malgun Gothic"/>
              <a:sym typeface="Malgun Gothic"/>
            </a:endParaRPr>
          </a:p>
        </p:txBody>
      </p:sp>
      <p:sp>
        <p:nvSpPr>
          <p:cNvPr id="1108" name="Google Shape;1108;p52"/>
          <p:cNvSpPr/>
          <p:nvPr/>
        </p:nvSpPr>
        <p:spPr>
          <a:xfrm>
            <a:off x="840025" y="5172620"/>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첨부</a:t>
            </a:r>
            <a:endParaRPr sz="1300">
              <a:latin typeface="Malgun Gothic"/>
              <a:ea typeface="Malgun Gothic"/>
              <a:cs typeface="Malgun Gothic"/>
              <a:sym typeface="Malgun Gothic"/>
            </a:endParaRPr>
          </a:p>
        </p:txBody>
      </p:sp>
      <p:sp>
        <p:nvSpPr>
          <p:cNvPr id="1109" name="Google Shape;1109;p52"/>
          <p:cNvSpPr/>
          <p:nvPr/>
        </p:nvSpPr>
        <p:spPr>
          <a:xfrm>
            <a:off x="1668825" y="5172620"/>
            <a:ext cx="5430900" cy="3489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첨부파일1.png, 첨부파일2.pdf</a:t>
            </a:r>
            <a:endParaRPr>
              <a:latin typeface="Malgun Gothic"/>
              <a:ea typeface="Malgun Gothic"/>
              <a:cs typeface="Malgun Gothic"/>
              <a:sym typeface="Malgun Gothic"/>
            </a:endParaRPr>
          </a:p>
        </p:txBody>
      </p:sp>
      <p:sp>
        <p:nvSpPr>
          <p:cNvPr id="1110" name="Google Shape;1110;p52"/>
          <p:cNvSpPr/>
          <p:nvPr/>
        </p:nvSpPr>
        <p:spPr>
          <a:xfrm>
            <a:off x="5689700" y="2970088"/>
            <a:ext cx="861000" cy="2718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임시저장</a:t>
            </a:r>
            <a:endParaRPr b="1" sz="1300">
              <a:solidFill>
                <a:schemeClr val="lt1"/>
              </a:solidFill>
              <a:latin typeface="Malgun Gothic"/>
              <a:ea typeface="Malgun Gothic"/>
              <a:cs typeface="Malgun Gothic"/>
              <a:sym typeface="Malgun Gothic"/>
            </a:endParaRPr>
          </a:p>
        </p:txBody>
      </p:sp>
      <p:sp>
        <p:nvSpPr>
          <p:cNvPr id="1111" name="Google Shape;1111;p52"/>
          <p:cNvSpPr/>
          <p:nvPr/>
        </p:nvSpPr>
        <p:spPr>
          <a:xfrm>
            <a:off x="6663950" y="2970075"/>
            <a:ext cx="861000" cy="2718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결과추가</a:t>
            </a:r>
            <a:endParaRPr b="1" sz="1300">
              <a:solidFill>
                <a:schemeClr val="lt1"/>
              </a:solidFill>
              <a:latin typeface="Malgun Gothic"/>
              <a:ea typeface="Malgun Gothic"/>
              <a:cs typeface="Malgun Gothic"/>
              <a:sym typeface="Malgun Gothic"/>
            </a:endParaRPr>
          </a:p>
        </p:txBody>
      </p:sp>
      <p:sp>
        <p:nvSpPr>
          <p:cNvPr id="1112" name="Google Shape;1112;p52"/>
          <p:cNvSpPr/>
          <p:nvPr/>
        </p:nvSpPr>
        <p:spPr>
          <a:xfrm>
            <a:off x="6663950" y="5945425"/>
            <a:ext cx="861000" cy="2718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취소</a:t>
            </a:r>
            <a:endParaRPr b="1" sz="1300">
              <a:solidFill>
                <a:schemeClr val="lt1"/>
              </a:solidFill>
              <a:latin typeface="Malgun Gothic"/>
              <a:ea typeface="Malgun Gothic"/>
              <a:cs typeface="Malgun Gothic"/>
              <a:sym typeface="Malgun Gothic"/>
            </a:endParaRPr>
          </a:p>
        </p:txBody>
      </p:sp>
      <p:sp>
        <p:nvSpPr>
          <p:cNvPr id="1113" name="Google Shape;1113;p52"/>
          <p:cNvSpPr/>
          <p:nvPr/>
        </p:nvSpPr>
        <p:spPr>
          <a:xfrm>
            <a:off x="276600" y="8585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114" name="Google Shape;1114;p52"/>
          <p:cNvSpPr/>
          <p:nvPr/>
        </p:nvSpPr>
        <p:spPr>
          <a:xfrm>
            <a:off x="5523775" y="279952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115" name="Google Shape;1115;p52"/>
          <p:cNvSpPr/>
          <p:nvPr/>
        </p:nvSpPr>
        <p:spPr>
          <a:xfrm>
            <a:off x="6550700" y="279952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116" name="Google Shape;1116;p52"/>
          <p:cNvSpPr/>
          <p:nvPr/>
        </p:nvSpPr>
        <p:spPr>
          <a:xfrm>
            <a:off x="6550700" y="57474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sp>
        <p:nvSpPr>
          <p:cNvPr id="1117" name="Google Shape;1117;p52"/>
          <p:cNvSpPr/>
          <p:nvPr/>
        </p:nvSpPr>
        <p:spPr>
          <a:xfrm>
            <a:off x="5576450" y="57474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sp>
        <p:nvSpPr>
          <p:cNvPr id="1118" name="Google Shape;1118;p52"/>
          <p:cNvSpPr/>
          <p:nvPr/>
        </p:nvSpPr>
        <p:spPr>
          <a:xfrm>
            <a:off x="4602200" y="57474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6</a:t>
            </a:r>
            <a:endParaRPr>
              <a:solidFill>
                <a:srgbClr val="FFFFFF"/>
              </a:solidFill>
              <a:latin typeface="Malgun Gothic"/>
              <a:ea typeface="Malgun Gothic"/>
              <a:cs typeface="Malgun Gothic"/>
              <a:sym typeface="Malgun Gothic"/>
            </a:endParaRPr>
          </a:p>
        </p:txBody>
      </p:sp>
      <p:graphicFrame>
        <p:nvGraphicFramePr>
          <p:cNvPr id="1119" name="Google Shape;1119;p52"/>
          <p:cNvGraphicFramePr/>
          <p:nvPr/>
        </p:nvGraphicFramePr>
        <p:xfrm>
          <a:off x="676113" y="2108911"/>
          <a:ext cx="3000000" cy="3000000"/>
        </p:xfrm>
        <a:graphic>
          <a:graphicData uri="http://schemas.openxmlformats.org/drawingml/2006/table">
            <a:tbl>
              <a:tblPr>
                <a:noFill/>
                <a:tableStyleId>{DABC0C2F-476B-403E-9239-0B67E1F473CF}</a:tableStyleId>
              </a:tblPr>
              <a:tblGrid>
                <a:gridCol w="978350"/>
                <a:gridCol w="978350"/>
                <a:gridCol w="978350"/>
                <a:gridCol w="978350"/>
                <a:gridCol w="978350"/>
                <a:gridCol w="978350"/>
                <a:gridCol w="978350"/>
              </a:tblGrid>
              <a:tr h="323475">
                <a:tc>
                  <a:txBody>
                    <a:bodyPr/>
                    <a:lstStyle/>
                    <a:p>
                      <a:pPr indent="0" lvl="0" marL="0" rtl="0" algn="ctr">
                        <a:spcBef>
                          <a:spcPts val="0"/>
                        </a:spcBef>
                        <a:spcAft>
                          <a:spcPts val="0"/>
                        </a:spcAft>
                        <a:buNone/>
                      </a:pPr>
                      <a:r>
                        <a:rPr lang="ko-KR" sz="1000"/>
                        <a:t>NO</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ko-KR" sz="1000"/>
                        <a:t>작성일</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ko-KR" sz="1000"/>
                        <a:t>작성자</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ko-KR" sz="1000"/>
                        <a:t>소속기관</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gridSpan="3">
                  <a:txBody>
                    <a:bodyPr/>
                    <a:lstStyle/>
                    <a:p>
                      <a:pPr indent="0" lvl="0" marL="0" rtl="0" algn="ctr">
                        <a:spcBef>
                          <a:spcPts val="0"/>
                        </a:spcBef>
                        <a:spcAft>
                          <a:spcPts val="0"/>
                        </a:spcAft>
                        <a:buNone/>
                      </a:pPr>
                      <a:r>
                        <a:rPr lang="ko-KR" sz="1000"/>
                        <a:t>목표</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hMerge="1"/>
                <a:tc hMerge="1"/>
              </a:tr>
              <a:tr h="428100">
                <a:tc>
                  <a:txBody>
                    <a:bodyPr/>
                    <a:lstStyle/>
                    <a:p>
                      <a:pPr indent="0" lvl="0" marL="0" rtl="0" algn="ctr">
                        <a:spcBef>
                          <a:spcPts val="0"/>
                        </a:spcBef>
                        <a:spcAft>
                          <a:spcPts val="0"/>
                        </a:spcAft>
                        <a:buNone/>
                      </a:pPr>
                      <a:r>
                        <a:rPr lang="ko-KR" sz="1000"/>
                        <a:t>지원계획02</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KR" sz="1000"/>
                        <a:t>2023.012.16</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KR" sz="1000"/>
                        <a:t>김민호</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KR" sz="1000"/>
                        <a:t>대구 남구</a:t>
                      </a:r>
                      <a:endParaRPr sz="1000"/>
                    </a:p>
                    <a:p>
                      <a:pPr indent="0" lvl="0" marL="0" rtl="0" algn="ctr">
                        <a:spcBef>
                          <a:spcPts val="0"/>
                        </a:spcBef>
                        <a:spcAft>
                          <a:spcPts val="0"/>
                        </a:spcAft>
                        <a:buNone/>
                      </a:pPr>
                      <a:r>
                        <a:rPr lang="ko-KR" sz="1000"/>
                        <a:t>지원센터</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gridSpan="3">
                  <a:txBody>
                    <a:bodyPr/>
                    <a:lstStyle/>
                    <a:p>
                      <a:pPr indent="0" lvl="0" marL="0" rtl="0" algn="ctr">
                        <a:spcBef>
                          <a:spcPts val="0"/>
                        </a:spcBef>
                        <a:spcAft>
                          <a:spcPts val="0"/>
                        </a:spcAft>
                        <a:buNone/>
                      </a:pPr>
                      <a:r>
                        <a:rPr lang="ko-KR" sz="1000"/>
                        <a:t>긴급 지원대상자에 대한 교통비 월 10만원 지급</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c hMerge="1"/>
              </a:tr>
            </a:tbl>
          </a:graphicData>
        </a:graphic>
      </p:graphicFrame>
      <p:sp>
        <p:nvSpPr>
          <p:cNvPr id="1120" name="Google Shape;1120;p52"/>
          <p:cNvSpPr/>
          <p:nvPr/>
        </p:nvSpPr>
        <p:spPr>
          <a:xfrm>
            <a:off x="828800" y="5917250"/>
            <a:ext cx="1217100" cy="3489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수정이력</a:t>
            </a:r>
            <a:endParaRPr>
              <a:solidFill>
                <a:schemeClr val="lt1"/>
              </a:solidFill>
              <a:latin typeface="Malgun Gothic"/>
              <a:ea typeface="Malgun Gothic"/>
              <a:cs typeface="Malgun Gothic"/>
              <a:sym typeface="Malgun Gothic"/>
            </a:endParaRPr>
          </a:p>
        </p:txBody>
      </p:sp>
      <p:sp>
        <p:nvSpPr>
          <p:cNvPr id="1121" name="Google Shape;1121;p52"/>
          <p:cNvSpPr/>
          <p:nvPr/>
        </p:nvSpPr>
        <p:spPr>
          <a:xfrm>
            <a:off x="676425" y="57908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7</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graphicFrame>
        <p:nvGraphicFramePr>
          <p:cNvPr id="1127" name="Google Shape;1127;p53"/>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승인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관리자가 승인 버튼을 눌렀을 때 출력되는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1128" name="Google Shape;1128;p53"/>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view-040</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a:t>
                      </a:r>
                      <a:r>
                        <a:rPr lang="ko-KR"/>
                        <a:t>결과</a:t>
                      </a:r>
                      <a:r>
                        <a:rPr lang="ko-KR"/>
                        <a:t> 승인</a:t>
                      </a:r>
                      <a:r>
                        <a:rPr lang="ko-KR"/>
                        <a:t>요청</a:t>
                      </a:r>
                      <a:r>
                        <a:rPr lang="ko-KR"/>
                        <a:t>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승인요청을 했을 때 출력되는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담당자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담당자가 승인요청 버튼을 눌렀을 때 출력되는 modal 창.</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a:t>
                      </a:r>
                      <a:r>
                        <a:rPr lang="ko-KR" sz="1000">
                          <a:solidFill>
                            <a:srgbClr val="2F5496"/>
                          </a:solidFill>
                        </a:rPr>
                        <a:t>결과</a:t>
                      </a:r>
                      <a:r>
                        <a:rPr lang="ko-KR" sz="1000">
                          <a:solidFill>
                            <a:srgbClr val="2F5496"/>
                          </a:solidFill>
                        </a:rPr>
                        <a:t> 승인 요청 modal 창이 닫히고, 승인요청 완료 alert창이 열리며, 승인 요청이 완료된다.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계획 승인 요청 modal 창이 닫힌다.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129" name="Google Shape;1129;p53"/>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130" name="Google Shape;1130;p53"/>
          <p:cNvSpPr txBox="1"/>
          <p:nvPr/>
        </p:nvSpPr>
        <p:spPr>
          <a:xfrm>
            <a:off x="989975" y="2762400"/>
            <a:ext cx="6281400" cy="133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2800">
                <a:solidFill>
                  <a:schemeClr val="dk1"/>
                </a:solidFill>
                <a:latin typeface="Malgun Gothic"/>
                <a:ea typeface="Malgun Gothic"/>
                <a:cs typeface="Malgun Gothic"/>
                <a:sym typeface="Malgun Gothic"/>
              </a:rPr>
              <a:t>지원 </a:t>
            </a:r>
            <a:r>
              <a:rPr lang="ko-KR" sz="2800">
                <a:solidFill>
                  <a:schemeClr val="dk1"/>
                </a:solidFill>
                <a:latin typeface="Malgun Gothic"/>
                <a:ea typeface="Malgun Gothic"/>
                <a:cs typeface="Malgun Gothic"/>
                <a:sym typeface="Malgun Gothic"/>
              </a:rPr>
              <a:t>결과</a:t>
            </a:r>
            <a:r>
              <a:rPr lang="ko-KR" sz="2800">
                <a:solidFill>
                  <a:schemeClr val="dk1"/>
                </a:solidFill>
                <a:latin typeface="Malgun Gothic"/>
                <a:ea typeface="Malgun Gothic"/>
                <a:cs typeface="Malgun Gothic"/>
                <a:sym typeface="Malgun Gothic"/>
              </a:rPr>
              <a:t>의 승인 요청을</a:t>
            </a:r>
            <a:endParaRPr sz="28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lang="ko-KR" sz="2800">
                <a:solidFill>
                  <a:schemeClr val="dk1"/>
                </a:solidFill>
                <a:latin typeface="Malgun Gothic"/>
                <a:ea typeface="Malgun Gothic"/>
                <a:cs typeface="Malgun Gothic"/>
                <a:sym typeface="Malgun Gothic"/>
              </a:rPr>
              <a:t>하시겠습니까?</a:t>
            </a:r>
            <a:endParaRPr sz="2800">
              <a:solidFill>
                <a:schemeClr val="dk1"/>
              </a:solidFill>
              <a:latin typeface="Malgun Gothic"/>
              <a:ea typeface="Malgun Gothic"/>
              <a:cs typeface="Malgun Gothic"/>
              <a:sym typeface="Malgun Gothic"/>
            </a:endParaRPr>
          </a:p>
        </p:txBody>
      </p:sp>
      <p:sp>
        <p:nvSpPr>
          <p:cNvPr id="1131" name="Google Shape;1131;p53"/>
          <p:cNvSpPr/>
          <p:nvPr/>
        </p:nvSpPr>
        <p:spPr>
          <a:xfrm>
            <a:off x="2289675" y="4485600"/>
            <a:ext cx="1727400" cy="545400"/>
          </a:xfrm>
          <a:prstGeom prst="rect">
            <a:avLst/>
          </a:prstGeom>
          <a:solidFill>
            <a:schemeClr val="accent6"/>
          </a:solidFill>
          <a:ln cap="flat" cmpd="sng" w="19100">
            <a:solidFill>
              <a:schemeClr val="dk2"/>
            </a:solidFill>
            <a:prstDash val="solid"/>
            <a:round/>
            <a:headEnd len="sm" w="sm" type="none"/>
            <a:tailEnd len="sm" w="sm" type="none"/>
          </a:ln>
        </p:spPr>
        <p:txBody>
          <a:bodyPr anchorCtr="0" anchor="ctr" bIns="183425" lIns="183425" spcFirstLastPara="1" rIns="183425" wrap="square" tIns="183425">
            <a:noAutofit/>
          </a:bodyPr>
          <a:lstStyle/>
          <a:p>
            <a:pPr indent="0" lvl="0" marL="0" rtl="0" algn="ctr">
              <a:spcBef>
                <a:spcPts val="0"/>
              </a:spcBef>
              <a:spcAft>
                <a:spcPts val="0"/>
              </a:spcAft>
              <a:buNone/>
            </a:pPr>
            <a:r>
              <a:rPr b="1" lang="ko-KR" sz="2608">
                <a:solidFill>
                  <a:schemeClr val="lt1"/>
                </a:solidFill>
                <a:latin typeface="Malgun Gothic"/>
                <a:ea typeface="Malgun Gothic"/>
                <a:cs typeface="Malgun Gothic"/>
                <a:sym typeface="Malgun Gothic"/>
              </a:rPr>
              <a:t>네</a:t>
            </a:r>
            <a:endParaRPr b="1" sz="2608">
              <a:solidFill>
                <a:schemeClr val="lt1"/>
              </a:solidFill>
              <a:latin typeface="Malgun Gothic"/>
              <a:ea typeface="Malgun Gothic"/>
              <a:cs typeface="Malgun Gothic"/>
              <a:sym typeface="Malgun Gothic"/>
            </a:endParaRPr>
          </a:p>
        </p:txBody>
      </p:sp>
      <p:sp>
        <p:nvSpPr>
          <p:cNvPr id="1132" name="Google Shape;1132;p53"/>
          <p:cNvSpPr/>
          <p:nvPr/>
        </p:nvSpPr>
        <p:spPr>
          <a:xfrm>
            <a:off x="4244280" y="4485600"/>
            <a:ext cx="1727400" cy="545400"/>
          </a:xfrm>
          <a:prstGeom prst="rect">
            <a:avLst/>
          </a:prstGeom>
          <a:solidFill>
            <a:srgbClr val="FF0000"/>
          </a:solidFill>
          <a:ln cap="flat" cmpd="sng" w="19100">
            <a:solidFill>
              <a:schemeClr val="dk2"/>
            </a:solidFill>
            <a:prstDash val="solid"/>
            <a:round/>
            <a:headEnd len="sm" w="sm" type="none"/>
            <a:tailEnd len="sm" w="sm" type="none"/>
          </a:ln>
        </p:spPr>
        <p:txBody>
          <a:bodyPr anchorCtr="0" anchor="ctr" bIns="183425" lIns="183425" spcFirstLastPara="1" rIns="183425" wrap="square" tIns="183425">
            <a:noAutofit/>
          </a:bodyPr>
          <a:lstStyle/>
          <a:p>
            <a:pPr indent="0" lvl="0" marL="0" rtl="0" algn="ctr">
              <a:spcBef>
                <a:spcPts val="0"/>
              </a:spcBef>
              <a:spcAft>
                <a:spcPts val="0"/>
              </a:spcAft>
              <a:buNone/>
            </a:pPr>
            <a:r>
              <a:rPr b="1" lang="ko-KR" sz="2608">
                <a:solidFill>
                  <a:schemeClr val="lt1"/>
                </a:solidFill>
                <a:latin typeface="Malgun Gothic"/>
                <a:ea typeface="Malgun Gothic"/>
                <a:cs typeface="Malgun Gothic"/>
                <a:sym typeface="Malgun Gothic"/>
              </a:rPr>
              <a:t>아니오</a:t>
            </a:r>
            <a:endParaRPr b="1" sz="2608">
              <a:solidFill>
                <a:schemeClr val="lt1"/>
              </a:solidFill>
              <a:latin typeface="Malgun Gothic"/>
              <a:ea typeface="Malgun Gothic"/>
              <a:cs typeface="Malgun Gothic"/>
              <a:sym typeface="Malgun Gothic"/>
            </a:endParaRPr>
          </a:p>
        </p:txBody>
      </p:sp>
      <p:sp>
        <p:nvSpPr>
          <p:cNvPr id="1133" name="Google Shape;1133;p53"/>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지원 </a:t>
            </a:r>
            <a:r>
              <a:rPr b="1" lang="ko-KR" sz="1700">
                <a:solidFill>
                  <a:srgbClr val="D9D9D9"/>
                </a:solidFill>
                <a:latin typeface="Malgun Gothic"/>
                <a:ea typeface="Malgun Gothic"/>
                <a:cs typeface="Malgun Gothic"/>
                <a:sym typeface="Malgun Gothic"/>
              </a:rPr>
              <a:t>결과</a:t>
            </a:r>
            <a:r>
              <a:rPr b="1" lang="ko-KR" sz="1700">
                <a:solidFill>
                  <a:srgbClr val="D9D9D9"/>
                </a:solidFill>
                <a:latin typeface="Malgun Gothic"/>
                <a:ea typeface="Malgun Gothic"/>
                <a:cs typeface="Malgun Gothic"/>
                <a:sym typeface="Malgun Gothic"/>
              </a:rPr>
              <a:t> 승인 요청</a:t>
            </a:r>
            <a:endParaRPr b="1" sz="1700">
              <a:solidFill>
                <a:srgbClr val="D9D9D9"/>
              </a:solidFill>
              <a:latin typeface="Malgun Gothic"/>
              <a:ea typeface="Malgun Gothic"/>
              <a:cs typeface="Malgun Gothic"/>
              <a:sym typeface="Malgun Gothic"/>
            </a:endParaRPr>
          </a:p>
        </p:txBody>
      </p:sp>
      <p:sp>
        <p:nvSpPr>
          <p:cNvPr id="1134" name="Google Shape;1134;p53"/>
          <p:cNvSpPr/>
          <p:nvPr/>
        </p:nvSpPr>
        <p:spPr>
          <a:xfrm>
            <a:off x="804900" y="15662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135" name="Google Shape;1135;p53"/>
          <p:cNvSpPr/>
          <p:nvPr/>
        </p:nvSpPr>
        <p:spPr>
          <a:xfrm>
            <a:off x="2163425" y="43262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136" name="Google Shape;1136;p53"/>
          <p:cNvSpPr/>
          <p:nvPr/>
        </p:nvSpPr>
        <p:spPr>
          <a:xfrm>
            <a:off x="4117150" y="43262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graphicFrame>
        <p:nvGraphicFramePr>
          <p:cNvPr id="1142" name="Google Shape;1142;p54"/>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승인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관리자가 승인 버튼을 눌렀을 때 출력되는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1143" name="Google Shape;1143;p54"/>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view-041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a:t>
                      </a:r>
                      <a:r>
                        <a:rPr lang="ko-KR"/>
                        <a:t>결과</a:t>
                      </a:r>
                      <a:r>
                        <a:rPr lang="ko-KR"/>
                        <a:t> 취소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a:t>
                      </a:r>
                      <a:r>
                        <a:rPr lang="ko-KR"/>
                        <a:t>결과를</a:t>
                      </a:r>
                      <a:r>
                        <a:rPr lang="ko-KR"/>
                        <a:t> 취소했을 때 출력되는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담당자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a:t>
                      </a:r>
                      <a:r>
                        <a:rPr lang="ko-KR" sz="1000">
                          <a:solidFill>
                            <a:srgbClr val="2F5496"/>
                          </a:solidFill>
                        </a:rPr>
                        <a:t>결과</a:t>
                      </a:r>
                      <a:r>
                        <a:rPr lang="ko-KR" sz="1000">
                          <a:solidFill>
                            <a:srgbClr val="2F5496"/>
                          </a:solidFill>
                        </a:rPr>
                        <a:t>의 취소버튼을 눌렀을때 출력되는 modal창.</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해당 지원</a:t>
                      </a:r>
                      <a:r>
                        <a:rPr lang="ko-KR" sz="1000">
                          <a:solidFill>
                            <a:srgbClr val="2F5496"/>
                          </a:solidFill>
                        </a:rPr>
                        <a:t>결과는</a:t>
                      </a:r>
                      <a:r>
                        <a:rPr lang="ko-KR" sz="1000">
                          <a:solidFill>
                            <a:srgbClr val="2F5496"/>
                          </a:solidFill>
                        </a:rPr>
                        <a:t> 내용이 삭제됨과 동시에 계획을 삭제한다.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a:t>
                      </a:r>
                      <a:r>
                        <a:rPr lang="ko-KR" sz="1000">
                          <a:solidFill>
                            <a:srgbClr val="2F5496"/>
                          </a:solidFill>
                        </a:rPr>
                        <a:t>결과</a:t>
                      </a:r>
                      <a:r>
                        <a:rPr lang="ko-KR" sz="1000">
                          <a:solidFill>
                            <a:srgbClr val="2F5496"/>
                          </a:solidFill>
                        </a:rPr>
                        <a:t> 취소 modal 창이 닫힌다.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144" name="Google Shape;1144;p54"/>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145" name="Google Shape;1145;p54"/>
          <p:cNvSpPr txBox="1"/>
          <p:nvPr/>
        </p:nvSpPr>
        <p:spPr>
          <a:xfrm>
            <a:off x="989975" y="2762400"/>
            <a:ext cx="6281400" cy="133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2000">
                <a:solidFill>
                  <a:schemeClr val="dk1"/>
                </a:solidFill>
                <a:latin typeface="Malgun Gothic"/>
                <a:ea typeface="Malgun Gothic"/>
                <a:cs typeface="Malgun Gothic"/>
                <a:sym typeface="Malgun Gothic"/>
              </a:rPr>
              <a:t>작성 중인 지원 </a:t>
            </a:r>
            <a:r>
              <a:rPr lang="ko-KR" sz="2000">
                <a:solidFill>
                  <a:schemeClr val="dk1"/>
                </a:solidFill>
                <a:latin typeface="Malgun Gothic"/>
                <a:ea typeface="Malgun Gothic"/>
                <a:cs typeface="Malgun Gothic"/>
                <a:sym typeface="Malgun Gothic"/>
              </a:rPr>
              <a:t>결과를</a:t>
            </a:r>
            <a:r>
              <a:rPr lang="ko-KR" sz="2000">
                <a:solidFill>
                  <a:schemeClr val="dk1"/>
                </a:solidFill>
                <a:latin typeface="Malgun Gothic"/>
                <a:ea typeface="Malgun Gothic"/>
                <a:cs typeface="Malgun Gothic"/>
                <a:sym typeface="Malgun Gothic"/>
              </a:rPr>
              <a:t> 취소하시겠습니까?</a:t>
            </a:r>
            <a:endParaRPr sz="2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lang="ko-KR" sz="2000">
                <a:solidFill>
                  <a:srgbClr val="FF0000"/>
                </a:solidFill>
                <a:latin typeface="Malgun Gothic"/>
                <a:ea typeface="Malgun Gothic"/>
                <a:cs typeface="Malgun Gothic"/>
                <a:sym typeface="Malgun Gothic"/>
              </a:rPr>
              <a:t>임시저장 되지 않은 </a:t>
            </a:r>
            <a:r>
              <a:rPr lang="ko-KR" sz="2000">
                <a:solidFill>
                  <a:srgbClr val="FF0000"/>
                </a:solidFill>
                <a:latin typeface="Malgun Gothic"/>
                <a:ea typeface="Malgun Gothic"/>
                <a:cs typeface="Malgun Gothic"/>
                <a:sym typeface="Malgun Gothic"/>
              </a:rPr>
              <a:t>결과</a:t>
            </a:r>
            <a:r>
              <a:rPr lang="ko-KR" sz="2000">
                <a:solidFill>
                  <a:schemeClr val="dk1"/>
                </a:solidFill>
                <a:latin typeface="Malgun Gothic"/>
                <a:ea typeface="Malgun Gothic"/>
                <a:cs typeface="Malgun Gothic"/>
                <a:sym typeface="Malgun Gothic"/>
              </a:rPr>
              <a:t>는</a:t>
            </a:r>
            <a:endParaRPr sz="20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lang="ko-KR" sz="2000">
                <a:solidFill>
                  <a:srgbClr val="FF0000"/>
                </a:solidFill>
                <a:latin typeface="Malgun Gothic"/>
                <a:ea typeface="Malgun Gothic"/>
                <a:cs typeface="Malgun Gothic"/>
                <a:sym typeface="Malgun Gothic"/>
              </a:rPr>
              <a:t>삭제 시 복구가 불가</a:t>
            </a:r>
            <a:r>
              <a:rPr lang="ko-KR" sz="2000">
                <a:solidFill>
                  <a:schemeClr val="dk1"/>
                </a:solidFill>
                <a:latin typeface="Malgun Gothic"/>
                <a:ea typeface="Malgun Gothic"/>
                <a:cs typeface="Malgun Gothic"/>
                <a:sym typeface="Malgun Gothic"/>
              </a:rPr>
              <a:t>합니다.</a:t>
            </a:r>
            <a:endParaRPr sz="2000">
              <a:solidFill>
                <a:schemeClr val="dk1"/>
              </a:solidFill>
              <a:latin typeface="Malgun Gothic"/>
              <a:ea typeface="Malgun Gothic"/>
              <a:cs typeface="Malgun Gothic"/>
              <a:sym typeface="Malgun Gothic"/>
            </a:endParaRPr>
          </a:p>
        </p:txBody>
      </p:sp>
      <p:sp>
        <p:nvSpPr>
          <p:cNvPr id="1146" name="Google Shape;1146;p54"/>
          <p:cNvSpPr/>
          <p:nvPr/>
        </p:nvSpPr>
        <p:spPr>
          <a:xfrm>
            <a:off x="2289675" y="4485600"/>
            <a:ext cx="1727400" cy="545400"/>
          </a:xfrm>
          <a:prstGeom prst="rect">
            <a:avLst/>
          </a:prstGeom>
          <a:solidFill>
            <a:schemeClr val="accent6"/>
          </a:solidFill>
          <a:ln cap="flat" cmpd="sng" w="19100">
            <a:solidFill>
              <a:schemeClr val="dk2"/>
            </a:solidFill>
            <a:prstDash val="solid"/>
            <a:round/>
            <a:headEnd len="sm" w="sm" type="none"/>
            <a:tailEnd len="sm" w="sm" type="none"/>
          </a:ln>
        </p:spPr>
        <p:txBody>
          <a:bodyPr anchorCtr="0" anchor="ctr" bIns="183425" lIns="183425" spcFirstLastPara="1" rIns="183425" wrap="square" tIns="183425">
            <a:noAutofit/>
          </a:bodyPr>
          <a:lstStyle/>
          <a:p>
            <a:pPr indent="0" lvl="0" marL="0" rtl="0" algn="ctr">
              <a:spcBef>
                <a:spcPts val="0"/>
              </a:spcBef>
              <a:spcAft>
                <a:spcPts val="0"/>
              </a:spcAft>
              <a:buNone/>
            </a:pPr>
            <a:r>
              <a:rPr b="1" lang="ko-KR" sz="2608">
                <a:solidFill>
                  <a:schemeClr val="lt1"/>
                </a:solidFill>
                <a:latin typeface="Malgun Gothic"/>
                <a:ea typeface="Malgun Gothic"/>
                <a:cs typeface="Malgun Gothic"/>
                <a:sym typeface="Malgun Gothic"/>
              </a:rPr>
              <a:t>네</a:t>
            </a:r>
            <a:endParaRPr b="1" sz="2608">
              <a:solidFill>
                <a:schemeClr val="lt1"/>
              </a:solidFill>
              <a:latin typeface="Malgun Gothic"/>
              <a:ea typeface="Malgun Gothic"/>
              <a:cs typeface="Malgun Gothic"/>
              <a:sym typeface="Malgun Gothic"/>
            </a:endParaRPr>
          </a:p>
        </p:txBody>
      </p:sp>
      <p:sp>
        <p:nvSpPr>
          <p:cNvPr id="1147" name="Google Shape;1147;p54"/>
          <p:cNvSpPr/>
          <p:nvPr/>
        </p:nvSpPr>
        <p:spPr>
          <a:xfrm>
            <a:off x="4244280" y="4485600"/>
            <a:ext cx="1727400" cy="545400"/>
          </a:xfrm>
          <a:prstGeom prst="rect">
            <a:avLst/>
          </a:prstGeom>
          <a:solidFill>
            <a:srgbClr val="FF0000"/>
          </a:solidFill>
          <a:ln cap="flat" cmpd="sng" w="19100">
            <a:solidFill>
              <a:schemeClr val="dk2"/>
            </a:solidFill>
            <a:prstDash val="solid"/>
            <a:round/>
            <a:headEnd len="sm" w="sm" type="none"/>
            <a:tailEnd len="sm" w="sm" type="none"/>
          </a:ln>
        </p:spPr>
        <p:txBody>
          <a:bodyPr anchorCtr="0" anchor="ctr" bIns="183425" lIns="183425" spcFirstLastPara="1" rIns="183425" wrap="square" tIns="183425">
            <a:noAutofit/>
          </a:bodyPr>
          <a:lstStyle/>
          <a:p>
            <a:pPr indent="0" lvl="0" marL="0" rtl="0" algn="ctr">
              <a:spcBef>
                <a:spcPts val="0"/>
              </a:spcBef>
              <a:spcAft>
                <a:spcPts val="0"/>
              </a:spcAft>
              <a:buNone/>
            </a:pPr>
            <a:r>
              <a:rPr b="1" lang="ko-KR" sz="2608">
                <a:solidFill>
                  <a:schemeClr val="lt1"/>
                </a:solidFill>
                <a:latin typeface="Malgun Gothic"/>
                <a:ea typeface="Malgun Gothic"/>
                <a:cs typeface="Malgun Gothic"/>
                <a:sym typeface="Malgun Gothic"/>
              </a:rPr>
              <a:t>아니오</a:t>
            </a:r>
            <a:endParaRPr b="1" sz="2608">
              <a:solidFill>
                <a:schemeClr val="lt1"/>
              </a:solidFill>
              <a:latin typeface="Malgun Gothic"/>
              <a:ea typeface="Malgun Gothic"/>
              <a:cs typeface="Malgun Gothic"/>
              <a:sym typeface="Malgun Gothic"/>
            </a:endParaRPr>
          </a:p>
        </p:txBody>
      </p:sp>
      <p:sp>
        <p:nvSpPr>
          <p:cNvPr id="1148" name="Google Shape;1148;p54"/>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지원 </a:t>
            </a:r>
            <a:r>
              <a:rPr b="1" lang="ko-KR" sz="1700">
                <a:solidFill>
                  <a:srgbClr val="D9D9D9"/>
                </a:solidFill>
                <a:latin typeface="Malgun Gothic"/>
                <a:ea typeface="Malgun Gothic"/>
                <a:cs typeface="Malgun Gothic"/>
                <a:sym typeface="Malgun Gothic"/>
              </a:rPr>
              <a:t>결과</a:t>
            </a:r>
            <a:r>
              <a:rPr b="1" lang="ko-KR" sz="1700">
                <a:solidFill>
                  <a:srgbClr val="D9D9D9"/>
                </a:solidFill>
                <a:latin typeface="Malgun Gothic"/>
                <a:ea typeface="Malgun Gothic"/>
                <a:cs typeface="Malgun Gothic"/>
                <a:sym typeface="Malgun Gothic"/>
              </a:rPr>
              <a:t> 취소</a:t>
            </a:r>
            <a:endParaRPr b="1" sz="1700">
              <a:solidFill>
                <a:srgbClr val="D9D9D9"/>
              </a:solidFill>
              <a:latin typeface="Malgun Gothic"/>
              <a:ea typeface="Malgun Gothic"/>
              <a:cs typeface="Malgun Gothic"/>
              <a:sym typeface="Malgun Gothic"/>
            </a:endParaRPr>
          </a:p>
        </p:txBody>
      </p:sp>
      <p:sp>
        <p:nvSpPr>
          <p:cNvPr id="1149" name="Google Shape;1149;p54"/>
          <p:cNvSpPr/>
          <p:nvPr/>
        </p:nvSpPr>
        <p:spPr>
          <a:xfrm>
            <a:off x="804900" y="15662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150" name="Google Shape;1150;p54"/>
          <p:cNvSpPr/>
          <p:nvPr/>
        </p:nvSpPr>
        <p:spPr>
          <a:xfrm>
            <a:off x="2183375" y="43262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151" name="Google Shape;1151;p54"/>
          <p:cNvSpPr/>
          <p:nvPr/>
        </p:nvSpPr>
        <p:spPr>
          <a:xfrm>
            <a:off x="4097225" y="43262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graphicFrame>
        <p:nvGraphicFramePr>
          <p:cNvPr id="1157" name="Google Shape;1157;p55"/>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view-001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지원계획 승인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관리자가 승인 버튼을 눌렀을 때 출력되는 modal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1158" name="Google Shape;1158;p55"/>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view-042</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결과취소 완료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취소를 완료했을 때 출력되는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담당자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a:t>
                      </a:r>
                      <a:r>
                        <a:rPr lang="ko-KR" sz="1000">
                          <a:solidFill>
                            <a:srgbClr val="2F5496"/>
                          </a:solidFill>
                        </a:rPr>
                        <a:t>결과</a:t>
                      </a:r>
                      <a:r>
                        <a:rPr lang="ko-KR" sz="1000">
                          <a:solidFill>
                            <a:srgbClr val="2F5496"/>
                          </a:solidFill>
                        </a:rPr>
                        <a:t> 취소 modal창에서 ‘네’를 선택했을 때 출력되는 alert. 정상적으로 취소되었음을 알린다.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결과취소</a:t>
                      </a:r>
                      <a:r>
                        <a:rPr lang="ko-KR" sz="1000">
                          <a:solidFill>
                            <a:srgbClr val="2F5496"/>
                          </a:solidFill>
                        </a:rPr>
                        <a:t> 완료 alert창은 3초 후 자동으로 닫히며, 혹은 alert 영역 밖을 클릭하면 닫힌다.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159" name="Google Shape;1159;p55"/>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160" name="Google Shape;1160;p55"/>
          <p:cNvSpPr txBox="1"/>
          <p:nvPr/>
        </p:nvSpPr>
        <p:spPr>
          <a:xfrm>
            <a:off x="989975" y="2655263"/>
            <a:ext cx="6281400" cy="1600800"/>
          </a:xfrm>
          <a:prstGeom prst="rect">
            <a:avLst/>
          </a:prstGeom>
          <a:noFill/>
          <a:ln>
            <a:noFill/>
          </a:ln>
        </p:spPr>
        <p:txBody>
          <a:bodyPr anchorCtr="0" anchor="ctr" bIns="91425" lIns="91425" spcFirstLastPara="1" rIns="91425" wrap="square" tIns="91425">
            <a:noAutofit/>
          </a:bodyPr>
          <a:lstStyle/>
          <a:p>
            <a:pPr indent="0" lvl="0" marL="0" rtl="0" algn="ctr">
              <a:lnSpc>
                <a:spcPct val="150000"/>
              </a:lnSpc>
              <a:spcBef>
                <a:spcPts val="1500"/>
              </a:spcBef>
              <a:spcAft>
                <a:spcPts val="1500"/>
              </a:spcAft>
              <a:buNone/>
            </a:pPr>
            <a:r>
              <a:rPr b="1" lang="ko-KR" sz="9600">
                <a:solidFill>
                  <a:srgbClr val="0A0A0A"/>
                </a:solidFill>
                <a:highlight>
                  <a:srgbClr val="FFFFFF"/>
                </a:highlight>
              </a:rPr>
              <a:t>✅</a:t>
            </a:r>
            <a:endParaRPr sz="9600">
              <a:solidFill>
                <a:schemeClr val="accent6"/>
              </a:solidFill>
              <a:latin typeface="Malgun Gothic"/>
              <a:ea typeface="Malgun Gothic"/>
              <a:cs typeface="Malgun Gothic"/>
              <a:sym typeface="Malgun Gothic"/>
            </a:endParaRPr>
          </a:p>
        </p:txBody>
      </p:sp>
      <p:sp>
        <p:nvSpPr>
          <p:cNvPr id="1161" name="Google Shape;1161;p55"/>
          <p:cNvSpPr txBox="1"/>
          <p:nvPr/>
        </p:nvSpPr>
        <p:spPr>
          <a:xfrm>
            <a:off x="989975" y="4438400"/>
            <a:ext cx="6281400" cy="61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2800">
                <a:solidFill>
                  <a:schemeClr val="dk1"/>
                </a:solidFill>
                <a:latin typeface="Malgun Gothic"/>
                <a:ea typeface="Malgun Gothic"/>
                <a:cs typeface="Malgun Gothic"/>
                <a:sym typeface="Malgun Gothic"/>
              </a:rPr>
              <a:t>지원 결과가 취소되었습니다.</a:t>
            </a:r>
            <a:endParaRPr sz="2800">
              <a:solidFill>
                <a:schemeClr val="dk1"/>
              </a:solidFill>
              <a:latin typeface="Malgun Gothic"/>
              <a:ea typeface="Malgun Gothic"/>
              <a:cs typeface="Malgun Gothic"/>
              <a:sym typeface="Malgun Gothic"/>
            </a:endParaRPr>
          </a:p>
        </p:txBody>
      </p:sp>
      <p:sp>
        <p:nvSpPr>
          <p:cNvPr id="1162" name="Google Shape;1162;p55"/>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결과취소 완료</a:t>
            </a:r>
            <a:endParaRPr b="1" sz="1700">
              <a:solidFill>
                <a:srgbClr val="D9D9D9"/>
              </a:solidFill>
              <a:latin typeface="Malgun Gothic"/>
              <a:ea typeface="Malgun Gothic"/>
              <a:cs typeface="Malgun Gothic"/>
              <a:sym typeface="Malgun Gothic"/>
            </a:endParaRPr>
          </a:p>
        </p:txBody>
      </p:sp>
      <p:sp>
        <p:nvSpPr>
          <p:cNvPr id="1163" name="Google Shape;1163;p55"/>
          <p:cNvSpPr/>
          <p:nvPr/>
        </p:nvSpPr>
        <p:spPr>
          <a:xfrm>
            <a:off x="804900" y="15662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graphicFrame>
        <p:nvGraphicFramePr>
          <p:cNvPr id="1169" name="Google Shape;1169;p56"/>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view-043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a:t>
                      </a:r>
                      <a:r>
                        <a:rPr lang="ko-KR"/>
                        <a:t>결과 조회</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a:t>
                      </a:r>
                      <a:r>
                        <a:rPr lang="ko-KR"/>
                        <a:t>결과를</a:t>
                      </a:r>
                      <a:r>
                        <a:rPr lang="ko-KR"/>
                        <a:t> 조회할 수 있는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100"/>
                        <a:t>기관 관리자, 담당자, 이용자</a:t>
                      </a:r>
                      <a:endParaRPr sz="11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지원에 대한 결과를 조회할 수 있는 페이지.</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결과에 대한 정보를 수정할 수 있는 페이지로 이동한다.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결과에 대해 승인 처리를 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 결과에 대해 반려 처리를 한다. 이 때 반려 처리 시, 반려 처리 modal과 alert창이 출력된다.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기간 관리자가 승인 혹은 반려 처리를 했을 시 반려 버튼 위치에 출력한다.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수정이력을 통해 본 ppt 16슬라이드의 ‘수정이력’ 화면을 조회 가능하다.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이용자는 수정, 승인, 반려 버튼이 출력되지 않는다.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담당자는 승인 및 반려 버튼이 출력되지 않는다.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수정은 기관 관리자가 확인 혹은 승인 및 반려 처리를 하기 전에만 담당자가 할 수 있으며, 확인 혹은 승인 및 반려 처리 이후에는 수정은 불가능하다.</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지원결과 조회의 반려와 반려 사유는 기관 관리자가 반려 처리를 했을 때에만 출력되며, 승인 혹은 미처리 상태에서는 출력되지 않는다.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170" name="Google Shape;1170;p56"/>
          <p:cNvSpPr/>
          <p:nvPr/>
        </p:nvSpPr>
        <p:spPr>
          <a:xfrm>
            <a:off x="392575" y="1057800"/>
            <a:ext cx="7546500" cy="5800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171" name="Google Shape;1171;p56"/>
          <p:cNvSpPr/>
          <p:nvPr/>
        </p:nvSpPr>
        <p:spPr>
          <a:xfrm>
            <a:off x="665225" y="1254100"/>
            <a:ext cx="6848400" cy="796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172" name="Google Shape;1172;p56"/>
          <p:cNvSpPr/>
          <p:nvPr/>
        </p:nvSpPr>
        <p:spPr>
          <a:xfrm>
            <a:off x="676550" y="3297500"/>
            <a:ext cx="6848400" cy="2861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173" name="Google Shape;1173;p56"/>
          <p:cNvSpPr/>
          <p:nvPr/>
        </p:nvSpPr>
        <p:spPr>
          <a:xfrm>
            <a:off x="840025" y="3461070"/>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제목</a:t>
            </a:r>
            <a:endParaRPr sz="1300">
              <a:latin typeface="Malgun Gothic"/>
              <a:ea typeface="Malgun Gothic"/>
              <a:cs typeface="Malgun Gothic"/>
              <a:sym typeface="Malgun Gothic"/>
            </a:endParaRPr>
          </a:p>
        </p:txBody>
      </p:sp>
      <p:sp>
        <p:nvSpPr>
          <p:cNvPr id="1174" name="Google Shape;1174;p56"/>
          <p:cNvSpPr/>
          <p:nvPr/>
        </p:nvSpPr>
        <p:spPr>
          <a:xfrm>
            <a:off x="840025" y="3962570"/>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내용</a:t>
            </a:r>
            <a:endParaRPr sz="1300">
              <a:latin typeface="Malgun Gothic"/>
              <a:ea typeface="Malgun Gothic"/>
              <a:cs typeface="Malgun Gothic"/>
              <a:sym typeface="Malgun Gothic"/>
            </a:endParaRPr>
          </a:p>
        </p:txBody>
      </p:sp>
      <p:sp>
        <p:nvSpPr>
          <p:cNvPr id="1175" name="Google Shape;1175;p56"/>
          <p:cNvSpPr/>
          <p:nvPr/>
        </p:nvSpPr>
        <p:spPr>
          <a:xfrm>
            <a:off x="840025" y="5172620"/>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첨부</a:t>
            </a:r>
            <a:endParaRPr sz="1300">
              <a:latin typeface="Malgun Gothic"/>
              <a:ea typeface="Malgun Gothic"/>
              <a:cs typeface="Malgun Gothic"/>
              <a:sym typeface="Malgun Gothic"/>
            </a:endParaRPr>
          </a:p>
        </p:txBody>
      </p:sp>
      <p:sp>
        <p:nvSpPr>
          <p:cNvPr id="1176" name="Google Shape;1176;p56"/>
          <p:cNvSpPr/>
          <p:nvPr/>
        </p:nvSpPr>
        <p:spPr>
          <a:xfrm>
            <a:off x="1668825" y="3471970"/>
            <a:ext cx="5430900" cy="348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지원 계획 </a:t>
            </a:r>
            <a:r>
              <a:rPr lang="ko-KR">
                <a:latin typeface="Malgun Gothic"/>
                <a:ea typeface="Malgun Gothic"/>
                <a:cs typeface="Malgun Gothic"/>
                <a:sym typeface="Malgun Gothic"/>
              </a:rPr>
              <a:t>결과</a:t>
            </a:r>
            <a:endParaRPr>
              <a:latin typeface="Malgun Gothic"/>
              <a:ea typeface="Malgun Gothic"/>
              <a:cs typeface="Malgun Gothic"/>
              <a:sym typeface="Malgun Gothic"/>
            </a:endParaRPr>
          </a:p>
        </p:txBody>
      </p:sp>
      <p:sp>
        <p:nvSpPr>
          <p:cNvPr id="1177" name="Google Shape;1177;p56"/>
          <p:cNvSpPr/>
          <p:nvPr/>
        </p:nvSpPr>
        <p:spPr>
          <a:xfrm>
            <a:off x="1668825" y="3962570"/>
            <a:ext cx="5430900" cy="1046700"/>
          </a:xfrm>
          <a:prstGeom prst="roundRect">
            <a:avLst>
              <a:gd fmla="val 5795"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지원 결과</a:t>
            </a:r>
            <a:endParaRPr>
              <a:latin typeface="Malgun Gothic"/>
              <a:ea typeface="Malgun Gothic"/>
              <a:cs typeface="Malgun Gothic"/>
              <a:sym typeface="Malgun Gothic"/>
            </a:endParaRPr>
          </a:p>
        </p:txBody>
      </p:sp>
      <p:sp>
        <p:nvSpPr>
          <p:cNvPr id="1178" name="Google Shape;1178;p56"/>
          <p:cNvSpPr/>
          <p:nvPr/>
        </p:nvSpPr>
        <p:spPr>
          <a:xfrm>
            <a:off x="1668825" y="5172620"/>
            <a:ext cx="5430900" cy="348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첨부파일1.png, 첨부파일2.pdf</a:t>
            </a:r>
            <a:endParaRPr>
              <a:latin typeface="Malgun Gothic"/>
              <a:ea typeface="Malgun Gothic"/>
              <a:cs typeface="Malgun Gothic"/>
              <a:sym typeface="Malgun Gothic"/>
            </a:endParaRPr>
          </a:p>
        </p:txBody>
      </p:sp>
      <p:sp>
        <p:nvSpPr>
          <p:cNvPr id="1179" name="Google Shape;1179;p56"/>
          <p:cNvSpPr/>
          <p:nvPr/>
        </p:nvSpPr>
        <p:spPr>
          <a:xfrm>
            <a:off x="666157" y="1254100"/>
            <a:ext cx="7593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100">
                <a:latin typeface="Malgun Gothic"/>
                <a:ea typeface="Malgun Gothic"/>
                <a:cs typeface="Malgun Gothic"/>
                <a:sym typeface="Malgun Gothic"/>
              </a:rPr>
              <a:t>지원대상</a:t>
            </a:r>
            <a:endParaRPr sz="1100">
              <a:latin typeface="Malgun Gothic"/>
              <a:ea typeface="Malgun Gothic"/>
              <a:cs typeface="Malgun Gothic"/>
              <a:sym typeface="Malgun Gothic"/>
            </a:endParaRPr>
          </a:p>
        </p:txBody>
      </p:sp>
      <p:sp>
        <p:nvSpPr>
          <p:cNvPr id="1180" name="Google Shape;1180;p56"/>
          <p:cNvSpPr/>
          <p:nvPr/>
        </p:nvSpPr>
        <p:spPr>
          <a:xfrm>
            <a:off x="1425948" y="1254100"/>
            <a:ext cx="8235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신청자</a:t>
            </a:r>
            <a:endParaRPr sz="1200">
              <a:latin typeface="Malgun Gothic"/>
              <a:ea typeface="Malgun Gothic"/>
              <a:cs typeface="Malgun Gothic"/>
              <a:sym typeface="Malgun Gothic"/>
            </a:endParaRPr>
          </a:p>
        </p:txBody>
      </p:sp>
      <p:sp>
        <p:nvSpPr>
          <p:cNvPr id="1181" name="Google Shape;1181;p56"/>
          <p:cNvSpPr/>
          <p:nvPr/>
        </p:nvSpPr>
        <p:spPr>
          <a:xfrm>
            <a:off x="666157" y="1652200"/>
            <a:ext cx="7593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지원자</a:t>
            </a:r>
            <a:endParaRPr sz="1200">
              <a:latin typeface="Malgun Gothic"/>
              <a:ea typeface="Malgun Gothic"/>
              <a:cs typeface="Malgun Gothic"/>
              <a:sym typeface="Malgun Gothic"/>
            </a:endParaRPr>
          </a:p>
        </p:txBody>
      </p:sp>
      <p:sp>
        <p:nvSpPr>
          <p:cNvPr id="1182" name="Google Shape;1182;p56"/>
          <p:cNvSpPr/>
          <p:nvPr/>
        </p:nvSpPr>
        <p:spPr>
          <a:xfrm>
            <a:off x="1425948" y="1652200"/>
            <a:ext cx="8235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보호자</a:t>
            </a:r>
            <a:endParaRPr sz="1200">
              <a:latin typeface="Malgun Gothic"/>
              <a:ea typeface="Malgun Gothic"/>
              <a:cs typeface="Malgun Gothic"/>
              <a:sym typeface="Malgun Gothic"/>
            </a:endParaRPr>
          </a:p>
        </p:txBody>
      </p:sp>
      <p:sp>
        <p:nvSpPr>
          <p:cNvPr id="1183" name="Google Shape;1183;p56"/>
          <p:cNvSpPr/>
          <p:nvPr/>
        </p:nvSpPr>
        <p:spPr>
          <a:xfrm>
            <a:off x="5123557" y="1249100"/>
            <a:ext cx="23799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2023-11-11</a:t>
            </a:r>
            <a:endParaRPr sz="1200">
              <a:latin typeface="Malgun Gothic"/>
              <a:ea typeface="Malgun Gothic"/>
              <a:cs typeface="Malgun Gothic"/>
              <a:sym typeface="Malgun Gothic"/>
            </a:endParaRPr>
          </a:p>
        </p:txBody>
      </p:sp>
      <p:sp>
        <p:nvSpPr>
          <p:cNvPr id="1184" name="Google Shape;1184;p56"/>
          <p:cNvSpPr/>
          <p:nvPr/>
        </p:nvSpPr>
        <p:spPr>
          <a:xfrm>
            <a:off x="4228407" y="1652200"/>
            <a:ext cx="895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우선순위</a:t>
            </a:r>
            <a:endParaRPr sz="1200">
              <a:latin typeface="Malgun Gothic"/>
              <a:ea typeface="Malgun Gothic"/>
              <a:cs typeface="Malgun Gothic"/>
              <a:sym typeface="Malgun Gothic"/>
            </a:endParaRPr>
          </a:p>
        </p:txBody>
      </p:sp>
      <p:sp>
        <p:nvSpPr>
          <p:cNvPr id="1185" name="Google Shape;1185;p56"/>
          <p:cNvSpPr/>
          <p:nvPr/>
        </p:nvSpPr>
        <p:spPr>
          <a:xfrm>
            <a:off x="5123557" y="1647200"/>
            <a:ext cx="23799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긴급</a:t>
            </a:r>
            <a:endParaRPr sz="1200">
              <a:latin typeface="Malgun Gothic"/>
              <a:ea typeface="Malgun Gothic"/>
              <a:cs typeface="Malgun Gothic"/>
              <a:sym typeface="Malgun Gothic"/>
            </a:endParaRPr>
          </a:p>
        </p:txBody>
      </p:sp>
      <p:sp>
        <p:nvSpPr>
          <p:cNvPr id="1186" name="Google Shape;1186;p56"/>
          <p:cNvSpPr/>
          <p:nvPr/>
        </p:nvSpPr>
        <p:spPr>
          <a:xfrm>
            <a:off x="4228407" y="1254100"/>
            <a:ext cx="895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작성일자</a:t>
            </a:r>
            <a:endParaRPr sz="1200">
              <a:latin typeface="Malgun Gothic"/>
              <a:ea typeface="Malgun Gothic"/>
              <a:cs typeface="Malgun Gothic"/>
              <a:sym typeface="Malgun Gothic"/>
            </a:endParaRPr>
          </a:p>
        </p:txBody>
      </p:sp>
      <p:sp>
        <p:nvSpPr>
          <p:cNvPr id="1187" name="Google Shape;1187;p56"/>
          <p:cNvSpPr/>
          <p:nvPr/>
        </p:nvSpPr>
        <p:spPr>
          <a:xfrm>
            <a:off x="2249582" y="1254100"/>
            <a:ext cx="838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sz="1200">
                <a:latin typeface="Malgun Gothic"/>
                <a:ea typeface="Malgun Gothic"/>
                <a:cs typeface="Malgun Gothic"/>
                <a:sym typeface="Malgun Gothic"/>
              </a:rPr>
              <a:t>장애유형</a:t>
            </a:r>
            <a:endParaRPr sz="1200">
              <a:latin typeface="Malgun Gothic"/>
              <a:ea typeface="Malgun Gothic"/>
              <a:cs typeface="Malgun Gothic"/>
              <a:sym typeface="Malgun Gothic"/>
            </a:endParaRPr>
          </a:p>
        </p:txBody>
      </p:sp>
      <p:sp>
        <p:nvSpPr>
          <p:cNvPr id="1188" name="Google Shape;1188;p56"/>
          <p:cNvSpPr/>
          <p:nvPr/>
        </p:nvSpPr>
        <p:spPr>
          <a:xfrm>
            <a:off x="3088235" y="1254100"/>
            <a:ext cx="11403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장애유형</a:t>
            </a:r>
            <a:endParaRPr sz="1200">
              <a:latin typeface="Malgun Gothic"/>
              <a:ea typeface="Malgun Gothic"/>
              <a:cs typeface="Malgun Gothic"/>
              <a:sym typeface="Malgun Gothic"/>
            </a:endParaRPr>
          </a:p>
        </p:txBody>
      </p:sp>
      <p:sp>
        <p:nvSpPr>
          <p:cNvPr id="1189" name="Google Shape;1189;p56"/>
          <p:cNvSpPr/>
          <p:nvPr/>
        </p:nvSpPr>
        <p:spPr>
          <a:xfrm>
            <a:off x="2249582" y="1652200"/>
            <a:ext cx="838200" cy="398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담당자</a:t>
            </a:r>
            <a:endParaRPr sz="1200">
              <a:latin typeface="Malgun Gothic"/>
              <a:ea typeface="Malgun Gothic"/>
              <a:cs typeface="Malgun Gothic"/>
              <a:sym typeface="Malgun Gothic"/>
            </a:endParaRPr>
          </a:p>
        </p:txBody>
      </p:sp>
      <p:sp>
        <p:nvSpPr>
          <p:cNvPr id="1190" name="Google Shape;1190;p56"/>
          <p:cNvSpPr/>
          <p:nvPr/>
        </p:nvSpPr>
        <p:spPr>
          <a:xfrm>
            <a:off x="3088235" y="1652200"/>
            <a:ext cx="1140300" cy="3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latin typeface="Malgun Gothic"/>
                <a:ea typeface="Malgun Gothic"/>
                <a:cs typeface="Malgun Gothic"/>
                <a:sym typeface="Malgun Gothic"/>
              </a:rPr>
              <a:t>담당자</a:t>
            </a:r>
            <a:endParaRPr sz="1200">
              <a:latin typeface="Malgun Gothic"/>
              <a:ea typeface="Malgun Gothic"/>
              <a:cs typeface="Malgun Gothic"/>
              <a:sym typeface="Malgun Gothic"/>
            </a:endParaRPr>
          </a:p>
        </p:txBody>
      </p:sp>
      <p:sp>
        <p:nvSpPr>
          <p:cNvPr id="1191" name="Google Shape;1191;p56"/>
          <p:cNvSpPr txBox="1"/>
          <p:nvPr/>
        </p:nvSpPr>
        <p:spPr>
          <a:xfrm>
            <a:off x="5274050" y="3063625"/>
            <a:ext cx="1140300" cy="1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1000">
                <a:solidFill>
                  <a:schemeClr val="dk1"/>
                </a:solidFill>
                <a:latin typeface="Malgun Gothic"/>
                <a:ea typeface="Malgun Gothic"/>
                <a:cs typeface="Malgun Gothic"/>
                <a:sym typeface="Malgun Gothic"/>
              </a:rPr>
              <a:t>결과</a:t>
            </a:r>
            <a:r>
              <a:rPr lang="ko-KR" sz="1000">
                <a:solidFill>
                  <a:schemeClr val="dk1"/>
                </a:solidFill>
                <a:latin typeface="Malgun Gothic"/>
                <a:ea typeface="Malgun Gothic"/>
                <a:cs typeface="Malgun Gothic"/>
                <a:sym typeface="Malgun Gothic"/>
              </a:rPr>
              <a:t>작성일시 |</a:t>
            </a:r>
            <a:endParaRPr sz="1000">
              <a:solidFill>
                <a:schemeClr val="dk1"/>
              </a:solidFill>
              <a:latin typeface="Malgun Gothic"/>
              <a:ea typeface="Malgun Gothic"/>
              <a:cs typeface="Malgun Gothic"/>
              <a:sym typeface="Malgun Gothic"/>
            </a:endParaRPr>
          </a:p>
        </p:txBody>
      </p:sp>
      <p:sp>
        <p:nvSpPr>
          <p:cNvPr id="1192" name="Google Shape;1192;p56"/>
          <p:cNvSpPr txBox="1"/>
          <p:nvPr/>
        </p:nvSpPr>
        <p:spPr>
          <a:xfrm>
            <a:off x="6224975" y="3063625"/>
            <a:ext cx="1419300" cy="18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2024-01-08 12:34:56</a:t>
            </a:r>
            <a:endParaRPr sz="1000">
              <a:solidFill>
                <a:schemeClr val="dk1"/>
              </a:solidFill>
              <a:latin typeface="Malgun Gothic"/>
              <a:ea typeface="Malgun Gothic"/>
              <a:cs typeface="Malgun Gothic"/>
              <a:sym typeface="Malgun Gothic"/>
            </a:endParaRPr>
          </a:p>
        </p:txBody>
      </p:sp>
      <p:sp>
        <p:nvSpPr>
          <p:cNvPr id="1193" name="Google Shape;1193;p56"/>
          <p:cNvSpPr txBox="1"/>
          <p:nvPr/>
        </p:nvSpPr>
        <p:spPr>
          <a:xfrm>
            <a:off x="546450" y="1049786"/>
            <a:ext cx="998700" cy="1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1000">
                <a:solidFill>
                  <a:schemeClr val="dk1"/>
                </a:solidFill>
                <a:latin typeface="Malgun Gothic"/>
                <a:ea typeface="Malgun Gothic"/>
                <a:cs typeface="Malgun Gothic"/>
                <a:sym typeface="Malgun Gothic"/>
              </a:rPr>
              <a:t>지원자 정보 |</a:t>
            </a:r>
            <a:endParaRPr sz="1000">
              <a:solidFill>
                <a:schemeClr val="dk1"/>
              </a:solidFill>
              <a:latin typeface="Malgun Gothic"/>
              <a:ea typeface="Malgun Gothic"/>
              <a:cs typeface="Malgun Gothic"/>
              <a:sym typeface="Malgun Gothic"/>
            </a:endParaRPr>
          </a:p>
        </p:txBody>
      </p:sp>
      <p:sp>
        <p:nvSpPr>
          <p:cNvPr id="1194" name="Google Shape;1194;p56"/>
          <p:cNvSpPr/>
          <p:nvPr/>
        </p:nvSpPr>
        <p:spPr>
          <a:xfrm>
            <a:off x="294750" y="9264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195" name="Google Shape;1195;p56"/>
          <p:cNvSpPr/>
          <p:nvPr/>
        </p:nvSpPr>
        <p:spPr>
          <a:xfrm>
            <a:off x="7939075" y="5966175"/>
            <a:ext cx="698100" cy="348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highlight>
                  <a:schemeClr val="accent6"/>
                </a:highlight>
                <a:latin typeface="Malgun Gothic"/>
                <a:ea typeface="Malgun Gothic"/>
                <a:cs typeface="Malgun Gothic"/>
                <a:sym typeface="Malgun Gothic"/>
              </a:rPr>
              <a:t>승인</a:t>
            </a:r>
            <a:endParaRPr b="1" sz="1300">
              <a:solidFill>
                <a:schemeClr val="lt1"/>
              </a:solidFill>
              <a:highlight>
                <a:schemeClr val="accent6"/>
              </a:highlight>
              <a:latin typeface="Malgun Gothic"/>
              <a:ea typeface="Malgun Gothic"/>
              <a:cs typeface="Malgun Gothic"/>
              <a:sym typeface="Malgun Gothic"/>
            </a:endParaRPr>
          </a:p>
        </p:txBody>
      </p:sp>
      <p:sp>
        <p:nvSpPr>
          <p:cNvPr id="1196" name="Google Shape;1196;p56"/>
          <p:cNvSpPr/>
          <p:nvPr/>
        </p:nvSpPr>
        <p:spPr>
          <a:xfrm>
            <a:off x="7939075" y="6413275"/>
            <a:ext cx="698100" cy="348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highlight>
                  <a:srgbClr val="FF0000"/>
                </a:highlight>
                <a:latin typeface="Malgun Gothic"/>
                <a:ea typeface="Malgun Gothic"/>
                <a:cs typeface="Malgun Gothic"/>
                <a:sym typeface="Malgun Gothic"/>
              </a:rPr>
              <a:t>반려</a:t>
            </a:r>
            <a:endParaRPr b="1" sz="1300">
              <a:solidFill>
                <a:schemeClr val="lt1"/>
              </a:solidFill>
              <a:highlight>
                <a:srgbClr val="FF0000"/>
              </a:highlight>
              <a:latin typeface="Malgun Gothic"/>
              <a:ea typeface="Malgun Gothic"/>
              <a:cs typeface="Malgun Gothic"/>
              <a:sym typeface="Malgun Gothic"/>
            </a:endParaRPr>
          </a:p>
        </p:txBody>
      </p:sp>
      <p:sp>
        <p:nvSpPr>
          <p:cNvPr id="1197" name="Google Shape;1197;p56"/>
          <p:cNvSpPr/>
          <p:nvPr/>
        </p:nvSpPr>
        <p:spPr>
          <a:xfrm>
            <a:off x="5964800" y="6339245"/>
            <a:ext cx="698100" cy="3489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승인</a:t>
            </a:r>
            <a:endParaRPr b="1" sz="1300">
              <a:solidFill>
                <a:schemeClr val="lt1"/>
              </a:solidFill>
              <a:latin typeface="Malgun Gothic"/>
              <a:ea typeface="Malgun Gothic"/>
              <a:cs typeface="Malgun Gothic"/>
              <a:sym typeface="Malgun Gothic"/>
            </a:endParaRPr>
          </a:p>
        </p:txBody>
      </p:sp>
      <p:sp>
        <p:nvSpPr>
          <p:cNvPr id="1198" name="Google Shape;1198;p56"/>
          <p:cNvSpPr/>
          <p:nvPr/>
        </p:nvSpPr>
        <p:spPr>
          <a:xfrm>
            <a:off x="6815375" y="6339080"/>
            <a:ext cx="698100" cy="348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반려</a:t>
            </a:r>
            <a:endParaRPr b="1" sz="1300">
              <a:solidFill>
                <a:schemeClr val="lt1"/>
              </a:solidFill>
              <a:latin typeface="Malgun Gothic"/>
              <a:ea typeface="Malgun Gothic"/>
              <a:cs typeface="Malgun Gothic"/>
              <a:sym typeface="Malgun Gothic"/>
            </a:endParaRPr>
          </a:p>
        </p:txBody>
      </p:sp>
      <p:sp>
        <p:nvSpPr>
          <p:cNvPr id="1199" name="Google Shape;1199;p56"/>
          <p:cNvSpPr/>
          <p:nvPr/>
        </p:nvSpPr>
        <p:spPr>
          <a:xfrm>
            <a:off x="5114225" y="6339245"/>
            <a:ext cx="698100" cy="348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수정</a:t>
            </a:r>
            <a:endParaRPr b="1" sz="1300">
              <a:solidFill>
                <a:schemeClr val="lt1"/>
              </a:solidFill>
              <a:latin typeface="Malgun Gothic"/>
              <a:ea typeface="Malgun Gothic"/>
              <a:cs typeface="Malgun Gothic"/>
              <a:sym typeface="Malgun Gothic"/>
            </a:endParaRPr>
          </a:p>
        </p:txBody>
      </p:sp>
      <p:sp>
        <p:nvSpPr>
          <p:cNvPr id="1200" name="Google Shape;1200;p56"/>
          <p:cNvSpPr/>
          <p:nvPr/>
        </p:nvSpPr>
        <p:spPr>
          <a:xfrm>
            <a:off x="4985950" y="61590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201" name="Google Shape;1201;p56"/>
          <p:cNvSpPr/>
          <p:nvPr/>
        </p:nvSpPr>
        <p:spPr>
          <a:xfrm>
            <a:off x="5812325" y="61590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202" name="Google Shape;1202;p56"/>
          <p:cNvSpPr/>
          <p:nvPr/>
        </p:nvSpPr>
        <p:spPr>
          <a:xfrm>
            <a:off x="6662900" y="61590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sp>
        <p:nvSpPr>
          <p:cNvPr id="1203" name="Google Shape;1203;p56"/>
          <p:cNvSpPr/>
          <p:nvPr/>
        </p:nvSpPr>
        <p:spPr>
          <a:xfrm>
            <a:off x="7803700" y="58018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sp>
        <p:nvSpPr>
          <p:cNvPr id="1204" name="Google Shape;1204;p56"/>
          <p:cNvSpPr/>
          <p:nvPr/>
        </p:nvSpPr>
        <p:spPr>
          <a:xfrm>
            <a:off x="840025" y="5618845"/>
            <a:ext cx="698100" cy="348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300">
                <a:latin typeface="Malgun Gothic"/>
                <a:ea typeface="Malgun Gothic"/>
                <a:cs typeface="Malgun Gothic"/>
                <a:sym typeface="Malgun Gothic"/>
              </a:rPr>
              <a:t>반려</a:t>
            </a:r>
            <a:endParaRPr sz="1300">
              <a:latin typeface="Malgun Gothic"/>
              <a:ea typeface="Malgun Gothic"/>
              <a:cs typeface="Malgun Gothic"/>
              <a:sym typeface="Malgun Gothic"/>
            </a:endParaRPr>
          </a:p>
        </p:txBody>
      </p:sp>
      <p:sp>
        <p:nvSpPr>
          <p:cNvPr id="1205" name="Google Shape;1205;p56"/>
          <p:cNvSpPr/>
          <p:nvPr/>
        </p:nvSpPr>
        <p:spPr>
          <a:xfrm>
            <a:off x="1668825" y="5618845"/>
            <a:ext cx="5430900" cy="348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반려사유</a:t>
            </a:r>
            <a:endParaRPr>
              <a:latin typeface="Malgun Gothic"/>
              <a:ea typeface="Malgun Gothic"/>
              <a:cs typeface="Malgun Gothic"/>
              <a:sym typeface="Malgun Gothic"/>
            </a:endParaRPr>
          </a:p>
        </p:txBody>
      </p:sp>
      <p:graphicFrame>
        <p:nvGraphicFramePr>
          <p:cNvPr id="1206" name="Google Shape;1206;p56"/>
          <p:cNvGraphicFramePr/>
          <p:nvPr/>
        </p:nvGraphicFramePr>
        <p:xfrm>
          <a:off x="676113" y="2108911"/>
          <a:ext cx="3000000" cy="3000000"/>
        </p:xfrm>
        <a:graphic>
          <a:graphicData uri="http://schemas.openxmlformats.org/drawingml/2006/table">
            <a:tbl>
              <a:tblPr>
                <a:noFill/>
                <a:tableStyleId>{DABC0C2F-476B-403E-9239-0B67E1F473CF}</a:tableStyleId>
              </a:tblPr>
              <a:tblGrid>
                <a:gridCol w="978350"/>
                <a:gridCol w="978350"/>
                <a:gridCol w="978350"/>
                <a:gridCol w="978350"/>
                <a:gridCol w="978350"/>
                <a:gridCol w="978350"/>
                <a:gridCol w="978350"/>
              </a:tblGrid>
              <a:tr h="323475">
                <a:tc>
                  <a:txBody>
                    <a:bodyPr/>
                    <a:lstStyle/>
                    <a:p>
                      <a:pPr indent="0" lvl="0" marL="0" rtl="0" algn="ctr">
                        <a:spcBef>
                          <a:spcPts val="0"/>
                        </a:spcBef>
                        <a:spcAft>
                          <a:spcPts val="0"/>
                        </a:spcAft>
                        <a:buNone/>
                      </a:pPr>
                      <a:r>
                        <a:rPr lang="ko-KR" sz="1000"/>
                        <a:t>NO</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ko-KR" sz="1000"/>
                        <a:t>작성일</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ko-KR" sz="1000"/>
                        <a:t>작성자</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ko-KR" sz="1000"/>
                        <a:t>소속기관</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gridSpan="3">
                  <a:txBody>
                    <a:bodyPr/>
                    <a:lstStyle/>
                    <a:p>
                      <a:pPr indent="0" lvl="0" marL="0" rtl="0" algn="ctr">
                        <a:spcBef>
                          <a:spcPts val="0"/>
                        </a:spcBef>
                        <a:spcAft>
                          <a:spcPts val="0"/>
                        </a:spcAft>
                        <a:buNone/>
                      </a:pPr>
                      <a:r>
                        <a:rPr lang="ko-KR" sz="1000"/>
                        <a:t>목표</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hMerge="1"/>
                <a:tc hMerge="1"/>
              </a:tr>
              <a:tr h="428100">
                <a:tc>
                  <a:txBody>
                    <a:bodyPr/>
                    <a:lstStyle/>
                    <a:p>
                      <a:pPr indent="0" lvl="0" marL="0" rtl="0" algn="ctr">
                        <a:spcBef>
                          <a:spcPts val="0"/>
                        </a:spcBef>
                        <a:spcAft>
                          <a:spcPts val="0"/>
                        </a:spcAft>
                        <a:buNone/>
                      </a:pPr>
                      <a:r>
                        <a:rPr lang="ko-KR" sz="1000"/>
                        <a:t>지원계획02</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KR" sz="1000"/>
                        <a:t>2023.012.16</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KR" sz="1000"/>
                        <a:t>김민호</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KR" sz="1000"/>
                        <a:t>대구 남구</a:t>
                      </a:r>
                      <a:endParaRPr sz="1000"/>
                    </a:p>
                    <a:p>
                      <a:pPr indent="0" lvl="0" marL="0" rtl="0" algn="ctr">
                        <a:spcBef>
                          <a:spcPts val="0"/>
                        </a:spcBef>
                        <a:spcAft>
                          <a:spcPts val="0"/>
                        </a:spcAft>
                        <a:buNone/>
                      </a:pPr>
                      <a:r>
                        <a:rPr lang="ko-KR" sz="1000"/>
                        <a:t>지원센터</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gridSpan="3">
                  <a:txBody>
                    <a:bodyPr/>
                    <a:lstStyle/>
                    <a:p>
                      <a:pPr indent="0" lvl="0" marL="0" rtl="0" algn="ctr">
                        <a:spcBef>
                          <a:spcPts val="0"/>
                        </a:spcBef>
                        <a:spcAft>
                          <a:spcPts val="0"/>
                        </a:spcAft>
                        <a:buNone/>
                      </a:pPr>
                      <a:r>
                        <a:rPr lang="ko-KR" sz="1000"/>
                        <a:t>긴급 지원대상자에 대한 교통비 월 10만원 지급</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c hMerge="1"/>
              </a:tr>
            </a:tbl>
          </a:graphicData>
        </a:graphic>
      </p:graphicFrame>
      <p:sp>
        <p:nvSpPr>
          <p:cNvPr id="1207" name="Google Shape;1207;p56"/>
          <p:cNvSpPr/>
          <p:nvPr/>
        </p:nvSpPr>
        <p:spPr>
          <a:xfrm>
            <a:off x="769450" y="6268525"/>
            <a:ext cx="1217100" cy="3489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수정이력</a:t>
            </a:r>
            <a:endParaRPr>
              <a:solidFill>
                <a:schemeClr val="lt1"/>
              </a:solidFill>
              <a:latin typeface="Malgun Gothic"/>
              <a:ea typeface="Malgun Gothic"/>
              <a:cs typeface="Malgun Gothic"/>
              <a:sym typeface="Malgun Gothic"/>
            </a:endParaRPr>
          </a:p>
        </p:txBody>
      </p:sp>
      <p:sp>
        <p:nvSpPr>
          <p:cNvPr id="1208" name="Google Shape;1208;p56"/>
          <p:cNvSpPr/>
          <p:nvPr/>
        </p:nvSpPr>
        <p:spPr>
          <a:xfrm>
            <a:off x="665225" y="61126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6</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graphicFrame>
        <p:nvGraphicFramePr>
          <p:cNvPr id="1214" name="Google Shape;1214;p57"/>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view-044</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반려사유 작성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res-7,8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반려처리 할 때, 반려 사유를 작성하는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기관 관리자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지원</a:t>
                      </a:r>
                      <a:r>
                        <a:rPr lang="ko-KR" sz="1000">
                          <a:solidFill>
                            <a:srgbClr val="2F5496"/>
                          </a:solidFill>
                        </a:rPr>
                        <a:t>결과를</a:t>
                      </a:r>
                      <a:r>
                        <a:rPr lang="ko-KR" sz="1000">
                          <a:solidFill>
                            <a:srgbClr val="2F5496"/>
                          </a:solidFill>
                        </a:rPr>
                        <a:t> 반려할때 출력되는 modal 창으로 반려사유를 작성한다.</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반려사유를 작성하는 입력창.</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반려 사유 작성 modal을 닫고 반려 완료 modal을 출력한다.</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반려 버튼은 기본 비활성화 상태로, 반려 사유를 작성하면 반려 버튼이 활성화된다.</a:t>
                      </a:r>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215" name="Google Shape;1215;p57"/>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216" name="Google Shape;1216;p57"/>
          <p:cNvSpPr/>
          <p:nvPr/>
        </p:nvSpPr>
        <p:spPr>
          <a:xfrm>
            <a:off x="1969025" y="2801025"/>
            <a:ext cx="5204700" cy="17862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지원결과 </a:t>
            </a:r>
            <a:r>
              <a:rPr lang="ko-KR">
                <a:latin typeface="Malgun Gothic"/>
                <a:ea typeface="Malgun Gothic"/>
                <a:cs typeface="Malgun Gothic"/>
                <a:sym typeface="Malgun Gothic"/>
              </a:rPr>
              <a:t>반려 사유는 반드시 입력해야 합니다.</a:t>
            </a:r>
            <a:endParaRPr>
              <a:latin typeface="Malgun Gothic"/>
              <a:ea typeface="Malgun Gothic"/>
              <a:cs typeface="Malgun Gothic"/>
              <a:sym typeface="Malgun Gothic"/>
            </a:endParaRPr>
          </a:p>
        </p:txBody>
      </p:sp>
      <p:sp>
        <p:nvSpPr>
          <p:cNvPr id="1217" name="Google Shape;1217;p57"/>
          <p:cNvSpPr/>
          <p:nvPr/>
        </p:nvSpPr>
        <p:spPr>
          <a:xfrm>
            <a:off x="6475600" y="4666809"/>
            <a:ext cx="698100" cy="3489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반려</a:t>
            </a:r>
            <a:endParaRPr b="1" sz="1300">
              <a:solidFill>
                <a:schemeClr val="lt1"/>
              </a:solidFill>
              <a:latin typeface="Malgun Gothic"/>
              <a:ea typeface="Malgun Gothic"/>
              <a:cs typeface="Malgun Gothic"/>
              <a:sym typeface="Malgun Gothic"/>
            </a:endParaRPr>
          </a:p>
        </p:txBody>
      </p:sp>
      <p:sp>
        <p:nvSpPr>
          <p:cNvPr id="1218" name="Google Shape;1218;p57"/>
          <p:cNvSpPr txBox="1"/>
          <p:nvPr/>
        </p:nvSpPr>
        <p:spPr>
          <a:xfrm>
            <a:off x="1056600" y="2801025"/>
            <a:ext cx="7575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ko-KR" sz="1500">
                <a:solidFill>
                  <a:schemeClr val="dk1"/>
                </a:solidFill>
                <a:latin typeface="Malgun Gothic"/>
                <a:ea typeface="Malgun Gothic"/>
                <a:cs typeface="Malgun Gothic"/>
                <a:sym typeface="Malgun Gothic"/>
              </a:rPr>
              <a:t>사유</a:t>
            </a:r>
            <a:endParaRPr sz="1500">
              <a:solidFill>
                <a:schemeClr val="dk1"/>
              </a:solidFill>
              <a:latin typeface="Malgun Gothic"/>
              <a:ea typeface="Malgun Gothic"/>
              <a:cs typeface="Malgun Gothic"/>
              <a:sym typeface="Malgun Gothic"/>
            </a:endParaRPr>
          </a:p>
        </p:txBody>
      </p:sp>
      <p:sp>
        <p:nvSpPr>
          <p:cNvPr id="1219" name="Google Shape;1219;p57"/>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반려 사유</a:t>
            </a:r>
            <a:endParaRPr b="1" sz="1700">
              <a:solidFill>
                <a:srgbClr val="D9D9D9"/>
              </a:solidFill>
              <a:latin typeface="Malgun Gothic"/>
              <a:ea typeface="Malgun Gothic"/>
              <a:cs typeface="Malgun Gothic"/>
              <a:sym typeface="Malgun Gothic"/>
            </a:endParaRPr>
          </a:p>
        </p:txBody>
      </p:sp>
      <p:sp>
        <p:nvSpPr>
          <p:cNvPr id="1220" name="Google Shape;1220;p57"/>
          <p:cNvSpPr txBox="1"/>
          <p:nvPr/>
        </p:nvSpPr>
        <p:spPr>
          <a:xfrm>
            <a:off x="6718450" y="2133150"/>
            <a:ext cx="388800" cy="28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1500">
                <a:solidFill>
                  <a:srgbClr val="D9D9D9"/>
                </a:solidFill>
                <a:latin typeface="Malgun Gothic"/>
                <a:ea typeface="Malgun Gothic"/>
                <a:cs typeface="Malgun Gothic"/>
                <a:sym typeface="Malgun Gothic"/>
              </a:rPr>
              <a:t>Ｘ</a:t>
            </a:r>
            <a:endParaRPr sz="1500">
              <a:solidFill>
                <a:srgbClr val="D9D9D9"/>
              </a:solidFill>
              <a:latin typeface="Malgun Gothic"/>
              <a:ea typeface="Malgun Gothic"/>
              <a:cs typeface="Malgun Gothic"/>
              <a:sym typeface="Malgun Gothic"/>
            </a:endParaRPr>
          </a:p>
        </p:txBody>
      </p:sp>
      <p:sp>
        <p:nvSpPr>
          <p:cNvPr id="1221" name="Google Shape;1221;p57"/>
          <p:cNvSpPr/>
          <p:nvPr/>
        </p:nvSpPr>
        <p:spPr>
          <a:xfrm>
            <a:off x="822975" y="16071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222" name="Google Shape;1222;p57"/>
          <p:cNvSpPr/>
          <p:nvPr/>
        </p:nvSpPr>
        <p:spPr>
          <a:xfrm>
            <a:off x="1886225" y="26260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223" name="Google Shape;1223;p57"/>
          <p:cNvSpPr/>
          <p:nvPr/>
        </p:nvSpPr>
        <p:spPr>
          <a:xfrm>
            <a:off x="6360775" y="44867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graphicFrame>
        <p:nvGraphicFramePr>
          <p:cNvPr id="1229" name="Google Shape;1229;p58"/>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view-045</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a:t>
                      </a:r>
                      <a:r>
                        <a:rPr lang="ko-KR"/>
                        <a:t>결과</a:t>
                      </a:r>
                      <a:r>
                        <a:rPr lang="ko-KR"/>
                        <a:t> 반려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반려처리 하였을 때 출력되는 alert</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기관 관리자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a:t>
                      </a:r>
                      <a:r>
                        <a:rPr lang="ko-KR" sz="1000"/>
                        <a:t>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반려버튼을 눌렸을 때 출력되는 alert창.</a:t>
                      </a:r>
                      <a:endParaRPr sz="1000">
                        <a:solidFill>
                          <a:srgbClr val="2F5496"/>
                        </a:solidFill>
                      </a:endParaRPr>
                    </a:p>
                    <a:p>
                      <a:pPr indent="0" lvl="0" marL="0" marR="0" rtl="0" algn="l">
                        <a:spcBef>
                          <a:spcPts val="0"/>
                        </a:spcBef>
                        <a:spcAft>
                          <a:spcPts val="0"/>
                        </a:spcAft>
                        <a:buNone/>
                      </a:pPr>
                      <a:r>
                        <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반려 완료 alert창은 3초 후 자동으로 닫히며, 혹은 alert 영역 밖을 클릭하면 닫힌다.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230" name="Google Shape;1230;p58"/>
          <p:cNvSpPr/>
          <p:nvPr/>
        </p:nvSpPr>
        <p:spPr>
          <a:xfrm>
            <a:off x="908224" y="1727850"/>
            <a:ext cx="6444900" cy="34023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231" name="Google Shape;1231;p58"/>
          <p:cNvSpPr txBox="1"/>
          <p:nvPr/>
        </p:nvSpPr>
        <p:spPr>
          <a:xfrm>
            <a:off x="989975" y="2628600"/>
            <a:ext cx="6281400" cy="1600800"/>
          </a:xfrm>
          <a:prstGeom prst="rect">
            <a:avLst/>
          </a:prstGeom>
          <a:noFill/>
          <a:ln>
            <a:noFill/>
          </a:ln>
        </p:spPr>
        <p:txBody>
          <a:bodyPr anchorCtr="0" anchor="ctr" bIns="91425" lIns="91425" spcFirstLastPara="1" rIns="91425" wrap="square" tIns="91425">
            <a:noAutofit/>
          </a:bodyPr>
          <a:lstStyle/>
          <a:p>
            <a:pPr indent="0" lvl="0" marL="0" rtl="0" algn="ctr">
              <a:lnSpc>
                <a:spcPct val="150000"/>
              </a:lnSpc>
              <a:spcBef>
                <a:spcPts val="1500"/>
              </a:spcBef>
              <a:spcAft>
                <a:spcPts val="1500"/>
              </a:spcAft>
              <a:buNone/>
            </a:pPr>
            <a:r>
              <a:rPr lang="ko-KR" sz="9600">
                <a:solidFill>
                  <a:srgbClr val="0A0A0A"/>
                </a:solidFill>
                <a:highlight>
                  <a:srgbClr val="FFFFFF"/>
                </a:highlight>
              </a:rPr>
              <a:t>❌</a:t>
            </a:r>
            <a:endParaRPr sz="9600">
              <a:solidFill>
                <a:schemeClr val="accent6"/>
              </a:solidFill>
              <a:latin typeface="Malgun Gothic"/>
              <a:ea typeface="Malgun Gothic"/>
              <a:cs typeface="Malgun Gothic"/>
              <a:sym typeface="Malgun Gothic"/>
            </a:endParaRPr>
          </a:p>
        </p:txBody>
      </p:sp>
      <p:sp>
        <p:nvSpPr>
          <p:cNvPr id="1232" name="Google Shape;1232;p58"/>
          <p:cNvSpPr txBox="1"/>
          <p:nvPr/>
        </p:nvSpPr>
        <p:spPr>
          <a:xfrm>
            <a:off x="989975" y="4438400"/>
            <a:ext cx="6281400" cy="61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2800">
                <a:solidFill>
                  <a:schemeClr val="dk1"/>
                </a:solidFill>
                <a:latin typeface="Malgun Gothic"/>
                <a:ea typeface="Malgun Gothic"/>
                <a:cs typeface="Malgun Gothic"/>
                <a:sym typeface="Malgun Gothic"/>
              </a:rPr>
              <a:t>지원 </a:t>
            </a:r>
            <a:r>
              <a:rPr lang="ko-KR" sz="2800">
                <a:solidFill>
                  <a:schemeClr val="dk1"/>
                </a:solidFill>
                <a:latin typeface="Malgun Gothic"/>
                <a:ea typeface="Malgun Gothic"/>
                <a:cs typeface="Malgun Gothic"/>
                <a:sym typeface="Malgun Gothic"/>
              </a:rPr>
              <a:t>결과가</a:t>
            </a:r>
            <a:r>
              <a:rPr lang="ko-KR" sz="2800">
                <a:solidFill>
                  <a:schemeClr val="dk1"/>
                </a:solidFill>
                <a:latin typeface="Malgun Gothic"/>
                <a:ea typeface="Malgun Gothic"/>
                <a:cs typeface="Malgun Gothic"/>
                <a:sym typeface="Malgun Gothic"/>
              </a:rPr>
              <a:t> 반려되었습니다.</a:t>
            </a:r>
            <a:endParaRPr sz="2800">
              <a:solidFill>
                <a:schemeClr val="dk1"/>
              </a:solidFill>
              <a:latin typeface="Malgun Gothic"/>
              <a:ea typeface="Malgun Gothic"/>
              <a:cs typeface="Malgun Gothic"/>
              <a:sym typeface="Malgun Gothic"/>
            </a:endParaRPr>
          </a:p>
        </p:txBody>
      </p:sp>
      <p:sp>
        <p:nvSpPr>
          <p:cNvPr id="1233" name="Google Shape;1233;p58"/>
          <p:cNvSpPr/>
          <p:nvPr/>
        </p:nvSpPr>
        <p:spPr>
          <a:xfrm>
            <a:off x="1056600" y="1993600"/>
            <a:ext cx="6117300" cy="538200"/>
          </a:xfrm>
          <a:prstGeom prst="roundRect">
            <a:avLst>
              <a:gd fmla="val 16667" name="adj"/>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ko-KR" sz="1700">
                <a:solidFill>
                  <a:srgbClr val="D9D9D9"/>
                </a:solidFill>
                <a:latin typeface="Malgun Gothic"/>
                <a:ea typeface="Malgun Gothic"/>
                <a:cs typeface="Malgun Gothic"/>
                <a:sym typeface="Malgun Gothic"/>
              </a:rPr>
              <a:t>반려 완료</a:t>
            </a:r>
            <a:endParaRPr b="1" sz="1700">
              <a:solidFill>
                <a:srgbClr val="D9D9D9"/>
              </a:solidFill>
              <a:latin typeface="Malgun Gothic"/>
              <a:ea typeface="Malgun Gothic"/>
              <a:cs typeface="Malgun Gothic"/>
              <a:sym typeface="Malgun Gothic"/>
            </a:endParaRPr>
          </a:p>
        </p:txBody>
      </p:sp>
      <p:sp>
        <p:nvSpPr>
          <p:cNvPr id="1234" name="Google Shape;1234;p58"/>
          <p:cNvSpPr/>
          <p:nvPr/>
        </p:nvSpPr>
        <p:spPr>
          <a:xfrm>
            <a:off x="822975" y="16071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graphicFrame>
        <p:nvGraphicFramePr>
          <p:cNvPr id="1240" name="Google Shape;1240;p59"/>
          <p:cNvGraphicFramePr/>
          <p:nvPr/>
        </p:nvGraphicFramePr>
        <p:xfrm>
          <a:off x="82917" y="53186"/>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view-046</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담당자 목록</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res-12</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센터별 담당자 정보를 보여주는 목록 화면</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기관 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기관 관리자가 해당 기관 담당자 정보 리스트 조회 및 제어한다.</a:t>
                      </a:r>
                      <a:endParaRPr sz="1000">
                        <a:solidFill>
                          <a:srgbClr val="2F5496"/>
                        </a:solidFill>
                      </a:endParaRPr>
                    </a:p>
                    <a:p>
                      <a:pPr indent="-292100" lvl="0" marL="457200" rtl="0" algn="l">
                        <a:spcBef>
                          <a:spcPts val="0"/>
                        </a:spcBef>
                        <a:spcAft>
                          <a:spcPts val="0"/>
                        </a:spcAft>
                        <a:buSzPts val="1000"/>
                        <a:buAutoNum type="arabicPeriod"/>
                      </a:pPr>
                      <a:r>
                        <a:rPr lang="ko-KR" sz="1000">
                          <a:solidFill>
                            <a:srgbClr val="2F5496"/>
                          </a:solidFill>
                        </a:rPr>
                        <a:t>담당자 정보 (아이디(읽기 전용), </a:t>
                      </a:r>
                      <a:r>
                        <a:rPr lang="ko-KR" sz="1000">
                          <a:solidFill>
                            <a:schemeClr val="dk2"/>
                          </a:solidFill>
                        </a:rPr>
                        <a:t>비밀번호,</a:t>
                      </a:r>
                      <a:r>
                        <a:rPr lang="ko-KR" sz="1000">
                          <a:solidFill>
                            <a:srgbClr val="2F5496"/>
                          </a:solidFill>
                        </a:rPr>
                        <a:t> 이름, 연락처, 이메일)에 대해  수정 가능하다.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해당 담당자 계정의 사용 승인 여부를 제어한다.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선택에서 체크 한 항목을 선택삭제를 통해 DB에서 삭제한다.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10건 이상의 건에 대하여 페이징 형태로 하단 표기</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수정 버튼을 클릭하면 해당하는 담당자의 정보 수정 화면 노출(48 슬라이드)</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‘대기’ 버튼 클릭시, 팝업으로 수락 승인 여부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선택삭제는 지원사유가 반려되었거나, 기존 담당자가 새로운 담당자에게 인수인계가 완료되어 현재 담당하는 지원대상자수가 0명인 담당자에 한해서만 가능하다.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1241" name="Google Shape;1241;p59"/>
          <p:cNvGraphicFramePr/>
          <p:nvPr/>
        </p:nvGraphicFramePr>
        <p:xfrm>
          <a:off x="1833997" y="2288245"/>
          <a:ext cx="3000000" cy="3000000"/>
        </p:xfrm>
        <a:graphic>
          <a:graphicData uri="http://schemas.openxmlformats.org/drawingml/2006/table">
            <a:tbl>
              <a:tblPr>
                <a:noFill/>
                <a:tableStyleId>{DABC0C2F-476B-403E-9239-0B67E1F473CF}</a:tableStyleId>
              </a:tblPr>
              <a:tblGrid>
                <a:gridCol w="382850"/>
                <a:gridCol w="382850"/>
                <a:gridCol w="604050"/>
                <a:gridCol w="489650"/>
                <a:gridCol w="886500"/>
                <a:gridCol w="1549775"/>
                <a:gridCol w="382850"/>
                <a:gridCol w="667450"/>
                <a:gridCol w="578950"/>
                <a:gridCol w="658325"/>
              </a:tblGrid>
              <a:tr h="161950">
                <a:tc>
                  <a:txBody>
                    <a:bodyPr/>
                    <a:lstStyle/>
                    <a:p>
                      <a:pPr indent="0" lvl="0" marL="0" rtl="0" algn="ctr">
                        <a:spcBef>
                          <a:spcPts val="0"/>
                        </a:spcBef>
                        <a:spcAft>
                          <a:spcPts val="0"/>
                        </a:spcAft>
                        <a:buNone/>
                      </a:pPr>
                      <a:r>
                        <a:rPr b="1" lang="ko-KR" sz="600"/>
                        <a:t>선택</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번호</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아이디</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담당자명</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연락처</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이메일</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지원대상자수</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가입일</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요청처리</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수정</a:t>
                      </a:r>
                      <a:endParaRPr b="1" sz="600"/>
                    </a:p>
                  </a:txBody>
                  <a:tcPr marT="91425" marB="91425" marR="91425" marL="91425" anchor="ctr">
                    <a:solidFill>
                      <a:srgbClr val="CFE2F3"/>
                    </a:solidFill>
                  </a:tcPr>
                </a:tc>
              </a:tr>
              <a:tr h="426375">
                <a:tc>
                  <a:txBody>
                    <a:bodyPr/>
                    <a:lstStyle/>
                    <a:p>
                      <a:pPr indent="0" lvl="0" marL="0" rtl="0" algn="ctr">
                        <a:spcBef>
                          <a:spcPts val="0"/>
                        </a:spcBef>
                        <a:spcAft>
                          <a:spcPts val="0"/>
                        </a:spcAft>
                        <a:buNone/>
                      </a:pPr>
                      <a:r>
                        <a:rPr lang="ko-KR" sz="1000"/>
                        <a:t>☐</a:t>
                      </a:r>
                      <a:endParaRPr sz="1000"/>
                    </a:p>
                  </a:txBody>
                  <a:tcPr marT="91425" marB="91425" marR="91425" marL="91425" anchor="ctr"/>
                </a:tc>
                <a:tc>
                  <a:txBody>
                    <a:bodyPr/>
                    <a:lstStyle/>
                    <a:p>
                      <a:pPr indent="0" lvl="0" marL="0" rtl="0" algn="ctr">
                        <a:spcBef>
                          <a:spcPts val="0"/>
                        </a:spcBef>
                        <a:spcAft>
                          <a:spcPts val="0"/>
                        </a:spcAft>
                        <a:buNone/>
                      </a:pPr>
                      <a:r>
                        <a:rPr lang="ko-KR" sz="1000"/>
                        <a:t>9</a:t>
                      </a:r>
                      <a:endParaRPr sz="1000"/>
                    </a:p>
                  </a:txBody>
                  <a:tcPr marT="91425" marB="91425" marR="91425" marL="91425" anchor="ctr"/>
                </a:tc>
                <a:tc>
                  <a:txBody>
                    <a:bodyPr/>
                    <a:lstStyle/>
                    <a:p>
                      <a:pPr indent="0" lvl="0" marL="0" rtl="0" algn="l">
                        <a:spcBef>
                          <a:spcPts val="0"/>
                        </a:spcBef>
                        <a:spcAft>
                          <a:spcPts val="0"/>
                        </a:spcAft>
                        <a:buNone/>
                      </a:pPr>
                      <a:r>
                        <a:rPr lang="ko-KR" sz="600"/>
                        <a:t>supportStaff_660</a:t>
                      </a:r>
                      <a:endParaRPr sz="600"/>
                    </a:p>
                  </a:txBody>
                  <a:tcPr marT="91425" marB="91425" marR="91425" marL="91425" anchor="ctr"/>
                </a:tc>
                <a:tc>
                  <a:txBody>
                    <a:bodyPr/>
                    <a:lstStyle/>
                    <a:p>
                      <a:pPr indent="0" lvl="0" marL="0" rtl="0" algn="l">
                        <a:spcBef>
                          <a:spcPts val="0"/>
                        </a:spcBef>
                        <a:spcAft>
                          <a:spcPts val="0"/>
                        </a:spcAft>
                        <a:buNone/>
                      </a:pPr>
                      <a:r>
                        <a:rPr lang="ko-KR" sz="600"/>
                        <a:t>강현우</a:t>
                      </a:r>
                      <a:endParaRPr sz="600"/>
                    </a:p>
                  </a:txBody>
                  <a:tcPr marT="91425" marB="91425" marR="91425" marL="91425" anchor="ctr"/>
                </a:tc>
                <a:tc>
                  <a:txBody>
                    <a:bodyPr/>
                    <a:lstStyle/>
                    <a:p>
                      <a:pPr indent="0" lvl="0" marL="0" rtl="0" algn="l">
                        <a:spcBef>
                          <a:spcPts val="0"/>
                        </a:spcBef>
                        <a:spcAft>
                          <a:spcPts val="0"/>
                        </a:spcAft>
                        <a:buNone/>
                      </a:pPr>
                      <a:r>
                        <a:rPr lang="ko-KR" sz="600"/>
                        <a:t>010-4729-1836</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hyunwoo.kang@hope-care.or.kr</a:t>
                      </a:r>
                      <a:endParaRPr sz="600"/>
                    </a:p>
                  </a:txBody>
                  <a:tcPr marT="91425" marB="91425" marR="91425" marL="91425" anchor="ctr"/>
                </a:tc>
                <a:tc>
                  <a:txBody>
                    <a:bodyPr/>
                    <a:lstStyle/>
                    <a:p>
                      <a:pPr indent="0" lvl="0" marL="0" rtl="0" algn="ctr">
                        <a:spcBef>
                          <a:spcPts val="0"/>
                        </a:spcBef>
                        <a:spcAft>
                          <a:spcPts val="0"/>
                        </a:spcAft>
                        <a:buNone/>
                      </a:pPr>
                      <a:r>
                        <a:rPr lang="ko-KR" sz="600"/>
                        <a:t>3</a:t>
                      </a:r>
                      <a:endParaRPr sz="600"/>
                    </a:p>
                  </a:txBody>
                  <a:tcPr marT="91425" marB="91425" marR="91425" marL="91425" anchor="ctr"/>
                </a:tc>
                <a:tc>
                  <a:txBody>
                    <a:bodyPr/>
                    <a:lstStyle/>
                    <a:p>
                      <a:pPr indent="0" lvl="0" marL="0" rtl="0" algn="l">
                        <a:spcBef>
                          <a:spcPts val="0"/>
                        </a:spcBef>
                        <a:spcAft>
                          <a:spcPts val="0"/>
                        </a:spcAft>
                        <a:buNone/>
                      </a:pPr>
                      <a:r>
                        <a:rPr lang="ko-KR" sz="600"/>
                        <a:t>2026.02.051</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8</a:t>
                      </a:r>
                      <a:endParaRPr sz="1000"/>
                    </a:p>
                  </a:txBody>
                  <a:tcPr marT="91425" marB="91425" marR="91425" marL="91425" anchor="ctr"/>
                </a:tc>
                <a:tc>
                  <a:txBody>
                    <a:bodyPr/>
                    <a:lstStyle/>
                    <a:p>
                      <a:pPr indent="0" lvl="0" marL="0" rtl="0" algn="l">
                        <a:spcBef>
                          <a:spcPts val="0"/>
                        </a:spcBef>
                        <a:spcAft>
                          <a:spcPts val="0"/>
                        </a:spcAft>
                        <a:buNone/>
                      </a:pPr>
                      <a:r>
                        <a:rPr lang="ko-KR" sz="600"/>
                        <a:t>welfareAdmin_774</a:t>
                      </a:r>
                      <a:endParaRPr sz="600"/>
                    </a:p>
                  </a:txBody>
                  <a:tcPr marT="91425" marB="91425" marR="91425" marL="91425" anchor="ctr"/>
                </a:tc>
                <a:tc>
                  <a:txBody>
                    <a:bodyPr/>
                    <a:lstStyle/>
                    <a:p>
                      <a:pPr indent="0" lvl="0" marL="0" rtl="0" algn="l">
                        <a:spcBef>
                          <a:spcPts val="0"/>
                        </a:spcBef>
                        <a:spcAft>
                          <a:spcPts val="0"/>
                        </a:spcAft>
                        <a:buNone/>
                      </a:pPr>
                      <a:r>
                        <a:rPr lang="ko-KR" sz="600"/>
                        <a:t>송유진</a:t>
                      </a:r>
                      <a:endParaRPr sz="600"/>
                    </a:p>
                  </a:txBody>
                  <a:tcPr marT="91425" marB="91425" marR="91425" marL="91425" anchor="ctr"/>
                </a:tc>
                <a:tc>
                  <a:txBody>
                    <a:bodyPr/>
                    <a:lstStyle/>
                    <a:p>
                      <a:pPr indent="0" lvl="0" marL="0" rtl="0" algn="l">
                        <a:spcBef>
                          <a:spcPts val="0"/>
                        </a:spcBef>
                        <a:spcAft>
                          <a:spcPts val="0"/>
                        </a:spcAft>
                        <a:buNone/>
                      </a:pPr>
                      <a:r>
                        <a:rPr lang="ko-KR" sz="600"/>
                        <a:t>010-8391-5072</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yujin.song@happywelfare.or.kr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2026.02.01</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None/>
                      </a:pPr>
                      <a:r>
                        <a:rPr lang="ko-KR" sz="1000"/>
                        <a:t>☑</a:t>
                      </a:r>
                      <a:endParaRPr sz="1000"/>
                    </a:p>
                  </a:txBody>
                  <a:tcPr marT="91425" marB="91425" marR="91425" marL="91425" anchor="ctr"/>
                </a:tc>
                <a:tc>
                  <a:txBody>
                    <a:bodyPr/>
                    <a:lstStyle/>
                    <a:p>
                      <a:pPr indent="0" lvl="0" marL="0" rtl="0" algn="ctr">
                        <a:spcBef>
                          <a:spcPts val="0"/>
                        </a:spcBef>
                        <a:spcAft>
                          <a:spcPts val="0"/>
                        </a:spcAft>
                        <a:buNone/>
                      </a:pPr>
                      <a:r>
                        <a:rPr lang="ko-KR" sz="1000"/>
                        <a:t>7</a:t>
                      </a:r>
                      <a:endParaRPr sz="1000"/>
                    </a:p>
                  </a:txBody>
                  <a:tcPr marT="91425" marB="91425" marR="91425" marL="91425" anchor="ctr"/>
                </a:tc>
                <a:tc>
                  <a:txBody>
                    <a:bodyPr/>
                    <a:lstStyle/>
                    <a:p>
                      <a:pPr indent="0" lvl="0" marL="0" rtl="0" algn="l">
                        <a:spcBef>
                          <a:spcPts val="0"/>
                        </a:spcBef>
                        <a:spcAft>
                          <a:spcPts val="0"/>
                        </a:spcAft>
                        <a:buNone/>
                      </a:pPr>
                      <a:r>
                        <a:rPr lang="ko-KR" sz="600"/>
                        <a:t>careWorker_315</a:t>
                      </a:r>
                      <a:endParaRPr sz="600"/>
                    </a:p>
                  </a:txBody>
                  <a:tcPr marT="91425" marB="91425" marR="91425" marL="91425" anchor="ctr"/>
                </a:tc>
                <a:tc>
                  <a:txBody>
                    <a:bodyPr/>
                    <a:lstStyle/>
                    <a:p>
                      <a:pPr indent="0" lvl="0" marL="0" rtl="0" algn="l">
                        <a:spcBef>
                          <a:spcPts val="0"/>
                        </a:spcBef>
                        <a:spcAft>
                          <a:spcPts val="0"/>
                        </a:spcAft>
                        <a:buNone/>
                      </a:pPr>
                      <a:r>
                        <a:rPr lang="ko-KR" sz="600"/>
                        <a:t>윤태성</a:t>
                      </a:r>
                      <a:endParaRPr sz="600"/>
                    </a:p>
                  </a:txBody>
                  <a:tcPr marT="91425" marB="91425" marR="91425" marL="91425" anchor="ctr"/>
                </a:tc>
                <a:tc>
                  <a:txBody>
                    <a:bodyPr/>
                    <a:lstStyle/>
                    <a:p>
                      <a:pPr indent="0" lvl="0" marL="0" rtl="0" algn="l">
                        <a:spcBef>
                          <a:spcPts val="0"/>
                        </a:spcBef>
                        <a:spcAft>
                          <a:spcPts val="0"/>
                        </a:spcAft>
                        <a:buNone/>
                      </a:pPr>
                      <a:r>
                        <a:rPr lang="ko-KR" sz="600"/>
                        <a:t>010-8391-5072</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taeseong.yoon@welfareplus.or.kr</a:t>
                      </a:r>
                      <a:endParaRPr sz="600"/>
                    </a:p>
                  </a:txBody>
                  <a:tcPr marT="91425" marB="91425" marR="91425" marL="91425" anchor="ctr"/>
                </a:tc>
                <a:tc>
                  <a:txBody>
                    <a:bodyPr/>
                    <a:lstStyle/>
                    <a:p>
                      <a:pPr indent="0" lvl="0" marL="0" rtl="0" algn="ctr">
                        <a:spcBef>
                          <a:spcPts val="0"/>
                        </a:spcBef>
                        <a:spcAft>
                          <a:spcPts val="0"/>
                        </a:spcAft>
                        <a:buNone/>
                      </a:pPr>
                      <a:r>
                        <a:rPr lang="ko-KR" sz="600"/>
                        <a:t>0</a:t>
                      </a:r>
                      <a:endParaRPr sz="600"/>
                    </a:p>
                  </a:txBody>
                  <a:tcPr marT="91425" marB="91425" marR="91425" marL="91425" anchor="ctr"/>
                </a:tc>
                <a:tc>
                  <a:txBody>
                    <a:bodyPr/>
                    <a:lstStyle/>
                    <a:p>
                      <a:pPr indent="0" lvl="0" marL="0" rtl="0" algn="l">
                        <a:spcBef>
                          <a:spcPts val="0"/>
                        </a:spcBef>
                        <a:spcAft>
                          <a:spcPts val="0"/>
                        </a:spcAft>
                        <a:buNone/>
                      </a:pPr>
                      <a:r>
                        <a:rPr lang="ko-KR" sz="600"/>
                        <a:t>2025.06.08</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6</a:t>
                      </a:r>
                      <a:endParaRPr sz="1000"/>
                    </a:p>
                  </a:txBody>
                  <a:tcPr marT="91425" marB="91425" marR="91425" marL="91425" anchor="ctr"/>
                </a:tc>
                <a:tc>
                  <a:txBody>
                    <a:bodyPr/>
                    <a:lstStyle/>
                    <a:p>
                      <a:pPr indent="0" lvl="0" marL="0" rtl="0" algn="l">
                        <a:spcBef>
                          <a:spcPts val="0"/>
                        </a:spcBef>
                        <a:spcAft>
                          <a:spcPts val="0"/>
                        </a:spcAft>
                        <a:buNone/>
                      </a:pPr>
                      <a:r>
                        <a:rPr lang="ko-KR" sz="600"/>
                        <a:t>daeguWelfare_908</a:t>
                      </a:r>
                      <a:endParaRPr sz="600"/>
                    </a:p>
                  </a:txBody>
                  <a:tcPr marT="91425" marB="91425" marR="91425" marL="91425" anchor="ctr"/>
                </a:tc>
                <a:tc>
                  <a:txBody>
                    <a:bodyPr/>
                    <a:lstStyle/>
                    <a:p>
                      <a:pPr indent="0" lvl="0" marL="0" rtl="0" algn="l">
                        <a:spcBef>
                          <a:spcPts val="0"/>
                        </a:spcBef>
                        <a:spcAft>
                          <a:spcPts val="0"/>
                        </a:spcAft>
                        <a:buNone/>
                      </a:pPr>
                      <a:r>
                        <a:rPr lang="ko-KR" sz="600"/>
                        <a:t>한예진</a:t>
                      </a:r>
                      <a:endParaRPr sz="600"/>
                    </a:p>
                  </a:txBody>
                  <a:tcPr marT="91425" marB="91425" marR="91425" marL="91425" anchor="ctr"/>
                </a:tc>
                <a:tc>
                  <a:txBody>
                    <a:bodyPr/>
                    <a:lstStyle/>
                    <a:p>
                      <a:pPr indent="0" lvl="0" marL="0" rtl="0" algn="l">
                        <a:spcBef>
                          <a:spcPts val="0"/>
                        </a:spcBef>
                        <a:spcAft>
                          <a:spcPts val="0"/>
                        </a:spcAft>
                        <a:buNone/>
                      </a:pPr>
                      <a:r>
                        <a:rPr lang="ko-KR" sz="600"/>
                        <a:t>010-6508-2941</a:t>
                      </a:r>
                      <a:endParaRPr sz="600"/>
                    </a:p>
                  </a:txBody>
                  <a:tcPr marT="91425" marB="91425" marR="91425" marL="91425" anchor="ctr"/>
                </a:tc>
                <a:tc>
                  <a:txBody>
                    <a:bodyPr/>
                    <a:lstStyle/>
                    <a:p>
                      <a:pPr indent="0" lvl="0" marL="0" rtl="0" algn="l">
                        <a:spcBef>
                          <a:spcPts val="0"/>
                        </a:spcBef>
                        <a:spcAft>
                          <a:spcPts val="0"/>
                        </a:spcAft>
                        <a:buNone/>
                      </a:pPr>
                      <a:r>
                        <a:rPr lang="ko-KR" sz="600"/>
                        <a:t>yejin.han@dreamcare.or.kr</a:t>
                      </a:r>
                      <a:endParaRPr sz="600"/>
                    </a:p>
                  </a:txBody>
                  <a:tcPr marT="91425" marB="91425" marR="91425" marL="91425" anchor="ctr"/>
                </a:tc>
                <a:tc>
                  <a:txBody>
                    <a:bodyPr/>
                    <a:lstStyle/>
                    <a:p>
                      <a:pPr indent="0" lvl="0" marL="0" rtl="0" algn="ctr">
                        <a:spcBef>
                          <a:spcPts val="0"/>
                        </a:spcBef>
                        <a:spcAft>
                          <a:spcPts val="0"/>
                        </a:spcAft>
                        <a:buNone/>
                      </a:pPr>
                      <a:r>
                        <a:rPr lang="ko-KR" sz="600"/>
                        <a:t>1</a:t>
                      </a:r>
                      <a:endParaRPr sz="600"/>
                    </a:p>
                  </a:txBody>
                  <a:tcPr marT="91425" marB="91425" marR="91425" marL="91425" anchor="ctr"/>
                </a:tc>
                <a:tc>
                  <a:txBody>
                    <a:bodyPr/>
                    <a:lstStyle/>
                    <a:p>
                      <a:pPr indent="0" lvl="0" marL="0" rtl="0" algn="l">
                        <a:spcBef>
                          <a:spcPts val="0"/>
                        </a:spcBef>
                        <a:spcAft>
                          <a:spcPts val="0"/>
                        </a:spcAft>
                        <a:buNone/>
                      </a:pPr>
                      <a:r>
                        <a:rPr lang="ko-KR" sz="600"/>
                        <a:t>2023.02.08</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5</a:t>
                      </a:r>
                      <a:endParaRPr sz="1000"/>
                    </a:p>
                  </a:txBody>
                  <a:tcPr marT="91425" marB="91425" marR="91425" marL="91425" anchor="ctr"/>
                </a:tc>
                <a:tc>
                  <a:txBody>
                    <a:bodyPr/>
                    <a:lstStyle/>
                    <a:p>
                      <a:pPr indent="0" lvl="0" marL="0" rtl="0" algn="l">
                        <a:spcBef>
                          <a:spcPts val="0"/>
                        </a:spcBef>
                        <a:spcAft>
                          <a:spcPts val="0"/>
                        </a:spcAft>
                        <a:buNone/>
                      </a:pPr>
                      <a:r>
                        <a:rPr lang="ko-KR" sz="600"/>
                        <a:t>rehabTeam_563</a:t>
                      </a:r>
                      <a:endParaRPr sz="600"/>
                    </a:p>
                  </a:txBody>
                  <a:tcPr marT="91425" marB="91425" marR="91425" marL="91425" anchor="ctr"/>
                </a:tc>
                <a:tc>
                  <a:txBody>
                    <a:bodyPr/>
                    <a:lstStyle/>
                    <a:p>
                      <a:pPr indent="0" lvl="0" marL="0" rtl="0" algn="l">
                        <a:spcBef>
                          <a:spcPts val="0"/>
                        </a:spcBef>
                        <a:spcAft>
                          <a:spcPts val="0"/>
                        </a:spcAft>
                        <a:buNone/>
                      </a:pPr>
                      <a:r>
                        <a:rPr lang="ko-KR" sz="600"/>
                        <a:t>정하린</a:t>
                      </a:r>
                      <a:endParaRPr sz="600"/>
                    </a:p>
                  </a:txBody>
                  <a:tcPr marT="91425" marB="91425" marR="91425" marL="91425" anchor="ctr"/>
                </a:tc>
                <a:tc>
                  <a:txBody>
                    <a:bodyPr/>
                    <a:lstStyle/>
                    <a:p>
                      <a:pPr indent="0" lvl="0" marL="0" rtl="0" algn="l">
                        <a:spcBef>
                          <a:spcPts val="0"/>
                        </a:spcBef>
                        <a:spcAft>
                          <a:spcPts val="0"/>
                        </a:spcAft>
                        <a:buNone/>
                      </a:pPr>
                      <a:r>
                        <a:rPr lang="ko-KR" sz="600"/>
                        <a:t>010-7732-9056</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harin.jung@welfarehelp.or.kr</a:t>
                      </a:r>
                      <a:endParaRPr sz="600"/>
                    </a:p>
                  </a:txBody>
                  <a:tcPr marT="91425" marB="91425" marR="91425" marL="91425" anchor="ctr"/>
                </a:tc>
                <a:tc>
                  <a:txBody>
                    <a:bodyPr/>
                    <a:lstStyle/>
                    <a:p>
                      <a:pPr indent="0" lvl="0" marL="0" rtl="0" algn="ctr">
                        <a:spcBef>
                          <a:spcPts val="0"/>
                        </a:spcBef>
                        <a:spcAft>
                          <a:spcPts val="0"/>
                        </a:spcAft>
                        <a:buNone/>
                      </a:pPr>
                      <a:r>
                        <a:rPr lang="ko-KR" sz="600"/>
                        <a:t>4</a:t>
                      </a:r>
                      <a:endParaRPr sz="600"/>
                    </a:p>
                  </a:txBody>
                  <a:tcPr marT="91425" marB="91425" marR="91425" marL="91425" anchor="ctr"/>
                </a:tc>
                <a:tc>
                  <a:txBody>
                    <a:bodyPr/>
                    <a:lstStyle/>
                    <a:p>
                      <a:pPr indent="0" lvl="0" marL="0" rtl="0" algn="l">
                        <a:spcBef>
                          <a:spcPts val="0"/>
                        </a:spcBef>
                        <a:spcAft>
                          <a:spcPts val="0"/>
                        </a:spcAft>
                        <a:buNone/>
                      </a:pPr>
                      <a:r>
                        <a:rPr lang="ko-KR" sz="600"/>
                        <a:t>2004.12.11</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4</a:t>
                      </a:r>
                      <a:endParaRPr sz="1000"/>
                    </a:p>
                  </a:txBody>
                  <a:tcPr marT="91425" marB="91425" marR="91425" marL="91425" anchor="ctr"/>
                </a:tc>
                <a:tc>
                  <a:txBody>
                    <a:bodyPr/>
                    <a:lstStyle/>
                    <a:p>
                      <a:pPr indent="0" lvl="0" marL="0" rtl="0" algn="l">
                        <a:spcBef>
                          <a:spcPts val="0"/>
                        </a:spcBef>
                        <a:spcAft>
                          <a:spcPts val="0"/>
                        </a:spcAft>
                        <a:buNone/>
                      </a:pPr>
                      <a:r>
                        <a:rPr lang="ko-KR" sz="600"/>
                        <a:t>mindCare_221</a:t>
                      </a:r>
                      <a:endParaRPr sz="600"/>
                    </a:p>
                  </a:txBody>
                  <a:tcPr marT="91425" marB="91425" marR="91425" marL="91425" anchor="ctr"/>
                </a:tc>
                <a:tc>
                  <a:txBody>
                    <a:bodyPr/>
                    <a:lstStyle/>
                    <a:p>
                      <a:pPr indent="0" lvl="0" marL="0" rtl="0" algn="l">
                        <a:spcBef>
                          <a:spcPts val="0"/>
                        </a:spcBef>
                        <a:spcAft>
                          <a:spcPts val="0"/>
                        </a:spcAft>
                        <a:buNone/>
                      </a:pPr>
                      <a:r>
                        <a:rPr lang="ko-KR" sz="600"/>
                        <a:t>최민재</a:t>
                      </a:r>
                      <a:endParaRPr sz="600"/>
                    </a:p>
                  </a:txBody>
                  <a:tcPr marT="91425" marB="91425" marR="91425" marL="91425" anchor="ctr"/>
                </a:tc>
                <a:tc>
                  <a:txBody>
                    <a:bodyPr/>
                    <a:lstStyle/>
                    <a:p>
                      <a:pPr indent="0" lvl="0" marL="0" rtl="0" algn="l">
                        <a:spcBef>
                          <a:spcPts val="0"/>
                        </a:spcBef>
                        <a:spcAft>
                          <a:spcPts val="0"/>
                        </a:spcAft>
                        <a:buNone/>
                      </a:pPr>
                      <a:r>
                        <a:rPr lang="ko-KR" sz="600"/>
                        <a:t>010-2847-6193</a:t>
                      </a:r>
                      <a:endParaRPr sz="600"/>
                    </a:p>
                  </a:txBody>
                  <a:tcPr marT="91425" marB="91425" marR="91425" marL="91425" anchor="ctr"/>
                </a:tc>
                <a:tc>
                  <a:txBody>
                    <a:bodyPr/>
                    <a:lstStyle/>
                    <a:p>
                      <a:pPr indent="0" lvl="0" marL="0" rtl="0" algn="l">
                        <a:spcBef>
                          <a:spcPts val="0"/>
                        </a:spcBef>
                        <a:spcAft>
                          <a:spcPts val="0"/>
                        </a:spcAft>
                        <a:buNone/>
                      </a:pPr>
                      <a:r>
                        <a:rPr lang="ko-KR" sz="600"/>
                        <a:t>minjae.choi@supportwelfare.or.kr</a:t>
                      </a:r>
                      <a:endParaRPr sz="600"/>
                    </a:p>
                  </a:txBody>
                  <a:tcPr marT="91425" marB="91425" marR="91425" marL="91425" anchor="ctr"/>
                </a:tc>
                <a:tc>
                  <a:txBody>
                    <a:bodyPr/>
                    <a:lstStyle/>
                    <a:p>
                      <a:pPr indent="0" lvl="0" marL="0" rtl="0" algn="ctr">
                        <a:spcBef>
                          <a:spcPts val="0"/>
                        </a:spcBef>
                        <a:spcAft>
                          <a:spcPts val="0"/>
                        </a:spcAft>
                        <a:buNone/>
                      </a:pPr>
                      <a:r>
                        <a:rPr lang="ko-KR" sz="600"/>
                        <a:t>5</a:t>
                      </a:r>
                      <a:endParaRPr sz="600"/>
                    </a:p>
                  </a:txBody>
                  <a:tcPr marT="91425" marB="91425" marR="91425" marL="91425" anchor="ctr"/>
                </a:tc>
                <a:tc>
                  <a:txBody>
                    <a:bodyPr/>
                    <a:lstStyle/>
                    <a:p>
                      <a:pPr indent="0" lvl="0" marL="0" rtl="0" algn="l">
                        <a:spcBef>
                          <a:spcPts val="0"/>
                        </a:spcBef>
                        <a:spcAft>
                          <a:spcPts val="0"/>
                        </a:spcAft>
                        <a:buNone/>
                      </a:pPr>
                      <a:r>
                        <a:rPr lang="ko-KR" sz="600"/>
                        <a:t>2008.09.05</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3</a:t>
                      </a:r>
                      <a:endParaRPr sz="1000"/>
                    </a:p>
                  </a:txBody>
                  <a:tcPr marT="91425" marB="91425" marR="91425" marL="91425" anchor="ctr"/>
                </a:tc>
                <a:tc>
                  <a:txBody>
                    <a:bodyPr/>
                    <a:lstStyle/>
                    <a:p>
                      <a:pPr indent="0" lvl="0" marL="0" rtl="0" algn="l">
                        <a:spcBef>
                          <a:spcPts val="0"/>
                        </a:spcBef>
                        <a:spcAft>
                          <a:spcPts val="0"/>
                        </a:spcAft>
                        <a:buNone/>
                      </a:pPr>
                      <a:r>
                        <a:rPr lang="ko-KR" sz="600"/>
                        <a:t>supportAgent_839</a:t>
                      </a:r>
                      <a:endParaRPr sz="600"/>
                    </a:p>
                  </a:txBody>
                  <a:tcPr marT="91425" marB="91425" marR="91425" marL="91425" anchor="ctr"/>
                </a:tc>
                <a:tc>
                  <a:txBody>
                    <a:bodyPr/>
                    <a:lstStyle/>
                    <a:p>
                      <a:pPr indent="0" lvl="0" marL="0" rtl="0" algn="l">
                        <a:spcBef>
                          <a:spcPts val="0"/>
                        </a:spcBef>
                        <a:spcAft>
                          <a:spcPts val="0"/>
                        </a:spcAft>
                        <a:buNone/>
                      </a:pPr>
                      <a:r>
                        <a:rPr lang="ko-KR" sz="600"/>
                        <a:t>이서준</a:t>
                      </a:r>
                      <a:endParaRPr sz="600"/>
                    </a:p>
                  </a:txBody>
                  <a:tcPr marT="91425" marB="91425" marR="91425" marL="91425" anchor="ctr"/>
                </a:tc>
                <a:tc>
                  <a:txBody>
                    <a:bodyPr/>
                    <a:lstStyle/>
                    <a:p>
                      <a:pPr indent="0" lvl="0" marL="0" rtl="0" algn="l">
                        <a:spcBef>
                          <a:spcPts val="0"/>
                        </a:spcBef>
                        <a:spcAft>
                          <a:spcPts val="0"/>
                        </a:spcAft>
                        <a:buNone/>
                      </a:pPr>
                      <a:r>
                        <a:rPr lang="ko-KR" sz="600"/>
                        <a:t>010-9516-3740</a:t>
                      </a:r>
                      <a:endParaRPr sz="600"/>
                    </a:p>
                  </a:txBody>
                  <a:tcPr marT="91425" marB="91425" marR="91425" marL="91425" anchor="ctr"/>
                </a:tc>
                <a:tc>
                  <a:txBody>
                    <a:bodyPr/>
                    <a:lstStyle/>
                    <a:p>
                      <a:pPr indent="0" lvl="0" marL="0" rtl="0" algn="l">
                        <a:spcBef>
                          <a:spcPts val="0"/>
                        </a:spcBef>
                        <a:spcAft>
                          <a:spcPts val="0"/>
                        </a:spcAft>
                        <a:buNone/>
                      </a:pPr>
                      <a:r>
                        <a:rPr lang="ko-KR" sz="600"/>
                        <a:t>seojun.lee@carecenter.or.kr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2001.03.05</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2</a:t>
                      </a:r>
                      <a:endParaRPr sz="1000"/>
                    </a:p>
                  </a:txBody>
                  <a:tcPr marT="91425" marB="91425" marR="91425" marL="91425" anchor="ctr"/>
                </a:tc>
                <a:tc>
                  <a:txBody>
                    <a:bodyPr/>
                    <a:lstStyle/>
                    <a:p>
                      <a:pPr indent="0" lvl="0" marL="0" rtl="0" algn="l">
                        <a:spcBef>
                          <a:spcPts val="0"/>
                        </a:spcBef>
                        <a:spcAft>
                          <a:spcPts val="0"/>
                        </a:spcAft>
                        <a:buNone/>
                      </a:pPr>
                      <a:r>
                        <a:rPr lang="ko-KR" sz="600"/>
                        <a:t>dgCare_mgr417</a:t>
                      </a:r>
                      <a:endParaRPr sz="600"/>
                    </a:p>
                  </a:txBody>
                  <a:tcPr marT="91425" marB="91425" marR="91425" marL="91425" anchor="ctr"/>
                </a:tc>
                <a:tc>
                  <a:txBody>
                    <a:bodyPr/>
                    <a:lstStyle/>
                    <a:p>
                      <a:pPr indent="0" lvl="0" marL="0" rtl="0" algn="l">
                        <a:spcBef>
                          <a:spcPts val="0"/>
                        </a:spcBef>
                        <a:spcAft>
                          <a:spcPts val="0"/>
                        </a:spcAft>
                        <a:buNone/>
                      </a:pPr>
                      <a:r>
                        <a:rPr lang="ko-KR" sz="600"/>
                        <a:t>박지훈</a:t>
                      </a:r>
                      <a:endParaRPr sz="600"/>
                    </a:p>
                  </a:txBody>
                  <a:tcPr marT="91425" marB="91425" marR="91425" marL="91425" anchor="ctr"/>
                </a:tc>
                <a:tc>
                  <a:txBody>
                    <a:bodyPr/>
                    <a:lstStyle/>
                    <a:p>
                      <a:pPr indent="0" lvl="0" marL="0" rtl="0" algn="l">
                        <a:spcBef>
                          <a:spcPts val="0"/>
                        </a:spcBef>
                        <a:spcAft>
                          <a:spcPts val="0"/>
                        </a:spcAft>
                        <a:buNone/>
                      </a:pPr>
                      <a:r>
                        <a:rPr lang="ko-KR" sz="600"/>
                        <a:t>010-3185-7629</a:t>
                      </a:r>
                      <a:endParaRPr sz="600"/>
                    </a:p>
                  </a:txBody>
                  <a:tcPr marT="91425" marB="91425" marR="91425" marL="91425" anchor="ctr"/>
                </a:tc>
                <a:tc>
                  <a:txBody>
                    <a:bodyPr/>
                    <a:lstStyle/>
                    <a:p>
                      <a:pPr indent="0" lvl="0" marL="0" rtl="0" algn="l">
                        <a:spcBef>
                          <a:spcPts val="0"/>
                        </a:spcBef>
                        <a:spcAft>
                          <a:spcPts val="0"/>
                        </a:spcAft>
                        <a:buNone/>
                      </a:pPr>
                      <a:r>
                        <a:rPr lang="ko-KR" sz="600"/>
                        <a:t>jihoon.park@daeguwelfare.or.kr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2016.04.06</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1</a:t>
                      </a:r>
                      <a:endParaRPr sz="1000"/>
                    </a:p>
                  </a:txBody>
                  <a:tcPr marT="91425" marB="91425" marR="91425" marL="91425" anchor="ctr"/>
                </a:tc>
                <a:tc>
                  <a:txBody>
                    <a:bodyPr/>
                    <a:lstStyle/>
                    <a:p>
                      <a:pPr indent="0" lvl="0" marL="0" rtl="0" algn="l">
                        <a:spcBef>
                          <a:spcPts val="0"/>
                        </a:spcBef>
                        <a:spcAft>
                          <a:spcPts val="0"/>
                        </a:spcAft>
                        <a:buNone/>
                      </a:pPr>
                      <a:r>
                        <a:rPr lang="ko-KR" sz="600"/>
                        <a:t>welfareStaff_102</a:t>
                      </a:r>
                      <a:endParaRPr sz="600"/>
                    </a:p>
                  </a:txBody>
                  <a:tcPr marT="91425" marB="91425" marR="91425" marL="91425" anchor="ctr"/>
                </a:tc>
                <a:tc>
                  <a:txBody>
                    <a:bodyPr/>
                    <a:lstStyle/>
                    <a:p>
                      <a:pPr indent="0" lvl="0" marL="0" rtl="0" algn="l">
                        <a:spcBef>
                          <a:spcPts val="0"/>
                        </a:spcBef>
                        <a:spcAft>
                          <a:spcPts val="0"/>
                        </a:spcAft>
                        <a:buNone/>
                      </a:pPr>
                      <a:r>
                        <a:rPr lang="ko-KR" sz="600"/>
                        <a:t>김도윤</a:t>
                      </a:r>
                      <a:endParaRPr sz="600"/>
                    </a:p>
                  </a:txBody>
                  <a:tcPr marT="91425" marB="91425" marR="91425" marL="91425" anchor="ctr"/>
                </a:tc>
                <a:tc>
                  <a:txBody>
                    <a:bodyPr/>
                    <a:lstStyle/>
                    <a:p>
                      <a:pPr indent="0" lvl="0" marL="0" rtl="0" algn="l">
                        <a:spcBef>
                          <a:spcPts val="0"/>
                        </a:spcBef>
                        <a:spcAft>
                          <a:spcPts val="0"/>
                        </a:spcAft>
                        <a:buNone/>
                      </a:pPr>
                      <a:r>
                        <a:rPr lang="ko-KR" sz="600"/>
                        <a:t>010-6074-1388</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doyoon.kim@welfarecare.or.kr</a:t>
                      </a:r>
                      <a:endParaRPr sz="600"/>
                    </a:p>
                  </a:txBody>
                  <a:tcPr marT="91425" marB="91425" marR="91425" marL="91425" anchor="ctr"/>
                </a:tc>
                <a:tc>
                  <a:txBody>
                    <a:bodyPr/>
                    <a:lstStyle/>
                    <a:p>
                      <a:pPr indent="0" lvl="0" marL="0" rtl="0" algn="ctr">
                        <a:spcBef>
                          <a:spcPts val="0"/>
                        </a:spcBef>
                        <a:spcAft>
                          <a:spcPts val="0"/>
                        </a:spcAft>
                        <a:buNone/>
                      </a:pPr>
                      <a:r>
                        <a:rPr lang="ko-KR" sz="600"/>
                        <a:t>0</a:t>
                      </a:r>
                      <a:endParaRPr sz="600"/>
                    </a:p>
                  </a:txBody>
                  <a:tcPr marT="91425" marB="91425" marR="91425" marL="91425" anchor="ctr"/>
                </a:tc>
                <a:tc>
                  <a:txBody>
                    <a:bodyPr/>
                    <a:lstStyle/>
                    <a:p>
                      <a:pPr indent="0" lvl="0" marL="0" rtl="0" algn="l">
                        <a:spcBef>
                          <a:spcPts val="0"/>
                        </a:spcBef>
                        <a:spcAft>
                          <a:spcPts val="0"/>
                        </a:spcAft>
                        <a:buNone/>
                      </a:pPr>
                      <a:r>
                        <a:rPr lang="ko-KR" sz="600"/>
                        <a:t>2018.07.24</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bl>
          </a:graphicData>
        </a:graphic>
      </p:graphicFrame>
      <p:sp>
        <p:nvSpPr>
          <p:cNvPr id="1242" name="Google Shape;1242;p59"/>
          <p:cNvSpPr/>
          <p:nvPr/>
        </p:nvSpPr>
        <p:spPr>
          <a:xfrm>
            <a:off x="7258409" y="2840267"/>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600">
                <a:latin typeface="Malgun Gothic"/>
                <a:ea typeface="Malgun Gothic"/>
                <a:cs typeface="Malgun Gothic"/>
                <a:sym typeface="Malgun Gothic"/>
              </a:rPr>
              <a:t>대기중</a:t>
            </a:r>
            <a:endParaRPr sz="300">
              <a:latin typeface="Malgun Gothic"/>
              <a:ea typeface="Malgun Gothic"/>
              <a:cs typeface="Malgun Gothic"/>
              <a:sym typeface="Malgun Gothic"/>
            </a:endParaRPr>
          </a:p>
        </p:txBody>
      </p:sp>
      <p:sp>
        <p:nvSpPr>
          <p:cNvPr id="1243" name="Google Shape;1243;p59"/>
          <p:cNvSpPr/>
          <p:nvPr/>
        </p:nvSpPr>
        <p:spPr>
          <a:xfrm>
            <a:off x="7258409" y="5432417"/>
            <a:ext cx="446400" cy="2481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승인</a:t>
            </a:r>
            <a:endParaRPr sz="400">
              <a:solidFill>
                <a:srgbClr val="FFFFFF"/>
              </a:solidFill>
              <a:latin typeface="Malgun Gothic"/>
              <a:ea typeface="Malgun Gothic"/>
              <a:cs typeface="Malgun Gothic"/>
              <a:sym typeface="Malgun Gothic"/>
            </a:endParaRPr>
          </a:p>
        </p:txBody>
      </p:sp>
      <p:sp>
        <p:nvSpPr>
          <p:cNvPr id="1244" name="Google Shape;1244;p59"/>
          <p:cNvSpPr/>
          <p:nvPr/>
        </p:nvSpPr>
        <p:spPr>
          <a:xfrm>
            <a:off x="7258409" y="5858027"/>
            <a:ext cx="446400" cy="2481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승인</a:t>
            </a:r>
            <a:endParaRPr sz="400">
              <a:solidFill>
                <a:srgbClr val="FFFFFF"/>
              </a:solidFill>
              <a:latin typeface="Malgun Gothic"/>
              <a:ea typeface="Malgun Gothic"/>
              <a:cs typeface="Malgun Gothic"/>
              <a:sym typeface="Malgun Gothic"/>
            </a:endParaRPr>
          </a:p>
        </p:txBody>
      </p:sp>
      <p:sp>
        <p:nvSpPr>
          <p:cNvPr id="1245" name="Google Shape;1245;p59"/>
          <p:cNvSpPr/>
          <p:nvPr/>
        </p:nvSpPr>
        <p:spPr>
          <a:xfrm>
            <a:off x="7258409" y="6219242"/>
            <a:ext cx="446400" cy="2481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반려</a:t>
            </a:r>
            <a:endParaRPr sz="400">
              <a:solidFill>
                <a:srgbClr val="FFFFFF"/>
              </a:solidFill>
              <a:latin typeface="Malgun Gothic"/>
              <a:ea typeface="Malgun Gothic"/>
              <a:cs typeface="Malgun Gothic"/>
              <a:sym typeface="Malgun Gothic"/>
            </a:endParaRPr>
          </a:p>
        </p:txBody>
      </p:sp>
      <p:sp>
        <p:nvSpPr>
          <p:cNvPr id="1246" name="Google Shape;1246;p59"/>
          <p:cNvSpPr txBox="1"/>
          <p:nvPr/>
        </p:nvSpPr>
        <p:spPr>
          <a:xfrm>
            <a:off x="1953057" y="1800311"/>
            <a:ext cx="38742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u="sng">
                <a:solidFill>
                  <a:schemeClr val="dk1"/>
                </a:solidFill>
                <a:latin typeface="Malgun Gothic"/>
                <a:ea typeface="Malgun Gothic"/>
                <a:cs typeface="Malgun Gothic"/>
                <a:sym typeface="Malgun Gothic"/>
              </a:rPr>
              <a:t>대구 남구 발달지원센터</a:t>
            </a:r>
            <a:r>
              <a:rPr lang="ko-KR">
                <a:solidFill>
                  <a:schemeClr val="dk1"/>
                </a:solidFill>
                <a:latin typeface="Malgun Gothic"/>
                <a:ea typeface="Malgun Gothic"/>
                <a:cs typeface="Malgun Gothic"/>
                <a:sym typeface="Malgun Gothic"/>
              </a:rPr>
              <a:t> 담당자 정보</a:t>
            </a:r>
            <a:endParaRPr>
              <a:solidFill>
                <a:schemeClr val="dk1"/>
              </a:solidFill>
              <a:latin typeface="Malgun Gothic"/>
              <a:ea typeface="Malgun Gothic"/>
              <a:cs typeface="Malgun Gothic"/>
              <a:sym typeface="Malgun Gothic"/>
            </a:endParaRPr>
          </a:p>
        </p:txBody>
      </p:sp>
      <p:sp>
        <p:nvSpPr>
          <p:cNvPr id="1247" name="Google Shape;1247;p59"/>
          <p:cNvSpPr/>
          <p:nvPr/>
        </p:nvSpPr>
        <p:spPr>
          <a:xfrm>
            <a:off x="1701357" y="2036611"/>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248" name="Google Shape;1248;p59"/>
          <p:cNvSpPr/>
          <p:nvPr/>
        </p:nvSpPr>
        <p:spPr>
          <a:xfrm>
            <a:off x="7877707" y="2670186"/>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249" name="Google Shape;1249;p59"/>
          <p:cNvSpPr/>
          <p:nvPr/>
        </p:nvSpPr>
        <p:spPr>
          <a:xfrm>
            <a:off x="7179982" y="2577111"/>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250" name="Google Shape;1250;p59"/>
          <p:cNvSpPr/>
          <p:nvPr/>
        </p:nvSpPr>
        <p:spPr>
          <a:xfrm>
            <a:off x="7258409" y="3257267"/>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600">
                <a:latin typeface="Malgun Gothic"/>
                <a:ea typeface="Malgun Gothic"/>
                <a:cs typeface="Malgun Gothic"/>
                <a:sym typeface="Malgun Gothic"/>
              </a:rPr>
              <a:t>대기중</a:t>
            </a:r>
            <a:endParaRPr sz="300">
              <a:latin typeface="Malgun Gothic"/>
              <a:ea typeface="Malgun Gothic"/>
              <a:cs typeface="Malgun Gothic"/>
              <a:sym typeface="Malgun Gothic"/>
            </a:endParaRPr>
          </a:p>
        </p:txBody>
      </p:sp>
      <p:sp>
        <p:nvSpPr>
          <p:cNvPr id="1251" name="Google Shape;1251;p59"/>
          <p:cNvSpPr/>
          <p:nvPr/>
        </p:nvSpPr>
        <p:spPr>
          <a:xfrm>
            <a:off x="7258409" y="4949817"/>
            <a:ext cx="446400" cy="2481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승인</a:t>
            </a:r>
            <a:endParaRPr sz="400">
              <a:solidFill>
                <a:srgbClr val="FFFFFF"/>
              </a:solidFill>
              <a:latin typeface="Malgun Gothic"/>
              <a:ea typeface="Malgun Gothic"/>
              <a:cs typeface="Malgun Gothic"/>
              <a:sym typeface="Malgun Gothic"/>
            </a:endParaRPr>
          </a:p>
        </p:txBody>
      </p:sp>
      <p:sp>
        <p:nvSpPr>
          <p:cNvPr id="1252" name="Google Shape;1252;p59"/>
          <p:cNvSpPr/>
          <p:nvPr/>
        </p:nvSpPr>
        <p:spPr>
          <a:xfrm>
            <a:off x="7216784" y="4557642"/>
            <a:ext cx="446400" cy="2481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승인</a:t>
            </a:r>
            <a:endParaRPr sz="400">
              <a:solidFill>
                <a:srgbClr val="FFFFFF"/>
              </a:solidFill>
              <a:latin typeface="Malgun Gothic"/>
              <a:ea typeface="Malgun Gothic"/>
              <a:cs typeface="Malgun Gothic"/>
              <a:sym typeface="Malgun Gothic"/>
            </a:endParaRPr>
          </a:p>
        </p:txBody>
      </p:sp>
      <p:sp>
        <p:nvSpPr>
          <p:cNvPr id="1253" name="Google Shape;1253;p59"/>
          <p:cNvSpPr/>
          <p:nvPr/>
        </p:nvSpPr>
        <p:spPr>
          <a:xfrm>
            <a:off x="7216784" y="4103542"/>
            <a:ext cx="446400" cy="2481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승인</a:t>
            </a:r>
            <a:endParaRPr sz="400">
              <a:solidFill>
                <a:srgbClr val="FFFFFF"/>
              </a:solidFill>
              <a:latin typeface="Malgun Gothic"/>
              <a:ea typeface="Malgun Gothic"/>
              <a:cs typeface="Malgun Gothic"/>
              <a:sym typeface="Malgun Gothic"/>
            </a:endParaRPr>
          </a:p>
        </p:txBody>
      </p:sp>
      <p:sp>
        <p:nvSpPr>
          <p:cNvPr id="1254" name="Google Shape;1254;p59"/>
          <p:cNvSpPr/>
          <p:nvPr/>
        </p:nvSpPr>
        <p:spPr>
          <a:xfrm>
            <a:off x="7216784" y="3680404"/>
            <a:ext cx="446400" cy="2481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승인</a:t>
            </a:r>
            <a:endParaRPr sz="400">
              <a:solidFill>
                <a:srgbClr val="FFFFFF"/>
              </a:solidFill>
              <a:latin typeface="Malgun Gothic"/>
              <a:ea typeface="Malgun Gothic"/>
              <a:cs typeface="Malgun Gothic"/>
              <a:sym typeface="Malgun Gothic"/>
            </a:endParaRPr>
          </a:p>
        </p:txBody>
      </p:sp>
      <p:sp>
        <p:nvSpPr>
          <p:cNvPr id="1255" name="Google Shape;1255;p59"/>
          <p:cNvSpPr/>
          <p:nvPr/>
        </p:nvSpPr>
        <p:spPr>
          <a:xfrm>
            <a:off x="7589847" y="1956899"/>
            <a:ext cx="827400" cy="2481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600">
                <a:solidFill>
                  <a:schemeClr val="lt1"/>
                </a:solidFill>
                <a:latin typeface="Malgun Gothic"/>
                <a:ea typeface="Malgun Gothic"/>
                <a:cs typeface="Malgun Gothic"/>
                <a:sym typeface="Malgun Gothic"/>
              </a:rPr>
              <a:t>선택 삭제</a:t>
            </a:r>
            <a:endParaRPr sz="300">
              <a:solidFill>
                <a:schemeClr val="lt1"/>
              </a:solidFill>
              <a:latin typeface="Malgun Gothic"/>
              <a:ea typeface="Malgun Gothic"/>
              <a:cs typeface="Malgun Gothic"/>
              <a:sym typeface="Malgun Gothic"/>
            </a:endParaRPr>
          </a:p>
        </p:txBody>
      </p:sp>
      <p:sp>
        <p:nvSpPr>
          <p:cNvPr id="1256" name="Google Shape;1256;p59"/>
          <p:cNvSpPr/>
          <p:nvPr/>
        </p:nvSpPr>
        <p:spPr>
          <a:xfrm>
            <a:off x="7455732" y="1666661"/>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grpSp>
        <p:nvGrpSpPr>
          <p:cNvPr id="1257" name="Google Shape;1257;p59"/>
          <p:cNvGrpSpPr/>
          <p:nvPr/>
        </p:nvGrpSpPr>
        <p:grpSpPr>
          <a:xfrm>
            <a:off x="221400" y="747350"/>
            <a:ext cx="8239800" cy="642300"/>
            <a:chOff x="178125" y="740950"/>
            <a:chExt cx="8239800" cy="642300"/>
          </a:xfrm>
        </p:grpSpPr>
        <p:sp>
          <p:nvSpPr>
            <p:cNvPr id="1258" name="Google Shape;1258;p59"/>
            <p:cNvSpPr/>
            <p:nvPr/>
          </p:nvSpPr>
          <p:spPr>
            <a:xfrm>
              <a:off x="178125" y="740950"/>
              <a:ext cx="8239800" cy="642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259" name="Google Shape;1259;p59"/>
            <p:cNvSpPr/>
            <p:nvPr/>
          </p:nvSpPr>
          <p:spPr>
            <a:xfrm>
              <a:off x="309950" y="831700"/>
              <a:ext cx="13026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사이트명</a:t>
              </a:r>
              <a:endParaRPr b="0" i="0" sz="1400" u="none" cap="none" strike="noStrike">
                <a:solidFill>
                  <a:srgbClr val="000000"/>
                </a:solidFill>
                <a:latin typeface="Malgun Gothic"/>
                <a:ea typeface="Malgun Gothic"/>
                <a:cs typeface="Malgun Gothic"/>
                <a:sym typeface="Malgun Gothic"/>
              </a:endParaRPr>
            </a:p>
          </p:txBody>
        </p:sp>
        <p:sp>
          <p:nvSpPr>
            <p:cNvPr id="1260" name="Google Shape;1260;p59"/>
            <p:cNvSpPr/>
            <p:nvPr/>
          </p:nvSpPr>
          <p:spPr>
            <a:xfrm>
              <a:off x="1641960" y="831700"/>
              <a:ext cx="13026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승인요청목록</a:t>
              </a:r>
              <a:endParaRPr b="0" i="0" sz="1400" u="none" cap="none" strike="noStrike">
                <a:solidFill>
                  <a:srgbClr val="000000"/>
                </a:solidFill>
                <a:latin typeface="Malgun Gothic"/>
                <a:ea typeface="Malgun Gothic"/>
                <a:cs typeface="Malgun Gothic"/>
                <a:sym typeface="Malgun Gothic"/>
              </a:endParaRPr>
            </a:p>
          </p:txBody>
        </p:sp>
        <p:sp>
          <p:nvSpPr>
            <p:cNvPr id="1261" name="Google Shape;1261;p59"/>
            <p:cNvSpPr/>
            <p:nvPr/>
          </p:nvSpPr>
          <p:spPr>
            <a:xfrm>
              <a:off x="2974693" y="831700"/>
              <a:ext cx="1153800" cy="4608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담당자 관리</a:t>
              </a:r>
              <a:endParaRPr b="0" i="0" sz="1400" u="none" cap="none" strike="noStrike">
                <a:solidFill>
                  <a:srgbClr val="000000"/>
                </a:solidFill>
                <a:latin typeface="Malgun Gothic"/>
                <a:ea typeface="Malgun Gothic"/>
                <a:cs typeface="Malgun Gothic"/>
                <a:sym typeface="Malgun Gothic"/>
              </a:endParaRPr>
            </a:p>
          </p:txBody>
        </p:sp>
        <p:sp>
          <p:nvSpPr>
            <p:cNvPr id="1262" name="Google Shape;1262;p59"/>
            <p:cNvSpPr/>
            <p:nvPr/>
          </p:nvSpPr>
          <p:spPr>
            <a:xfrm>
              <a:off x="4150070" y="838575"/>
              <a:ext cx="12672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일반회원관리</a:t>
              </a:r>
              <a:endParaRPr b="0" i="0" sz="1400" u="none" cap="none" strike="noStrike">
                <a:solidFill>
                  <a:srgbClr val="000000"/>
                </a:solidFill>
                <a:latin typeface="Malgun Gothic"/>
                <a:ea typeface="Malgun Gothic"/>
                <a:cs typeface="Malgun Gothic"/>
                <a:sym typeface="Malgun Gothic"/>
              </a:endParaRPr>
            </a:p>
          </p:txBody>
        </p:sp>
        <p:sp>
          <p:nvSpPr>
            <p:cNvPr id="1263" name="Google Shape;1263;p59"/>
            <p:cNvSpPr/>
            <p:nvPr/>
          </p:nvSpPr>
          <p:spPr>
            <a:xfrm>
              <a:off x="6114283" y="871047"/>
              <a:ext cx="1223100" cy="4047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마이페이지</a:t>
              </a:r>
              <a:endParaRPr b="0" i="0" sz="1400" u="none" cap="none" strike="noStrike">
                <a:solidFill>
                  <a:srgbClr val="000000"/>
                </a:solidFill>
                <a:latin typeface="Malgun Gothic"/>
                <a:ea typeface="Malgun Gothic"/>
                <a:cs typeface="Malgun Gothic"/>
                <a:sym typeface="Malgun Gothic"/>
              </a:endParaRPr>
            </a:p>
          </p:txBody>
        </p:sp>
        <p:sp>
          <p:nvSpPr>
            <p:cNvPr id="1264" name="Google Shape;1264;p59"/>
            <p:cNvSpPr/>
            <p:nvPr/>
          </p:nvSpPr>
          <p:spPr>
            <a:xfrm>
              <a:off x="7426675" y="866625"/>
              <a:ext cx="908100" cy="4047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로그아웃</a:t>
              </a:r>
              <a:endParaRPr b="0" i="0" sz="1400" u="none" cap="none" strike="noStrike">
                <a:solidFill>
                  <a:srgbClr val="000000"/>
                </a:solidFill>
                <a:latin typeface="Malgun Gothic"/>
                <a:ea typeface="Malgun Gothic"/>
                <a:cs typeface="Malgun Gothic"/>
                <a:sym typeface="Malgun Gothic"/>
              </a:endParaRPr>
            </a:p>
          </p:txBody>
        </p:sp>
      </p:grpSp>
      <p:sp>
        <p:nvSpPr>
          <p:cNvPr id="1265" name="Google Shape;1265;p59"/>
          <p:cNvSpPr/>
          <p:nvPr/>
        </p:nvSpPr>
        <p:spPr>
          <a:xfrm>
            <a:off x="223833" y="3413713"/>
            <a:ext cx="1483500" cy="391800"/>
          </a:xfrm>
          <a:prstGeom prst="rect">
            <a:avLst/>
          </a:prstGeom>
          <a:solidFill>
            <a:schemeClr val="lt1"/>
          </a:soli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lang="ko-KR" sz="1200">
                <a:latin typeface="Malgun Gothic"/>
                <a:ea typeface="Malgun Gothic"/>
                <a:cs typeface="Malgun Gothic"/>
                <a:sym typeface="Malgun Gothic"/>
              </a:rPr>
              <a:t>사용승인</a:t>
            </a:r>
            <a:endParaRPr b="0" i="0" sz="1200" u="none" cap="none" strike="noStrike">
              <a:solidFill>
                <a:srgbClr val="000000"/>
              </a:solidFill>
              <a:latin typeface="Malgun Gothic"/>
              <a:ea typeface="Malgun Gothic"/>
              <a:cs typeface="Malgun Gothic"/>
              <a:sym typeface="Malgun Gothic"/>
            </a:endParaRPr>
          </a:p>
        </p:txBody>
      </p:sp>
      <p:sp>
        <p:nvSpPr>
          <p:cNvPr id="1266" name="Google Shape;1266;p59"/>
          <p:cNvSpPr/>
          <p:nvPr/>
        </p:nvSpPr>
        <p:spPr>
          <a:xfrm>
            <a:off x="178126" y="1593910"/>
            <a:ext cx="908100" cy="460800"/>
          </a:xfrm>
          <a:prstGeom prst="rect">
            <a:avLst/>
          </a:prstGeom>
          <a:solidFill>
            <a:schemeClr val="lt1"/>
          </a:soli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상세 검색</a:t>
            </a:r>
            <a:endParaRPr b="0" i="0" sz="1200" u="none" cap="none" strike="noStrike">
              <a:solidFill>
                <a:srgbClr val="000000"/>
              </a:solidFill>
              <a:latin typeface="Malgun Gothic"/>
              <a:ea typeface="Malgun Gothic"/>
              <a:cs typeface="Malgun Gothic"/>
              <a:sym typeface="Malgun Gothic"/>
            </a:endParaRPr>
          </a:p>
        </p:txBody>
      </p:sp>
      <p:sp>
        <p:nvSpPr>
          <p:cNvPr id="1267" name="Google Shape;1267;p59"/>
          <p:cNvSpPr/>
          <p:nvPr/>
        </p:nvSpPr>
        <p:spPr>
          <a:xfrm>
            <a:off x="1086351" y="1670573"/>
            <a:ext cx="632100" cy="2613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초기화</a:t>
            </a:r>
            <a:endParaRPr b="0" i="0" sz="1050" u="none" cap="none" strike="noStrike">
              <a:solidFill>
                <a:srgbClr val="000000"/>
              </a:solidFill>
              <a:latin typeface="Malgun Gothic"/>
              <a:ea typeface="Malgun Gothic"/>
              <a:cs typeface="Malgun Gothic"/>
              <a:sym typeface="Malgun Gothic"/>
            </a:endParaRPr>
          </a:p>
        </p:txBody>
      </p:sp>
      <p:sp>
        <p:nvSpPr>
          <p:cNvPr id="1268" name="Google Shape;1268;p59"/>
          <p:cNvSpPr/>
          <p:nvPr/>
        </p:nvSpPr>
        <p:spPr>
          <a:xfrm>
            <a:off x="261339" y="2078489"/>
            <a:ext cx="1408500" cy="4608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lang="ko-KR" sz="1100">
                <a:latin typeface="Malgun Gothic"/>
                <a:ea typeface="Malgun Gothic"/>
                <a:cs typeface="Malgun Gothic"/>
                <a:sym typeface="Malgun Gothic"/>
              </a:rPr>
              <a:t>담당자명          ▼</a:t>
            </a:r>
            <a:endParaRPr b="0" i="0" sz="1100" u="none" cap="none" strike="noStrike">
              <a:solidFill>
                <a:srgbClr val="000000"/>
              </a:solidFill>
              <a:latin typeface="Malgun Gothic"/>
              <a:ea typeface="Malgun Gothic"/>
              <a:cs typeface="Malgun Gothic"/>
              <a:sym typeface="Malgun Gothic"/>
            </a:endParaRPr>
          </a:p>
        </p:txBody>
      </p:sp>
      <p:sp>
        <p:nvSpPr>
          <p:cNvPr id="1269" name="Google Shape;1269;p59"/>
          <p:cNvSpPr/>
          <p:nvPr/>
        </p:nvSpPr>
        <p:spPr>
          <a:xfrm>
            <a:off x="261339" y="2615524"/>
            <a:ext cx="1408500" cy="3918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lang="ko-KR" sz="1100">
                <a:solidFill>
                  <a:schemeClr val="lt2"/>
                </a:solidFill>
                <a:latin typeface="Malgun Gothic"/>
                <a:ea typeface="Malgun Gothic"/>
                <a:cs typeface="Malgun Gothic"/>
                <a:sym typeface="Malgun Gothic"/>
              </a:rPr>
              <a:t>검색어 입력</a:t>
            </a:r>
            <a:endParaRPr b="0" i="0" sz="1100" u="none" cap="none" strike="noStrike">
              <a:solidFill>
                <a:schemeClr val="lt2"/>
              </a:solidFill>
              <a:latin typeface="Malgun Gothic"/>
              <a:ea typeface="Malgun Gothic"/>
              <a:cs typeface="Malgun Gothic"/>
              <a:sym typeface="Malgun Gothic"/>
            </a:endParaRPr>
          </a:p>
        </p:txBody>
      </p:sp>
      <p:sp>
        <p:nvSpPr>
          <p:cNvPr id="1270" name="Google Shape;1270;p59"/>
          <p:cNvSpPr/>
          <p:nvPr/>
        </p:nvSpPr>
        <p:spPr>
          <a:xfrm>
            <a:off x="261352" y="3827335"/>
            <a:ext cx="446400" cy="2094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b="0" i="0" lang="ko-KR" sz="850" u="none" cap="none" strike="noStrike">
                <a:solidFill>
                  <a:srgbClr val="000000"/>
                </a:solidFill>
                <a:latin typeface="Malgun Gothic"/>
                <a:ea typeface="Malgun Gothic"/>
                <a:cs typeface="Malgun Gothic"/>
                <a:sym typeface="Malgun Gothic"/>
              </a:rPr>
              <a:t>전체</a:t>
            </a:r>
            <a:endParaRPr b="0" i="0" sz="850" u="none" cap="none" strike="noStrike">
              <a:solidFill>
                <a:srgbClr val="000000"/>
              </a:solidFill>
              <a:latin typeface="Malgun Gothic"/>
              <a:ea typeface="Malgun Gothic"/>
              <a:cs typeface="Malgun Gothic"/>
              <a:sym typeface="Malgun Gothic"/>
            </a:endParaRPr>
          </a:p>
        </p:txBody>
      </p:sp>
      <p:sp>
        <p:nvSpPr>
          <p:cNvPr id="1271" name="Google Shape;1271;p59"/>
          <p:cNvSpPr/>
          <p:nvPr/>
        </p:nvSpPr>
        <p:spPr>
          <a:xfrm>
            <a:off x="261349" y="4401089"/>
            <a:ext cx="1408500" cy="460800"/>
          </a:xfrm>
          <a:prstGeom prst="rect">
            <a:avLst/>
          </a:prstGeom>
          <a:solidFill>
            <a:schemeClr val="accent6"/>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chemeClr val="lt1"/>
                </a:solidFill>
                <a:latin typeface="Malgun Gothic"/>
                <a:ea typeface="Malgun Gothic"/>
                <a:cs typeface="Malgun Gothic"/>
                <a:sym typeface="Malgun Gothic"/>
              </a:rPr>
              <a:t>검색</a:t>
            </a:r>
            <a:endParaRPr b="0" i="0" sz="1400" u="none" cap="none" strike="noStrike">
              <a:solidFill>
                <a:schemeClr val="lt1"/>
              </a:solidFill>
              <a:latin typeface="Malgun Gothic"/>
              <a:ea typeface="Malgun Gothic"/>
              <a:cs typeface="Malgun Gothic"/>
              <a:sym typeface="Malgun Gothic"/>
            </a:endParaRPr>
          </a:p>
        </p:txBody>
      </p:sp>
      <p:sp>
        <p:nvSpPr>
          <p:cNvPr id="1272" name="Google Shape;1272;p59"/>
          <p:cNvSpPr/>
          <p:nvPr/>
        </p:nvSpPr>
        <p:spPr>
          <a:xfrm>
            <a:off x="708164" y="3827333"/>
            <a:ext cx="446400" cy="2094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lang="ko-KR" sz="850">
                <a:latin typeface="Malgun Gothic"/>
                <a:ea typeface="Malgun Gothic"/>
                <a:cs typeface="Malgun Gothic"/>
                <a:sym typeface="Malgun Gothic"/>
              </a:rPr>
              <a:t>승인</a:t>
            </a:r>
            <a:endParaRPr b="0" i="0" sz="850" u="none" cap="none" strike="noStrike">
              <a:solidFill>
                <a:srgbClr val="000000"/>
              </a:solidFill>
              <a:latin typeface="Malgun Gothic"/>
              <a:ea typeface="Malgun Gothic"/>
              <a:cs typeface="Malgun Gothic"/>
              <a:sym typeface="Malgun Gothic"/>
            </a:endParaRPr>
          </a:p>
        </p:txBody>
      </p:sp>
      <p:sp>
        <p:nvSpPr>
          <p:cNvPr id="1273" name="Google Shape;1273;p59"/>
          <p:cNvSpPr/>
          <p:nvPr/>
        </p:nvSpPr>
        <p:spPr>
          <a:xfrm>
            <a:off x="1182219" y="3827334"/>
            <a:ext cx="557100" cy="2094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lang="ko-KR" sz="850">
                <a:latin typeface="Malgun Gothic"/>
                <a:ea typeface="Malgun Gothic"/>
                <a:cs typeface="Malgun Gothic"/>
                <a:sym typeface="Malgun Gothic"/>
              </a:rPr>
              <a:t>대기</a:t>
            </a:r>
            <a:endParaRPr b="0" i="0" sz="85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graphicFrame>
        <p:nvGraphicFramePr>
          <p:cNvPr id="1279" name="Google Shape;1279;p60"/>
          <p:cNvGraphicFramePr/>
          <p:nvPr/>
        </p:nvGraphicFramePr>
        <p:xfrm>
          <a:off x="82917" y="53186"/>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view-047</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담당자 목록 - </a:t>
                      </a:r>
                      <a:r>
                        <a:rPr lang="ko-KR"/>
                        <a:t>승인여부검토</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담당자의 계정사용 승인 요청을 검토하는 화면</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기관 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계정 사용 요청에 대해 승인, 반려가 가능하다.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반려 진행시, 반려사유를 입력한다.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최종 반려시, 반려 사유와 함께 신청자가 입력한 메일로 결과가 발송된다.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최종 승인시, 신청자가 입력한 메일로 결과가 발송된다.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메일 발송에 실패할 경우, 재시도 안내한다.</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292100" lvl="0" marL="457200" marR="0" rtl="0" algn="l">
                        <a:spcBef>
                          <a:spcPts val="0"/>
                        </a:spcBef>
                        <a:spcAft>
                          <a:spcPts val="0"/>
                        </a:spcAft>
                        <a:buClr>
                          <a:srgbClr val="2F5496"/>
                        </a:buClr>
                        <a:buSzPts val="1000"/>
                        <a:buChar char="-"/>
                      </a:pPr>
                      <a:r>
                        <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1280" name="Google Shape;1280;p60"/>
          <p:cNvGraphicFramePr/>
          <p:nvPr/>
        </p:nvGraphicFramePr>
        <p:xfrm>
          <a:off x="1985529" y="2246330"/>
          <a:ext cx="3000000" cy="3000000"/>
        </p:xfrm>
        <a:graphic>
          <a:graphicData uri="http://schemas.openxmlformats.org/drawingml/2006/table">
            <a:tbl>
              <a:tblPr>
                <a:noFill/>
                <a:tableStyleId>{DABC0C2F-476B-403E-9239-0B67E1F473CF}</a:tableStyleId>
              </a:tblPr>
              <a:tblGrid>
                <a:gridCol w="382850"/>
                <a:gridCol w="382850"/>
                <a:gridCol w="604050"/>
                <a:gridCol w="489650"/>
                <a:gridCol w="886500"/>
                <a:gridCol w="1549775"/>
                <a:gridCol w="382850"/>
                <a:gridCol w="667450"/>
                <a:gridCol w="578950"/>
                <a:gridCol w="658325"/>
              </a:tblGrid>
              <a:tr h="426375">
                <a:tc>
                  <a:txBody>
                    <a:bodyPr/>
                    <a:lstStyle/>
                    <a:p>
                      <a:pPr indent="0" lvl="0" marL="0" rtl="0" algn="ctr">
                        <a:spcBef>
                          <a:spcPts val="0"/>
                        </a:spcBef>
                        <a:spcAft>
                          <a:spcPts val="0"/>
                        </a:spcAft>
                        <a:buNone/>
                      </a:pPr>
                      <a:r>
                        <a:rPr b="1" lang="ko-KR" sz="600"/>
                        <a:t>선택</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번호</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아이디</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담당자명</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연락처</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이메일</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지원대상자수</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가입일</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상태변경</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수정</a:t>
                      </a:r>
                      <a:endParaRPr b="1" sz="600"/>
                    </a:p>
                  </a:txBody>
                  <a:tcPr marT="91425" marB="91425" marR="91425" marL="91425" anchor="ctr">
                    <a:solidFill>
                      <a:srgbClr val="CFE2F3"/>
                    </a:solidFill>
                  </a:tcPr>
                </a:tc>
              </a:tr>
              <a:tr h="426375">
                <a:tc>
                  <a:txBody>
                    <a:bodyPr/>
                    <a:lstStyle/>
                    <a:p>
                      <a:pPr indent="0" lvl="0" marL="0" rtl="0" algn="ctr">
                        <a:spcBef>
                          <a:spcPts val="0"/>
                        </a:spcBef>
                        <a:spcAft>
                          <a:spcPts val="0"/>
                        </a:spcAft>
                        <a:buNone/>
                      </a:pPr>
                      <a:r>
                        <a:rPr lang="ko-KR" sz="1000"/>
                        <a:t>☐</a:t>
                      </a:r>
                      <a:endParaRPr sz="1000"/>
                    </a:p>
                  </a:txBody>
                  <a:tcPr marT="91425" marB="91425" marR="91425" marL="91425" anchor="ctr"/>
                </a:tc>
                <a:tc>
                  <a:txBody>
                    <a:bodyPr/>
                    <a:lstStyle/>
                    <a:p>
                      <a:pPr indent="0" lvl="0" marL="0" rtl="0" algn="ctr">
                        <a:spcBef>
                          <a:spcPts val="0"/>
                        </a:spcBef>
                        <a:spcAft>
                          <a:spcPts val="0"/>
                        </a:spcAft>
                        <a:buNone/>
                      </a:pPr>
                      <a:r>
                        <a:rPr lang="ko-KR" sz="1000"/>
                        <a:t>9</a:t>
                      </a:r>
                      <a:endParaRPr sz="1000"/>
                    </a:p>
                  </a:txBody>
                  <a:tcPr marT="91425" marB="91425" marR="91425" marL="91425" anchor="ctr"/>
                </a:tc>
                <a:tc>
                  <a:txBody>
                    <a:bodyPr/>
                    <a:lstStyle/>
                    <a:p>
                      <a:pPr indent="0" lvl="0" marL="0" rtl="0" algn="l">
                        <a:spcBef>
                          <a:spcPts val="0"/>
                        </a:spcBef>
                        <a:spcAft>
                          <a:spcPts val="0"/>
                        </a:spcAft>
                        <a:buNone/>
                      </a:pPr>
                      <a:r>
                        <a:rPr lang="ko-KR" sz="600"/>
                        <a:t>supportStaff_660</a:t>
                      </a:r>
                      <a:endParaRPr sz="600"/>
                    </a:p>
                  </a:txBody>
                  <a:tcPr marT="91425" marB="91425" marR="91425" marL="91425" anchor="ctr"/>
                </a:tc>
                <a:tc>
                  <a:txBody>
                    <a:bodyPr/>
                    <a:lstStyle/>
                    <a:p>
                      <a:pPr indent="0" lvl="0" marL="0" rtl="0" algn="l">
                        <a:spcBef>
                          <a:spcPts val="0"/>
                        </a:spcBef>
                        <a:spcAft>
                          <a:spcPts val="0"/>
                        </a:spcAft>
                        <a:buNone/>
                      </a:pPr>
                      <a:r>
                        <a:rPr lang="ko-KR" sz="600"/>
                        <a:t>강현우</a:t>
                      </a:r>
                      <a:endParaRPr sz="600"/>
                    </a:p>
                  </a:txBody>
                  <a:tcPr marT="91425" marB="91425" marR="91425" marL="91425" anchor="ctr"/>
                </a:tc>
                <a:tc>
                  <a:txBody>
                    <a:bodyPr/>
                    <a:lstStyle/>
                    <a:p>
                      <a:pPr indent="0" lvl="0" marL="0" rtl="0" algn="l">
                        <a:spcBef>
                          <a:spcPts val="0"/>
                        </a:spcBef>
                        <a:spcAft>
                          <a:spcPts val="0"/>
                        </a:spcAft>
                        <a:buNone/>
                      </a:pPr>
                      <a:r>
                        <a:rPr lang="ko-KR" sz="600"/>
                        <a:t>010-4729-1836</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hyunwoo.kang@hope-care.or.kr</a:t>
                      </a:r>
                      <a:endParaRPr sz="600"/>
                    </a:p>
                  </a:txBody>
                  <a:tcPr marT="91425" marB="91425" marR="91425" marL="91425" anchor="ctr"/>
                </a:tc>
                <a:tc>
                  <a:txBody>
                    <a:bodyPr/>
                    <a:lstStyle/>
                    <a:p>
                      <a:pPr indent="0" lvl="0" marL="0" rtl="0" algn="ctr">
                        <a:spcBef>
                          <a:spcPts val="0"/>
                        </a:spcBef>
                        <a:spcAft>
                          <a:spcPts val="0"/>
                        </a:spcAft>
                        <a:buNone/>
                      </a:pPr>
                      <a:r>
                        <a:rPr lang="ko-KR" sz="600"/>
                        <a:t>3</a:t>
                      </a:r>
                      <a:endParaRPr sz="600"/>
                    </a:p>
                  </a:txBody>
                  <a:tcPr marT="91425" marB="91425" marR="91425" marL="91425" anchor="ctr"/>
                </a:tc>
                <a:tc>
                  <a:txBody>
                    <a:bodyPr/>
                    <a:lstStyle/>
                    <a:p>
                      <a:pPr indent="0" lvl="0" marL="0" rtl="0" algn="l">
                        <a:spcBef>
                          <a:spcPts val="0"/>
                        </a:spcBef>
                        <a:spcAft>
                          <a:spcPts val="0"/>
                        </a:spcAft>
                        <a:buNone/>
                      </a:pPr>
                      <a:r>
                        <a:rPr lang="ko-KR" sz="600"/>
                        <a:t>2026.02.01</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None/>
                      </a:pPr>
                      <a:r>
                        <a:rPr lang="ko-KR" sz="1000"/>
                        <a:t>☑</a:t>
                      </a:r>
                      <a:endParaRPr sz="1000"/>
                    </a:p>
                  </a:txBody>
                  <a:tcPr marT="91425" marB="91425" marR="91425" marL="91425" anchor="ctr"/>
                </a:tc>
                <a:tc>
                  <a:txBody>
                    <a:bodyPr/>
                    <a:lstStyle/>
                    <a:p>
                      <a:pPr indent="0" lvl="0" marL="0" rtl="0" algn="ctr">
                        <a:spcBef>
                          <a:spcPts val="0"/>
                        </a:spcBef>
                        <a:spcAft>
                          <a:spcPts val="0"/>
                        </a:spcAft>
                        <a:buNone/>
                      </a:pPr>
                      <a:r>
                        <a:rPr lang="ko-KR" sz="1000"/>
                        <a:t>8</a:t>
                      </a:r>
                      <a:endParaRPr sz="1000"/>
                    </a:p>
                  </a:txBody>
                  <a:tcPr marT="91425" marB="91425" marR="91425" marL="91425" anchor="ctr"/>
                </a:tc>
                <a:tc>
                  <a:txBody>
                    <a:bodyPr/>
                    <a:lstStyle/>
                    <a:p>
                      <a:pPr indent="0" lvl="0" marL="0" rtl="0" algn="l">
                        <a:spcBef>
                          <a:spcPts val="0"/>
                        </a:spcBef>
                        <a:spcAft>
                          <a:spcPts val="0"/>
                        </a:spcAft>
                        <a:buNone/>
                      </a:pPr>
                      <a:r>
                        <a:rPr lang="ko-KR" sz="600"/>
                        <a:t>welfareAdmin_774</a:t>
                      </a:r>
                      <a:endParaRPr sz="600"/>
                    </a:p>
                  </a:txBody>
                  <a:tcPr marT="91425" marB="91425" marR="91425" marL="91425" anchor="ctr"/>
                </a:tc>
                <a:tc>
                  <a:txBody>
                    <a:bodyPr/>
                    <a:lstStyle/>
                    <a:p>
                      <a:pPr indent="0" lvl="0" marL="0" rtl="0" algn="l">
                        <a:spcBef>
                          <a:spcPts val="0"/>
                        </a:spcBef>
                        <a:spcAft>
                          <a:spcPts val="0"/>
                        </a:spcAft>
                        <a:buNone/>
                      </a:pPr>
                      <a:r>
                        <a:rPr lang="ko-KR" sz="600"/>
                        <a:t>송유진</a:t>
                      </a:r>
                      <a:endParaRPr sz="600"/>
                    </a:p>
                  </a:txBody>
                  <a:tcPr marT="91425" marB="91425" marR="91425" marL="91425" anchor="ctr"/>
                </a:tc>
                <a:tc>
                  <a:txBody>
                    <a:bodyPr/>
                    <a:lstStyle/>
                    <a:p>
                      <a:pPr indent="0" lvl="0" marL="0" rtl="0" algn="l">
                        <a:spcBef>
                          <a:spcPts val="0"/>
                        </a:spcBef>
                        <a:spcAft>
                          <a:spcPts val="0"/>
                        </a:spcAft>
                        <a:buNone/>
                      </a:pPr>
                      <a:r>
                        <a:rPr lang="ko-KR" sz="600"/>
                        <a:t>010-8391-5072</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yujin.song@happywelfare.or.kr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2025.04.05</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None/>
                      </a:pPr>
                      <a:r>
                        <a:rPr lang="ko-KR" sz="1000"/>
                        <a:t>☑</a:t>
                      </a:r>
                      <a:endParaRPr sz="1000"/>
                    </a:p>
                  </a:txBody>
                  <a:tcPr marT="91425" marB="91425" marR="91425" marL="91425" anchor="ctr"/>
                </a:tc>
                <a:tc>
                  <a:txBody>
                    <a:bodyPr/>
                    <a:lstStyle/>
                    <a:p>
                      <a:pPr indent="0" lvl="0" marL="0" rtl="0" algn="ctr">
                        <a:spcBef>
                          <a:spcPts val="0"/>
                        </a:spcBef>
                        <a:spcAft>
                          <a:spcPts val="0"/>
                        </a:spcAft>
                        <a:buNone/>
                      </a:pPr>
                      <a:r>
                        <a:rPr lang="ko-KR" sz="1000"/>
                        <a:t>7</a:t>
                      </a:r>
                      <a:endParaRPr sz="1000"/>
                    </a:p>
                  </a:txBody>
                  <a:tcPr marT="91425" marB="91425" marR="91425" marL="91425" anchor="ctr"/>
                </a:tc>
                <a:tc>
                  <a:txBody>
                    <a:bodyPr/>
                    <a:lstStyle/>
                    <a:p>
                      <a:pPr indent="0" lvl="0" marL="0" rtl="0" algn="l">
                        <a:spcBef>
                          <a:spcPts val="0"/>
                        </a:spcBef>
                        <a:spcAft>
                          <a:spcPts val="0"/>
                        </a:spcAft>
                        <a:buNone/>
                      </a:pPr>
                      <a:r>
                        <a:rPr lang="ko-KR" sz="600"/>
                        <a:t>careWorker_315</a:t>
                      </a:r>
                      <a:endParaRPr sz="600"/>
                    </a:p>
                  </a:txBody>
                  <a:tcPr marT="91425" marB="91425" marR="91425" marL="91425" anchor="ctr"/>
                </a:tc>
                <a:tc>
                  <a:txBody>
                    <a:bodyPr/>
                    <a:lstStyle/>
                    <a:p>
                      <a:pPr indent="0" lvl="0" marL="0" rtl="0" algn="l">
                        <a:spcBef>
                          <a:spcPts val="0"/>
                        </a:spcBef>
                        <a:spcAft>
                          <a:spcPts val="0"/>
                        </a:spcAft>
                        <a:buNone/>
                      </a:pPr>
                      <a:r>
                        <a:rPr lang="ko-KR" sz="600"/>
                        <a:t>윤태성</a:t>
                      </a:r>
                      <a:endParaRPr sz="600"/>
                    </a:p>
                  </a:txBody>
                  <a:tcPr marT="91425" marB="91425" marR="91425" marL="91425" anchor="ctr"/>
                </a:tc>
                <a:tc>
                  <a:txBody>
                    <a:bodyPr/>
                    <a:lstStyle/>
                    <a:p>
                      <a:pPr indent="0" lvl="0" marL="0" rtl="0" algn="l">
                        <a:spcBef>
                          <a:spcPts val="0"/>
                        </a:spcBef>
                        <a:spcAft>
                          <a:spcPts val="0"/>
                        </a:spcAft>
                        <a:buNone/>
                      </a:pPr>
                      <a:r>
                        <a:rPr lang="ko-KR" sz="600"/>
                        <a:t>010-8391-5072</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taeseong.yoon@welfareplus.or.kr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2025.06.08</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6</a:t>
                      </a:r>
                      <a:endParaRPr sz="1000"/>
                    </a:p>
                  </a:txBody>
                  <a:tcPr marT="91425" marB="91425" marR="91425" marL="91425" anchor="ctr"/>
                </a:tc>
                <a:tc>
                  <a:txBody>
                    <a:bodyPr/>
                    <a:lstStyle/>
                    <a:p>
                      <a:pPr indent="0" lvl="0" marL="0" rtl="0" algn="l">
                        <a:spcBef>
                          <a:spcPts val="0"/>
                        </a:spcBef>
                        <a:spcAft>
                          <a:spcPts val="0"/>
                        </a:spcAft>
                        <a:buNone/>
                      </a:pPr>
                      <a:r>
                        <a:rPr lang="ko-KR" sz="600"/>
                        <a:t>daeguWelfare_908</a:t>
                      </a:r>
                      <a:endParaRPr sz="600"/>
                    </a:p>
                  </a:txBody>
                  <a:tcPr marT="91425" marB="91425" marR="91425" marL="91425" anchor="ctr"/>
                </a:tc>
                <a:tc>
                  <a:txBody>
                    <a:bodyPr/>
                    <a:lstStyle/>
                    <a:p>
                      <a:pPr indent="0" lvl="0" marL="0" rtl="0" algn="l">
                        <a:spcBef>
                          <a:spcPts val="0"/>
                        </a:spcBef>
                        <a:spcAft>
                          <a:spcPts val="0"/>
                        </a:spcAft>
                        <a:buNone/>
                      </a:pPr>
                      <a:r>
                        <a:rPr lang="ko-KR" sz="600"/>
                        <a:t>한예진</a:t>
                      </a:r>
                      <a:endParaRPr sz="600"/>
                    </a:p>
                  </a:txBody>
                  <a:tcPr marT="91425" marB="91425" marR="91425" marL="91425" anchor="ctr"/>
                </a:tc>
                <a:tc>
                  <a:txBody>
                    <a:bodyPr/>
                    <a:lstStyle/>
                    <a:p>
                      <a:pPr indent="0" lvl="0" marL="0" rtl="0" algn="l">
                        <a:spcBef>
                          <a:spcPts val="0"/>
                        </a:spcBef>
                        <a:spcAft>
                          <a:spcPts val="0"/>
                        </a:spcAft>
                        <a:buNone/>
                      </a:pPr>
                      <a:r>
                        <a:rPr lang="ko-KR" sz="600"/>
                        <a:t>010-6508-2941</a:t>
                      </a:r>
                      <a:endParaRPr sz="600"/>
                    </a:p>
                  </a:txBody>
                  <a:tcPr marT="91425" marB="91425" marR="91425" marL="91425" anchor="ctr"/>
                </a:tc>
                <a:tc>
                  <a:txBody>
                    <a:bodyPr/>
                    <a:lstStyle/>
                    <a:p>
                      <a:pPr indent="0" lvl="0" marL="0" rtl="0" algn="l">
                        <a:spcBef>
                          <a:spcPts val="0"/>
                        </a:spcBef>
                        <a:spcAft>
                          <a:spcPts val="0"/>
                        </a:spcAft>
                        <a:buNone/>
                      </a:pPr>
                      <a:r>
                        <a:rPr lang="ko-KR" sz="600"/>
                        <a:t>yejin.han@dreamcare.or.kr</a:t>
                      </a:r>
                      <a:endParaRPr sz="600"/>
                    </a:p>
                  </a:txBody>
                  <a:tcPr marT="91425" marB="91425" marR="91425" marL="91425" anchor="ctr"/>
                </a:tc>
                <a:tc>
                  <a:txBody>
                    <a:bodyPr/>
                    <a:lstStyle/>
                    <a:p>
                      <a:pPr indent="0" lvl="0" marL="0" rtl="0" algn="ctr">
                        <a:spcBef>
                          <a:spcPts val="0"/>
                        </a:spcBef>
                        <a:spcAft>
                          <a:spcPts val="0"/>
                        </a:spcAft>
                        <a:buNone/>
                      </a:pPr>
                      <a:r>
                        <a:rPr lang="ko-KR" sz="600"/>
                        <a:t>1</a:t>
                      </a:r>
                      <a:endParaRPr sz="600"/>
                    </a:p>
                  </a:txBody>
                  <a:tcPr marT="91425" marB="91425" marR="91425" marL="91425" anchor="ctr"/>
                </a:tc>
                <a:tc>
                  <a:txBody>
                    <a:bodyPr/>
                    <a:lstStyle/>
                    <a:p>
                      <a:pPr indent="0" lvl="0" marL="0" rtl="0" algn="l">
                        <a:spcBef>
                          <a:spcPts val="0"/>
                        </a:spcBef>
                        <a:spcAft>
                          <a:spcPts val="0"/>
                        </a:spcAft>
                        <a:buNone/>
                      </a:pPr>
                      <a:r>
                        <a:rPr lang="ko-KR" sz="600"/>
                        <a:t>2023.02.08</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5</a:t>
                      </a:r>
                      <a:endParaRPr sz="1000"/>
                    </a:p>
                  </a:txBody>
                  <a:tcPr marT="91425" marB="91425" marR="91425" marL="91425" anchor="ctr"/>
                </a:tc>
                <a:tc>
                  <a:txBody>
                    <a:bodyPr/>
                    <a:lstStyle/>
                    <a:p>
                      <a:pPr indent="0" lvl="0" marL="0" rtl="0" algn="l">
                        <a:spcBef>
                          <a:spcPts val="0"/>
                        </a:spcBef>
                        <a:spcAft>
                          <a:spcPts val="0"/>
                        </a:spcAft>
                        <a:buNone/>
                      </a:pPr>
                      <a:r>
                        <a:rPr lang="ko-KR" sz="600"/>
                        <a:t>rehabTeam_563</a:t>
                      </a:r>
                      <a:endParaRPr sz="600"/>
                    </a:p>
                  </a:txBody>
                  <a:tcPr marT="91425" marB="91425" marR="91425" marL="91425" anchor="ctr"/>
                </a:tc>
                <a:tc>
                  <a:txBody>
                    <a:bodyPr/>
                    <a:lstStyle/>
                    <a:p>
                      <a:pPr indent="0" lvl="0" marL="0" rtl="0" algn="l">
                        <a:spcBef>
                          <a:spcPts val="0"/>
                        </a:spcBef>
                        <a:spcAft>
                          <a:spcPts val="0"/>
                        </a:spcAft>
                        <a:buNone/>
                      </a:pPr>
                      <a:r>
                        <a:rPr lang="ko-KR" sz="600"/>
                        <a:t>정하린</a:t>
                      </a:r>
                      <a:endParaRPr sz="600"/>
                    </a:p>
                  </a:txBody>
                  <a:tcPr marT="91425" marB="91425" marR="91425" marL="91425" anchor="ctr"/>
                </a:tc>
                <a:tc>
                  <a:txBody>
                    <a:bodyPr/>
                    <a:lstStyle/>
                    <a:p>
                      <a:pPr indent="0" lvl="0" marL="0" rtl="0" algn="l">
                        <a:spcBef>
                          <a:spcPts val="0"/>
                        </a:spcBef>
                        <a:spcAft>
                          <a:spcPts val="0"/>
                        </a:spcAft>
                        <a:buNone/>
                      </a:pPr>
                      <a:r>
                        <a:rPr lang="ko-KR" sz="600"/>
                        <a:t>010-7732-9056</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harin.jung@welfarehelp.or.kr</a:t>
                      </a:r>
                      <a:endParaRPr sz="600"/>
                    </a:p>
                  </a:txBody>
                  <a:tcPr marT="91425" marB="91425" marR="91425" marL="91425" anchor="ctr"/>
                </a:tc>
                <a:tc>
                  <a:txBody>
                    <a:bodyPr/>
                    <a:lstStyle/>
                    <a:p>
                      <a:pPr indent="0" lvl="0" marL="0" rtl="0" algn="ctr">
                        <a:spcBef>
                          <a:spcPts val="0"/>
                        </a:spcBef>
                        <a:spcAft>
                          <a:spcPts val="0"/>
                        </a:spcAft>
                        <a:buNone/>
                      </a:pPr>
                      <a:r>
                        <a:rPr lang="ko-KR" sz="600"/>
                        <a:t>4</a:t>
                      </a:r>
                      <a:endParaRPr sz="600"/>
                    </a:p>
                  </a:txBody>
                  <a:tcPr marT="91425" marB="91425" marR="91425" marL="91425" anchor="ctr"/>
                </a:tc>
                <a:tc>
                  <a:txBody>
                    <a:bodyPr/>
                    <a:lstStyle/>
                    <a:p>
                      <a:pPr indent="0" lvl="0" marL="0" rtl="0" algn="l">
                        <a:spcBef>
                          <a:spcPts val="0"/>
                        </a:spcBef>
                        <a:spcAft>
                          <a:spcPts val="0"/>
                        </a:spcAft>
                        <a:buNone/>
                      </a:pPr>
                      <a:r>
                        <a:rPr lang="ko-KR" sz="600"/>
                        <a:t>2004.12.11</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4</a:t>
                      </a:r>
                      <a:endParaRPr sz="1000"/>
                    </a:p>
                  </a:txBody>
                  <a:tcPr marT="91425" marB="91425" marR="91425" marL="91425" anchor="ctr"/>
                </a:tc>
                <a:tc>
                  <a:txBody>
                    <a:bodyPr/>
                    <a:lstStyle/>
                    <a:p>
                      <a:pPr indent="0" lvl="0" marL="0" rtl="0" algn="l">
                        <a:spcBef>
                          <a:spcPts val="0"/>
                        </a:spcBef>
                        <a:spcAft>
                          <a:spcPts val="0"/>
                        </a:spcAft>
                        <a:buNone/>
                      </a:pPr>
                      <a:r>
                        <a:rPr lang="ko-KR" sz="600"/>
                        <a:t>mindCare_221</a:t>
                      </a:r>
                      <a:endParaRPr sz="600"/>
                    </a:p>
                  </a:txBody>
                  <a:tcPr marT="91425" marB="91425" marR="91425" marL="91425" anchor="ctr"/>
                </a:tc>
                <a:tc>
                  <a:txBody>
                    <a:bodyPr/>
                    <a:lstStyle/>
                    <a:p>
                      <a:pPr indent="0" lvl="0" marL="0" rtl="0" algn="l">
                        <a:spcBef>
                          <a:spcPts val="0"/>
                        </a:spcBef>
                        <a:spcAft>
                          <a:spcPts val="0"/>
                        </a:spcAft>
                        <a:buNone/>
                      </a:pPr>
                      <a:r>
                        <a:rPr lang="ko-KR" sz="600"/>
                        <a:t>최민재</a:t>
                      </a:r>
                      <a:endParaRPr sz="600"/>
                    </a:p>
                  </a:txBody>
                  <a:tcPr marT="91425" marB="91425" marR="91425" marL="91425" anchor="ctr"/>
                </a:tc>
                <a:tc>
                  <a:txBody>
                    <a:bodyPr/>
                    <a:lstStyle/>
                    <a:p>
                      <a:pPr indent="0" lvl="0" marL="0" rtl="0" algn="l">
                        <a:spcBef>
                          <a:spcPts val="0"/>
                        </a:spcBef>
                        <a:spcAft>
                          <a:spcPts val="0"/>
                        </a:spcAft>
                        <a:buNone/>
                      </a:pPr>
                      <a:r>
                        <a:rPr lang="ko-KR" sz="600"/>
                        <a:t>010-2847-6193</a:t>
                      </a:r>
                      <a:endParaRPr sz="600"/>
                    </a:p>
                  </a:txBody>
                  <a:tcPr marT="91425" marB="91425" marR="91425" marL="91425" anchor="ctr"/>
                </a:tc>
                <a:tc>
                  <a:txBody>
                    <a:bodyPr/>
                    <a:lstStyle/>
                    <a:p>
                      <a:pPr indent="0" lvl="0" marL="0" rtl="0" algn="l">
                        <a:spcBef>
                          <a:spcPts val="0"/>
                        </a:spcBef>
                        <a:spcAft>
                          <a:spcPts val="0"/>
                        </a:spcAft>
                        <a:buNone/>
                      </a:pPr>
                      <a:r>
                        <a:rPr lang="ko-KR" sz="600"/>
                        <a:t>minjae.choi@supportwelfare.or.kr</a:t>
                      </a:r>
                      <a:endParaRPr sz="600"/>
                    </a:p>
                  </a:txBody>
                  <a:tcPr marT="91425" marB="91425" marR="91425" marL="91425" anchor="ctr"/>
                </a:tc>
                <a:tc>
                  <a:txBody>
                    <a:bodyPr/>
                    <a:lstStyle/>
                    <a:p>
                      <a:pPr indent="0" lvl="0" marL="0" rtl="0" algn="ctr">
                        <a:spcBef>
                          <a:spcPts val="0"/>
                        </a:spcBef>
                        <a:spcAft>
                          <a:spcPts val="0"/>
                        </a:spcAft>
                        <a:buNone/>
                      </a:pPr>
                      <a:r>
                        <a:rPr lang="ko-KR" sz="600"/>
                        <a:t>5</a:t>
                      </a:r>
                      <a:endParaRPr sz="600"/>
                    </a:p>
                  </a:txBody>
                  <a:tcPr marT="91425" marB="91425" marR="91425" marL="91425" anchor="ctr"/>
                </a:tc>
                <a:tc>
                  <a:txBody>
                    <a:bodyPr/>
                    <a:lstStyle/>
                    <a:p>
                      <a:pPr indent="0" lvl="0" marL="0" rtl="0" algn="l">
                        <a:spcBef>
                          <a:spcPts val="0"/>
                        </a:spcBef>
                        <a:spcAft>
                          <a:spcPts val="0"/>
                        </a:spcAft>
                        <a:buNone/>
                      </a:pPr>
                      <a:r>
                        <a:rPr lang="ko-KR" sz="600"/>
                        <a:t>2008.09.05</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3</a:t>
                      </a:r>
                      <a:endParaRPr sz="1000"/>
                    </a:p>
                  </a:txBody>
                  <a:tcPr marT="91425" marB="91425" marR="91425" marL="91425" anchor="ctr"/>
                </a:tc>
                <a:tc>
                  <a:txBody>
                    <a:bodyPr/>
                    <a:lstStyle/>
                    <a:p>
                      <a:pPr indent="0" lvl="0" marL="0" rtl="0" algn="l">
                        <a:spcBef>
                          <a:spcPts val="0"/>
                        </a:spcBef>
                        <a:spcAft>
                          <a:spcPts val="0"/>
                        </a:spcAft>
                        <a:buNone/>
                      </a:pPr>
                      <a:r>
                        <a:rPr lang="ko-KR" sz="600"/>
                        <a:t>supportAgent_839</a:t>
                      </a:r>
                      <a:endParaRPr sz="600"/>
                    </a:p>
                  </a:txBody>
                  <a:tcPr marT="91425" marB="91425" marR="91425" marL="91425" anchor="ctr"/>
                </a:tc>
                <a:tc>
                  <a:txBody>
                    <a:bodyPr/>
                    <a:lstStyle/>
                    <a:p>
                      <a:pPr indent="0" lvl="0" marL="0" rtl="0" algn="l">
                        <a:spcBef>
                          <a:spcPts val="0"/>
                        </a:spcBef>
                        <a:spcAft>
                          <a:spcPts val="0"/>
                        </a:spcAft>
                        <a:buNone/>
                      </a:pPr>
                      <a:r>
                        <a:rPr lang="ko-KR" sz="600"/>
                        <a:t>이서준</a:t>
                      </a:r>
                      <a:endParaRPr sz="600"/>
                    </a:p>
                  </a:txBody>
                  <a:tcPr marT="91425" marB="91425" marR="91425" marL="91425" anchor="ctr"/>
                </a:tc>
                <a:tc>
                  <a:txBody>
                    <a:bodyPr/>
                    <a:lstStyle/>
                    <a:p>
                      <a:pPr indent="0" lvl="0" marL="0" rtl="0" algn="l">
                        <a:spcBef>
                          <a:spcPts val="0"/>
                        </a:spcBef>
                        <a:spcAft>
                          <a:spcPts val="0"/>
                        </a:spcAft>
                        <a:buNone/>
                      </a:pPr>
                      <a:r>
                        <a:rPr lang="ko-KR" sz="600"/>
                        <a:t>010-9516-3740</a:t>
                      </a:r>
                      <a:endParaRPr sz="600"/>
                    </a:p>
                  </a:txBody>
                  <a:tcPr marT="91425" marB="91425" marR="91425" marL="91425" anchor="ctr"/>
                </a:tc>
                <a:tc>
                  <a:txBody>
                    <a:bodyPr/>
                    <a:lstStyle/>
                    <a:p>
                      <a:pPr indent="0" lvl="0" marL="0" rtl="0" algn="l">
                        <a:spcBef>
                          <a:spcPts val="0"/>
                        </a:spcBef>
                        <a:spcAft>
                          <a:spcPts val="0"/>
                        </a:spcAft>
                        <a:buNone/>
                      </a:pPr>
                      <a:r>
                        <a:rPr lang="ko-KR" sz="600"/>
                        <a:t>seojun.lee@carecenter.or.kr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2001.03.05</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2</a:t>
                      </a:r>
                      <a:endParaRPr sz="1000"/>
                    </a:p>
                  </a:txBody>
                  <a:tcPr marT="91425" marB="91425" marR="91425" marL="91425" anchor="ctr"/>
                </a:tc>
                <a:tc>
                  <a:txBody>
                    <a:bodyPr/>
                    <a:lstStyle/>
                    <a:p>
                      <a:pPr indent="0" lvl="0" marL="0" rtl="0" algn="l">
                        <a:spcBef>
                          <a:spcPts val="0"/>
                        </a:spcBef>
                        <a:spcAft>
                          <a:spcPts val="0"/>
                        </a:spcAft>
                        <a:buNone/>
                      </a:pPr>
                      <a:r>
                        <a:rPr lang="ko-KR" sz="600"/>
                        <a:t>dgCare_mgr417</a:t>
                      </a:r>
                      <a:endParaRPr sz="600"/>
                    </a:p>
                  </a:txBody>
                  <a:tcPr marT="91425" marB="91425" marR="91425" marL="91425" anchor="ctr"/>
                </a:tc>
                <a:tc>
                  <a:txBody>
                    <a:bodyPr/>
                    <a:lstStyle/>
                    <a:p>
                      <a:pPr indent="0" lvl="0" marL="0" rtl="0" algn="l">
                        <a:spcBef>
                          <a:spcPts val="0"/>
                        </a:spcBef>
                        <a:spcAft>
                          <a:spcPts val="0"/>
                        </a:spcAft>
                        <a:buNone/>
                      </a:pPr>
                      <a:r>
                        <a:rPr lang="ko-KR" sz="600"/>
                        <a:t>박지훈</a:t>
                      </a:r>
                      <a:endParaRPr sz="600"/>
                    </a:p>
                  </a:txBody>
                  <a:tcPr marT="91425" marB="91425" marR="91425" marL="91425" anchor="ctr"/>
                </a:tc>
                <a:tc>
                  <a:txBody>
                    <a:bodyPr/>
                    <a:lstStyle/>
                    <a:p>
                      <a:pPr indent="0" lvl="0" marL="0" rtl="0" algn="l">
                        <a:spcBef>
                          <a:spcPts val="0"/>
                        </a:spcBef>
                        <a:spcAft>
                          <a:spcPts val="0"/>
                        </a:spcAft>
                        <a:buNone/>
                      </a:pPr>
                      <a:r>
                        <a:rPr lang="ko-KR" sz="600"/>
                        <a:t>010-3185-7629</a:t>
                      </a:r>
                      <a:endParaRPr sz="600"/>
                    </a:p>
                  </a:txBody>
                  <a:tcPr marT="91425" marB="91425" marR="91425" marL="91425" anchor="ctr"/>
                </a:tc>
                <a:tc>
                  <a:txBody>
                    <a:bodyPr/>
                    <a:lstStyle/>
                    <a:p>
                      <a:pPr indent="0" lvl="0" marL="0" rtl="0" algn="l">
                        <a:spcBef>
                          <a:spcPts val="0"/>
                        </a:spcBef>
                        <a:spcAft>
                          <a:spcPts val="0"/>
                        </a:spcAft>
                        <a:buNone/>
                      </a:pPr>
                      <a:r>
                        <a:rPr lang="ko-KR" sz="600"/>
                        <a:t>jihoon.park@daeguwelfare.or.kr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2016.04.06</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Clr>
                          <a:schemeClr val="dk1"/>
                        </a:buClr>
                        <a:buSzPts val="1100"/>
                        <a:buFont typeface="Arial"/>
                        <a:buNone/>
                      </a:pPr>
                      <a:r>
                        <a:rPr lang="ko-KR" sz="1000">
                          <a:solidFill>
                            <a:schemeClr val="dk1"/>
                          </a:solidFill>
                        </a:rPr>
                        <a:t>☐</a:t>
                      </a:r>
                      <a:endParaRPr sz="1000"/>
                    </a:p>
                  </a:txBody>
                  <a:tcPr marT="91425" marB="91425" marR="91425" marL="91425" anchor="ctr"/>
                </a:tc>
                <a:tc>
                  <a:txBody>
                    <a:bodyPr/>
                    <a:lstStyle/>
                    <a:p>
                      <a:pPr indent="0" lvl="0" marL="0" rtl="0" algn="ctr">
                        <a:spcBef>
                          <a:spcPts val="0"/>
                        </a:spcBef>
                        <a:spcAft>
                          <a:spcPts val="0"/>
                        </a:spcAft>
                        <a:buNone/>
                      </a:pPr>
                      <a:r>
                        <a:rPr lang="ko-KR" sz="1000"/>
                        <a:t>1</a:t>
                      </a:r>
                      <a:endParaRPr sz="1000"/>
                    </a:p>
                  </a:txBody>
                  <a:tcPr marT="91425" marB="91425" marR="91425" marL="91425" anchor="ctr"/>
                </a:tc>
                <a:tc>
                  <a:txBody>
                    <a:bodyPr/>
                    <a:lstStyle/>
                    <a:p>
                      <a:pPr indent="0" lvl="0" marL="0" rtl="0" algn="l">
                        <a:spcBef>
                          <a:spcPts val="0"/>
                        </a:spcBef>
                        <a:spcAft>
                          <a:spcPts val="0"/>
                        </a:spcAft>
                        <a:buNone/>
                      </a:pPr>
                      <a:r>
                        <a:rPr lang="ko-KR" sz="600"/>
                        <a:t>welfareStaff_102</a:t>
                      </a:r>
                      <a:endParaRPr sz="600"/>
                    </a:p>
                  </a:txBody>
                  <a:tcPr marT="91425" marB="91425" marR="91425" marL="91425" anchor="ctr"/>
                </a:tc>
                <a:tc>
                  <a:txBody>
                    <a:bodyPr/>
                    <a:lstStyle/>
                    <a:p>
                      <a:pPr indent="0" lvl="0" marL="0" rtl="0" algn="l">
                        <a:spcBef>
                          <a:spcPts val="0"/>
                        </a:spcBef>
                        <a:spcAft>
                          <a:spcPts val="0"/>
                        </a:spcAft>
                        <a:buNone/>
                      </a:pPr>
                      <a:r>
                        <a:rPr lang="ko-KR" sz="600"/>
                        <a:t>김도윤</a:t>
                      </a:r>
                      <a:endParaRPr sz="600"/>
                    </a:p>
                  </a:txBody>
                  <a:tcPr marT="91425" marB="91425" marR="91425" marL="91425" anchor="ctr"/>
                </a:tc>
                <a:tc>
                  <a:txBody>
                    <a:bodyPr/>
                    <a:lstStyle/>
                    <a:p>
                      <a:pPr indent="0" lvl="0" marL="0" rtl="0" algn="l">
                        <a:spcBef>
                          <a:spcPts val="0"/>
                        </a:spcBef>
                        <a:spcAft>
                          <a:spcPts val="0"/>
                        </a:spcAft>
                        <a:buNone/>
                      </a:pPr>
                      <a:r>
                        <a:rPr lang="ko-KR" sz="600"/>
                        <a:t>010-6074-1388</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doyoon.kim@welfarecare.or.kr</a:t>
                      </a:r>
                      <a:endParaRPr sz="600"/>
                    </a:p>
                  </a:txBody>
                  <a:tcPr marT="91425" marB="91425" marR="91425" marL="91425" anchor="ctr"/>
                </a:tc>
                <a:tc>
                  <a:txBody>
                    <a:bodyPr/>
                    <a:lstStyle/>
                    <a:p>
                      <a:pPr indent="0" lvl="0" marL="0" rtl="0" algn="ctr">
                        <a:spcBef>
                          <a:spcPts val="0"/>
                        </a:spcBef>
                        <a:spcAft>
                          <a:spcPts val="0"/>
                        </a:spcAft>
                        <a:buNone/>
                      </a:pPr>
                      <a:r>
                        <a:rPr lang="ko-KR" sz="600"/>
                        <a:t>0</a:t>
                      </a:r>
                      <a:endParaRPr sz="600"/>
                    </a:p>
                  </a:txBody>
                  <a:tcPr marT="91425" marB="91425" marR="91425" marL="91425" anchor="ctr"/>
                </a:tc>
                <a:tc>
                  <a:txBody>
                    <a:bodyPr/>
                    <a:lstStyle/>
                    <a:p>
                      <a:pPr indent="0" lvl="0" marL="0" rtl="0" algn="l">
                        <a:spcBef>
                          <a:spcPts val="0"/>
                        </a:spcBef>
                        <a:spcAft>
                          <a:spcPts val="0"/>
                        </a:spcAft>
                        <a:buNone/>
                      </a:pPr>
                      <a:r>
                        <a:rPr lang="ko-KR" sz="600"/>
                        <a:t>2018.07.24</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bl>
          </a:graphicData>
        </a:graphic>
      </p:graphicFrame>
      <p:sp>
        <p:nvSpPr>
          <p:cNvPr id="1281" name="Google Shape;1281;p60"/>
          <p:cNvSpPr/>
          <p:nvPr/>
        </p:nvSpPr>
        <p:spPr>
          <a:xfrm>
            <a:off x="7416275" y="2818609"/>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282" name="Google Shape;1282;p60"/>
          <p:cNvSpPr/>
          <p:nvPr/>
        </p:nvSpPr>
        <p:spPr>
          <a:xfrm>
            <a:off x="7416275" y="4985159"/>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283" name="Google Shape;1283;p60"/>
          <p:cNvSpPr/>
          <p:nvPr/>
        </p:nvSpPr>
        <p:spPr>
          <a:xfrm>
            <a:off x="7416275" y="4559559"/>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284" name="Google Shape;1284;p60"/>
          <p:cNvSpPr/>
          <p:nvPr/>
        </p:nvSpPr>
        <p:spPr>
          <a:xfrm>
            <a:off x="7416275" y="3247459"/>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285" name="Google Shape;1285;p60"/>
          <p:cNvSpPr/>
          <p:nvPr/>
        </p:nvSpPr>
        <p:spPr>
          <a:xfrm>
            <a:off x="7416275" y="4133959"/>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286" name="Google Shape;1286;p60"/>
          <p:cNvSpPr/>
          <p:nvPr/>
        </p:nvSpPr>
        <p:spPr>
          <a:xfrm>
            <a:off x="7416275" y="3676309"/>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287" name="Google Shape;1287;p60"/>
          <p:cNvSpPr/>
          <p:nvPr/>
        </p:nvSpPr>
        <p:spPr>
          <a:xfrm>
            <a:off x="7416275" y="5410759"/>
            <a:ext cx="446400" cy="2481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승인</a:t>
            </a:r>
            <a:endParaRPr sz="400">
              <a:solidFill>
                <a:srgbClr val="FFFFFF"/>
              </a:solidFill>
              <a:latin typeface="Malgun Gothic"/>
              <a:ea typeface="Malgun Gothic"/>
              <a:cs typeface="Malgun Gothic"/>
              <a:sym typeface="Malgun Gothic"/>
            </a:endParaRPr>
          </a:p>
        </p:txBody>
      </p:sp>
      <p:sp>
        <p:nvSpPr>
          <p:cNvPr id="1288" name="Google Shape;1288;p60"/>
          <p:cNvSpPr/>
          <p:nvPr/>
        </p:nvSpPr>
        <p:spPr>
          <a:xfrm>
            <a:off x="7416275" y="5836369"/>
            <a:ext cx="446400" cy="2481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승인</a:t>
            </a:r>
            <a:endParaRPr sz="400">
              <a:solidFill>
                <a:srgbClr val="FFFFFF"/>
              </a:solidFill>
              <a:latin typeface="Malgun Gothic"/>
              <a:ea typeface="Malgun Gothic"/>
              <a:cs typeface="Malgun Gothic"/>
              <a:sym typeface="Malgun Gothic"/>
            </a:endParaRPr>
          </a:p>
        </p:txBody>
      </p:sp>
      <p:sp>
        <p:nvSpPr>
          <p:cNvPr id="1289" name="Google Shape;1289;p60"/>
          <p:cNvSpPr txBox="1"/>
          <p:nvPr/>
        </p:nvSpPr>
        <p:spPr>
          <a:xfrm>
            <a:off x="1761479" y="1636955"/>
            <a:ext cx="38742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u="sng">
                <a:solidFill>
                  <a:schemeClr val="dk1"/>
                </a:solidFill>
                <a:latin typeface="Malgun Gothic"/>
                <a:ea typeface="Malgun Gothic"/>
                <a:cs typeface="Malgun Gothic"/>
                <a:sym typeface="Malgun Gothic"/>
              </a:rPr>
              <a:t>대구 남구 발달지원센터</a:t>
            </a:r>
            <a:r>
              <a:rPr lang="ko-KR">
                <a:solidFill>
                  <a:schemeClr val="dk1"/>
                </a:solidFill>
                <a:latin typeface="Malgun Gothic"/>
                <a:ea typeface="Malgun Gothic"/>
                <a:cs typeface="Malgun Gothic"/>
                <a:sym typeface="Malgun Gothic"/>
              </a:rPr>
              <a:t> 담당자 정보</a:t>
            </a:r>
            <a:endParaRPr>
              <a:solidFill>
                <a:schemeClr val="dk1"/>
              </a:solidFill>
              <a:latin typeface="Malgun Gothic"/>
              <a:ea typeface="Malgun Gothic"/>
              <a:cs typeface="Malgun Gothic"/>
              <a:sym typeface="Malgun Gothic"/>
            </a:endParaRPr>
          </a:p>
        </p:txBody>
      </p:sp>
      <p:sp>
        <p:nvSpPr>
          <p:cNvPr id="1290" name="Google Shape;1290;p60"/>
          <p:cNvSpPr/>
          <p:nvPr/>
        </p:nvSpPr>
        <p:spPr>
          <a:xfrm>
            <a:off x="1733829" y="207990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grpSp>
        <p:nvGrpSpPr>
          <p:cNvPr id="1291" name="Google Shape;1291;p60"/>
          <p:cNvGrpSpPr/>
          <p:nvPr/>
        </p:nvGrpSpPr>
        <p:grpSpPr>
          <a:xfrm>
            <a:off x="2021942" y="2246327"/>
            <a:ext cx="2084457" cy="1777068"/>
            <a:chOff x="3488070" y="2839108"/>
            <a:chExt cx="2084457" cy="1777068"/>
          </a:xfrm>
        </p:grpSpPr>
        <p:grpSp>
          <p:nvGrpSpPr>
            <p:cNvPr id="1292" name="Google Shape;1292;p60"/>
            <p:cNvGrpSpPr/>
            <p:nvPr/>
          </p:nvGrpSpPr>
          <p:grpSpPr>
            <a:xfrm>
              <a:off x="3488070" y="2839108"/>
              <a:ext cx="2084457" cy="1777068"/>
              <a:chOff x="5350425" y="1878771"/>
              <a:chExt cx="3432900" cy="4263600"/>
            </a:xfrm>
          </p:grpSpPr>
          <p:sp>
            <p:nvSpPr>
              <p:cNvPr id="1293" name="Google Shape;1293;p60"/>
              <p:cNvSpPr/>
              <p:nvPr/>
            </p:nvSpPr>
            <p:spPr>
              <a:xfrm>
                <a:off x="5350425" y="1878771"/>
                <a:ext cx="3432900" cy="4263600"/>
              </a:xfrm>
              <a:prstGeom prst="roundRect">
                <a:avLst>
                  <a:gd fmla="val 16667" name="adj"/>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ctr">
                  <a:spcBef>
                    <a:spcPts val="0"/>
                  </a:spcBef>
                  <a:spcAft>
                    <a:spcPts val="0"/>
                  </a:spcAft>
                  <a:buNone/>
                </a:pPr>
                <a:r>
                  <a:t/>
                </a:r>
                <a:endParaRPr sz="1272">
                  <a:latin typeface="Malgun Gothic"/>
                  <a:ea typeface="Malgun Gothic"/>
                  <a:cs typeface="Malgun Gothic"/>
                  <a:sym typeface="Malgun Gothic"/>
                </a:endParaRPr>
              </a:p>
            </p:txBody>
          </p:sp>
          <p:sp>
            <p:nvSpPr>
              <p:cNvPr id="1294" name="Google Shape;1294;p60"/>
              <p:cNvSpPr txBox="1"/>
              <p:nvPr/>
            </p:nvSpPr>
            <p:spPr>
              <a:xfrm>
                <a:off x="6034315" y="1988307"/>
                <a:ext cx="2100600" cy="26034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239">
                    <a:solidFill>
                      <a:schemeClr val="dk1"/>
                    </a:solidFill>
                    <a:latin typeface="Malgun Gothic"/>
                    <a:ea typeface="Malgun Gothic"/>
                    <a:cs typeface="Malgun Gothic"/>
                    <a:sym typeface="Malgun Gothic"/>
                  </a:rPr>
                  <a:t>이서준 님의</a:t>
                </a:r>
                <a:endParaRPr b="1" sz="1239">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b="1" lang="ko-KR" sz="1239" u="sng">
                    <a:solidFill>
                      <a:schemeClr val="dk1"/>
                    </a:solidFill>
                    <a:latin typeface="Malgun Gothic"/>
                    <a:ea typeface="Malgun Gothic"/>
                    <a:cs typeface="Malgun Gothic"/>
                    <a:sym typeface="Malgun Gothic"/>
                  </a:rPr>
                  <a:t>아용승인</a:t>
                </a:r>
                <a:r>
                  <a:rPr b="1" lang="ko-KR" sz="1239">
                    <a:solidFill>
                      <a:schemeClr val="dk1"/>
                    </a:solidFill>
                    <a:latin typeface="Malgun Gothic"/>
                    <a:ea typeface="Malgun Gothic"/>
                    <a:cs typeface="Malgun Gothic"/>
                    <a:sym typeface="Malgun Gothic"/>
                  </a:rPr>
                  <a:t> 요청</a:t>
                </a:r>
                <a:endParaRPr b="1" sz="1239">
                  <a:solidFill>
                    <a:schemeClr val="dk1"/>
                  </a:solidFill>
                  <a:latin typeface="Malgun Gothic"/>
                  <a:ea typeface="Malgun Gothic"/>
                  <a:cs typeface="Malgun Gothic"/>
                  <a:sym typeface="Malgun Gothic"/>
                </a:endParaRPr>
              </a:p>
              <a:p>
                <a:pPr indent="0" lvl="0" marL="0" rtl="0" algn="ctr">
                  <a:spcBef>
                    <a:spcPts val="0"/>
                  </a:spcBef>
                  <a:spcAft>
                    <a:spcPts val="0"/>
                  </a:spcAft>
                  <a:buNone/>
                </a:pPr>
                <a:r>
                  <a:t/>
                </a:r>
                <a:endParaRPr b="1" sz="1239">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b="1" lang="ko-KR" sz="1239">
                    <a:solidFill>
                      <a:schemeClr val="dk1"/>
                    </a:solidFill>
                    <a:latin typeface="Malgun Gothic"/>
                    <a:ea typeface="Malgun Gothic"/>
                    <a:cs typeface="Malgun Gothic"/>
                    <a:sym typeface="Malgun Gothic"/>
                  </a:rPr>
                  <a:t>승인하시겠습니까?</a:t>
                </a:r>
                <a:endParaRPr b="1" sz="1239">
                  <a:solidFill>
                    <a:schemeClr val="dk1"/>
                  </a:solidFill>
                  <a:latin typeface="Malgun Gothic"/>
                  <a:ea typeface="Malgun Gothic"/>
                  <a:cs typeface="Malgun Gothic"/>
                  <a:sym typeface="Malgun Gothic"/>
                </a:endParaRPr>
              </a:p>
            </p:txBody>
          </p:sp>
        </p:grpSp>
        <p:sp>
          <p:nvSpPr>
            <p:cNvPr id="1295" name="Google Shape;1295;p60"/>
            <p:cNvSpPr/>
            <p:nvPr/>
          </p:nvSpPr>
          <p:spPr>
            <a:xfrm>
              <a:off x="3587540" y="4116563"/>
              <a:ext cx="672300" cy="348000"/>
            </a:xfrm>
            <a:prstGeom prst="roundRect">
              <a:avLst>
                <a:gd fmla="val 16667" name="adj"/>
              </a:avLst>
            </a:prstGeom>
            <a:solidFill>
              <a:schemeClr val="accent5"/>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승인</a:t>
              </a:r>
              <a:endParaRPr sz="1334">
                <a:solidFill>
                  <a:schemeClr val="lt1"/>
                </a:solidFill>
                <a:latin typeface="Malgun Gothic"/>
                <a:ea typeface="Malgun Gothic"/>
                <a:cs typeface="Malgun Gothic"/>
                <a:sym typeface="Malgun Gothic"/>
              </a:endParaRPr>
            </a:p>
          </p:txBody>
        </p:sp>
        <p:sp>
          <p:nvSpPr>
            <p:cNvPr id="1296" name="Google Shape;1296;p60"/>
            <p:cNvSpPr/>
            <p:nvPr/>
          </p:nvSpPr>
          <p:spPr>
            <a:xfrm>
              <a:off x="4957324" y="4116574"/>
              <a:ext cx="577200" cy="348000"/>
            </a:xfrm>
            <a:prstGeom prst="roundRect">
              <a:avLst>
                <a:gd fmla="val 16667" name="adj"/>
              </a:avLst>
            </a:prstGeom>
            <a:solidFill>
              <a:schemeClr val="accent4"/>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취소</a:t>
              </a:r>
              <a:endParaRPr sz="1334">
                <a:solidFill>
                  <a:schemeClr val="lt1"/>
                </a:solidFill>
                <a:latin typeface="Malgun Gothic"/>
                <a:ea typeface="Malgun Gothic"/>
                <a:cs typeface="Malgun Gothic"/>
                <a:sym typeface="Malgun Gothic"/>
              </a:endParaRPr>
            </a:p>
          </p:txBody>
        </p:sp>
      </p:grpSp>
      <p:sp>
        <p:nvSpPr>
          <p:cNvPr id="1297" name="Google Shape;1297;p60"/>
          <p:cNvSpPr/>
          <p:nvPr/>
        </p:nvSpPr>
        <p:spPr>
          <a:xfrm>
            <a:off x="2827722" y="3522028"/>
            <a:ext cx="627600" cy="350100"/>
          </a:xfrm>
          <a:prstGeom prst="roundRect">
            <a:avLst>
              <a:gd fmla="val 16667" name="adj"/>
            </a:avLst>
          </a:prstGeom>
          <a:solidFill>
            <a:srgbClr val="FF0000"/>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반려</a:t>
            </a:r>
            <a:endParaRPr sz="1334">
              <a:solidFill>
                <a:schemeClr val="lt1"/>
              </a:solidFill>
              <a:latin typeface="Malgun Gothic"/>
              <a:ea typeface="Malgun Gothic"/>
              <a:cs typeface="Malgun Gothic"/>
              <a:sym typeface="Malgun Gothic"/>
            </a:endParaRPr>
          </a:p>
        </p:txBody>
      </p:sp>
      <p:grpSp>
        <p:nvGrpSpPr>
          <p:cNvPr id="1298" name="Google Shape;1298;p60"/>
          <p:cNvGrpSpPr/>
          <p:nvPr/>
        </p:nvGrpSpPr>
        <p:grpSpPr>
          <a:xfrm>
            <a:off x="4235622" y="2205515"/>
            <a:ext cx="2084457" cy="1777068"/>
            <a:chOff x="4770070" y="3461496"/>
            <a:chExt cx="2084457" cy="1777068"/>
          </a:xfrm>
        </p:grpSpPr>
        <p:grpSp>
          <p:nvGrpSpPr>
            <p:cNvPr id="1299" name="Google Shape;1299;p60"/>
            <p:cNvGrpSpPr/>
            <p:nvPr/>
          </p:nvGrpSpPr>
          <p:grpSpPr>
            <a:xfrm>
              <a:off x="4770070" y="3461496"/>
              <a:ext cx="2084457" cy="1777068"/>
              <a:chOff x="3488070" y="2839108"/>
              <a:chExt cx="2084457" cy="1777068"/>
            </a:xfrm>
          </p:grpSpPr>
          <p:grpSp>
            <p:nvGrpSpPr>
              <p:cNvPr id="1300" name="Google Shape;1300;p60"/>
              <p:cNvGrpSpPr/>
              <p:nvPr/>
            </p:nvGrpSpPr>
            <p:grpSpPr>
              <a:xfrm>
                <a:off x="3488070" y="2839108"/>
                <a:ext cx="2084457" cy="1777068"/>
                <a:chOff x="5350425" y="1878771"/>
                <a:chExt cx="3432900" cy="4263600"/>
              </a:xfrm>
            </p:grpSpPr>
            <p:sp>
              <p:nvSpPr>
                <p:cNvPr id="1301" name="Google Shape;1301;p60"/>
                <p:cNvSpPr/>
                <p:nvPr/>
              </p:nvSpPr>
              <p:spPr>
                <a:xfrm>
                  <a:off x="5350425" y="1878771"/>
                  <a:ext cx="3432900" cy="4263600"/>
                </a:xfrm>
                <a:prstGeom prst="roundRect">
                  <a:avLst>
                    <a:gd fmla="val 16667" name="adj"/>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ctr">
                    <a:spcBef>
                      <a:spcPts val="0"/>
                    </a:spcBef>
                    <a:spcAft>
                      <a:spcPts val="0"/>
                    </a:spcAft>
                    <a:buNone/>
                  </a:pPr>
                  <a:r>
                    <a:t/>
                  </a:r>
                  <a:endParaRPr sz="1272">
                    <a:latin typeface="Malgun Gothic"/>
                    <a:ea typeface="Malgun Gothic"/>
                    <a:cs typeface="Malgun Gothic"/>
                    <a:sym typeface="Malgun Gothic"/>
                  </a:endParaRPr>
                </a:p>
              </p:txBody>
            </p:sp>
            <p:sp>
              <p:nvSpPr>
                <p:cNvPr id="1302" name="Google Shape;1302;p60"/>
                <p:cNvSpPr txBox="1"/>
                <p:nvPr/>
              </p:nvSpPr>
              <p:spPr>
                <a:xfrm>
                  <a:off x="5546003" y="1988307"/>
                  <a:ext cx="3119700" cy="26034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139">
                      <a:solidFill>
                        <a:schemeClr val="dk1"/>
                      </a:solidFill>
                      <a:latin typeface="Malgun Gothic"/>
                      <a:ea typeface="Malgun Gothic"/>
                      <a:cs typeface="Malgun Gothic"/>
                      <a:sym typeface="Malgun Gothic"/>
                    </a:rPr>
                    <a:t>반려 사유를 입력하세요.</a:t>
                  </a:r>
                  <a:endParaRPr b="1" sz="1139">
                    <a:solidFill>
                      <a:schemeClr val="dk1"/>
                    </a:solidFill>
                    <a:latin typeface="Malgun Gothic"/>
                    <a:ea typeface="Malgun Gothic"/>
                    <a:cs typeface="Malgun Gothic"/>
                    <a:sym typeface="Malgun Gothic"/>
                  </a:endParaRPr>
                </a:p>
              </p:txBody>
            </p:sp>
          </p:grpSp>
          <p:sp>
            <p:nvSpPr>
              <p:cNvPr id="1303" name="Google Shape;1303;p60"/>
              <p:cNvSpPr/>
              <p:nvPr/>
            </p:nvSpPr>
            <p:spPr>
              <a:xfrm>
                <a:off x="3903340" y="4116588"/>
                <a:ext cx="672300" cy="348000"/>
              </a:xfrm>
              <a:prstGeom prst="roundRect">
                <a:avLst>
                  <a:gd fmla="val 16667" name="adj"/>
                </a:avLst>
              </a:prstGeom>
              <a:solidFill>
                <a:srgbClr val="FF0000"/>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반려</a:t>
                </a:r>
                <a:endParaRPr sz="1334">
                  <a:solidFill>
                    <a:schemeClr val="lt1"/>
                  </a:solidFill>
                  <a:latin typeface="Malgun Gothic"/>
                  <a:ea typeface="Malgun Gothic"/>
                  <a:cs typeface="Malgun Gothic"/>
                  <a:sym typeface="Malgun Gothic"/>
                </a:endParaRPr>
              </a:p>
            </p:txBody>
          </p:sp>
          <p:sp>
            <p:nvSpPr>
              <p:cNvPr id="1304" name="Google Shape;1304;p60"/>
              <p:cNvSpPr/>
              <p:nvPr/>
            </p:nvSpPr>
            <p:spPr>
              <a:xfrm>
                <a:off x="4597719" y="4116587"/>
                <a:ext cx="672300" cy="348000"/>
              </a:xfrm>
              <a:prstGeom prst="roundRect">
                <a:avLst>
                  <a:gd fmla="val 16667" name="adj"/>
                </a:avLst>
              </a:prstGeom>
              <a:solidFill>
                <a:schemeClr val="accent4"/>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취소</a:t>
                </a:r>
                <a:endParaRPr sz="1334">
                  <a:solidFill>
                    <a:schemeClr val="lt1"/>
                  </a:solidFill>
                  <a:latin typeface="Malgun Gothic"/>
                  <a:ea typeface="Malgun Gothic"/>
                  <a:cs typeface="Malgun Gothic"/>
                  <a:sym typeface="Malgun Gothic"/>
                </a:endParaRPr>
              </a:p>
            </p:txBody>
          </p:sp>
        </p:grpSp>
        <p:sp>
          <p:nvSpPr>
            <p:cNvPr id="1305" name="Google Shape;1305;p60"/>
            <p:cNvSpPr/>
            <p:nvPr/>
          </p:nvSpPr>
          <p:spPr>
            <a:xfrm>
              <a:off x="4948525" y="3858325"/>
              <a:ext cx="1684500" cy="8424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ko-KR" sz="900">
                  <a:latin typeface="Malgun Gothic"/>
                  <a:ea typeface="Malgun Gothic"/>
                  <a:cs typeface="Malgun Gothic"/>
                  <a:sym typeface="Malgun Gothic"/>
                </a:rPr>
                <a:t>기관 양식에 맞게 아이디를 다시 설정 바랍니다.</a:t>
              </a:r>
              <a:endParaRPr sz="900">
                <a:latin typeface="Malgun Gothic"/>
                <a:ea typeface="Malgun Gothic"/>
                <a:cs typeface="Malgun Gothic"/>
                <a:sym typeface="Malgun Gothic"/>
              </a:endParaRPr>
            </a:p>
          </p:txBody>
        </p:sp>
      </p:grpSp>
      <p:grpSp>
        <p:nvGrpSpPr>
          <p:cNvPr id="1306" name="Google Shape;1306;p60"/>
          <p:cNvGrpSpPr/>
          <p:nvPr/>
        </p:nvGrpSpPr>
        <p:grpSpPr>
          <a:xfrm>
            <a:off x="6449297" y="2246315"/>
            <a:ext cx="2084457" cy="1777068"/>
            <a:chOff x="5702451" y="1715946"/>
            <a:chExt cx="2084457" cy="1777068"/>
          </a:xfrm>
        </p:grpSpPr>
        <p:grpSp>
          <p:nvGrpSpPr>
            <p:cNvPr id="1307" name="Google Shape;1307;p60"/>
            <p:cNvGrpSpPr/>
            <p:nvPr/>
          </p:nvGrpSpPr>
          <p:grpSpPr>
            <a:xfrm>
              <a:off x="5702451" y="1715946"/>
              <a:ext cx="2084457" cy="1777068"/>
              <a:chOff x="3488070" y="2839108"/>
              <a:chExt cx="2084457" cy="1777068"/>
            </a:xfrm>
          </p:grpSpPr>
          <p:grpSp>
            <p:nvGrpSpPr>
              <p:cNvPr id="1308" name="Google Shape;1308;p60"/>
              <p:cNvGrpSpPr/>
              <p:nvPr/>
            </p:nvGrpSpPr>
            <p:grpSpPr>
              <a:xfrm>
                <a:off x="3488070" y="2839108"/>
                <a:ext cx="2084457" cy="1777068"/>
                <a:chOff x="5350425" y="1878771"/>
                <a:chExt cx="3432900" cy="4263600"/>
              </a:xfrm>
            </p:grpSpPr>
            <p:sp>
              <p:nvSpPr>
                <p:cNvPr id="1309" name="Google Shape;1309;p60"/>
                <p:cNvSpPr/>
                <p:nvPr/>
              </p:nvSpPr>
              <p:spPr>
                <a:xfrm>
                  <a:off x="5350425" y="1878771"/>
                  <a:ext cx="3432900" cy="4263600"/>
                </a:xfrm>
                <a:prstGeom prst="roundRect">
                  <a:avLst>
                    <a:gd fmla="val 16667" name="adj"/>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ctr">
                    <a:spcBef>
                      <a:spcPts val="0"/>
                    </a:spcBef>
                    <a:spcAft>
                      <a:spcPts val="0"/>
                    </a:spcAft>
                    <a:buNone/>
                  </a:pPr>
                  <a:r>
                    <a:t/>
                  </a:r>
                  <a:endParaRPr sz="1272">
                    <a:latin typeface="Malgun Gothic"/>
                    <a:ea typeface="Malgun Gothic"/>
                    <a:cs typeface="Malgun Gothic"/>
                    <a:sym typeface="Malgun Gothic"/>
                  </a:endParaRPr>
                </a:p>
              </p:txBody>
            </p:sp>
            <p:sp>
              <p:nvSpPr>
                <p:cNvPr id="1310" name="Google Shape;1310;p60"/>
                <p:cNvSpPr txBox="1"/>
                <p:nvPr/>
              </p:nvSpPr>
              <p:spPr>
                <a:xfrm>
                  <a:off x="5545994" y="1988307"/>
                  <a:ext cx="3119700" cy="10947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039">
                      <a:solidFill>
                        <a:srgbClr val="FF0000"/>
                      </a:solidFill>
                      <a:latin typeface="Malgun Gothic"/>
                      <a:ea typeface="Malgun Gothic"/>
                      <a:cs typeface="Malgun Gothic"/>
                      <a:sym typeface="Malgun Gothic"/>
                    </a:rPr>
                    <a:t>사용 요청이 반려되었습니다.</a:t>
                  </a:r>
                  <a:endParaRPr b="1" sz="1039">
                    <a:solidFill>
                      <a:srgbClr val="FF0000"/>
                    </a:solidFill>
                    <a:latin typeface="Malgun Gothic"/>
                    <a:ea typeface="Malgun Gothic"/>
                    <a:cs typeface="Malgun Gothic"/>
                    <a:sym typeface="Malgun Gothic"/>
                  </a:endParaRPr>
                </a:p>
              </p:txBody>
            </p:sp>
          </p:grpSp>
          <p:sp>
            <p:nvSpPr>
              <p:cNvPr id="1311" name="Google Shape;1311;p60"/>
              <p:cNvSpPr/>
              <p:nvPr/>
            </p:nvSpPr>
            <p:spPr>
              <a:xfrm>
                <a:off x="4139144" y="4174312"/>
                <a:ext cx="672300" cy="348000"/>
              </a:xfrm>
              <a:prstGeom prst="roundRect">
                <a:avLst>
                  <a:gd fmla="val 16667" name="adj"/>
                </a:avLst>
              </a:prstGeom>
              <a:solidFill>
                <a:schemeClr val="accent6"/>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확인</a:t>
                </a:r>
                <a:endParaRPr sz="1334">
                  <a:solidFill>
                    <a:schemeClr val="lt1"/>
                  </a:solidFill>
                  <a:latin typeface="Malgun Gothic"/>
                  <a:ea typeface="Malgun Gothic"/>
                  <a:cs typeface="Malgun Gothic"/>
                  <a:sym typeface="Malgun Gothic"/>
                </a:endParaRPr>
              </a:p>
            </p:txBody>
          </p:sp>
        </p:grpSp>
        <p:sp>
          <p:nvSpPr>
            <p:cNvPr id="1312" name="Google Shape;1312;p60"/>
            <p:cNvSpPr txBox="1"/>
            <p:nvPr/>
          </p:nvSpPr>
          <p:spPr>
            <a:xfrm>
              <a:off x="5980400" y="2623608"/>
              <a:ext cx="1517100" cy="31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sz="1000">
                  <a:solidFill>
                    <a:schemeClr val="dk1"/>
                  </a:solidFill>
                  <a:latin typeface="Malgun Gothic"/>
                  <a:ea typeface="Malgun Gothic"/>
                  <a:cs typeface="Malgun Gothic"/>
                  <a:sym typeface="Malgun Gothic"/>
                </a:rPr>
                <a:t>hong@daum.net</a:t>
              </a:r>
              <a:endParaRPr b="1" sz="1000">
                <a:solidFill>
                  <a:schemeClr val="dk1"/>
                </a:solidFill>
                <a:latin typeface="Malgun Gothic"/>
                <a:ea typeface="Malgun Gothic"/>
                <a:cs typeface="Malgun Gothic"/>
                <a:sym typeface="Malgun Gothic"/>
              </a:endParaRPr>
            </a:p>
          </p:txBody>
        </p:sp>
        <p:sp>
          <p:nvSpPr>
            <p:cNvPr id="1313" name="Google Shape;1313;p60"/>
            <p:cNvSpPr txBox="1"/>
            <p:nvPr/>
          </p:nvSpPr>
          <p:spPr>
            <a:xfrm>
              <a:off x="5797575" y="2184150"/>
              <a:ext cx="1894200" cy="4563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lang="ko-KR" sz="1039">
                  <a:solidFill>
                    <a:schemeClr val="dk1"/>
                  </a:solidFill>
                  <a:latin typeface="Malgun Gothic"/>
                  <a:ea typeface="Malgun Gothic"/>
                  <a:cs typeface="Malgun Gothic"/>
                  <a:sym typeface="Malgun Gothic"/>
                </a:rPr>
                <a:t>신청 결과가 아래 메일로 발송되었습니다.</a:t>
              </a:r>
              <a:endParaRPr sz="1039">
                <a:solidFill>
                  <a:schemeClr val="dk1"/>
                </a:solidFill>
                <a:latin typeface="Malgun Gothic"/>
                <a:ea typeface="Malgun Gothic"/>
                <a:cs typeface="Malgun Gothic"/>
                <a:sym typeface="Malgun Gothic"/>
              </a:endParaRPr>
            </a:p>
          </p:txBody>
        </p:sp>
      </p:grpSp>
      <p:grpSp>
        <p:nvGrpSpPr>
          <p:cNvPr id="1314" name="Google Shape;1314;p60"/>
          <p:cNvGrpSpPr/>
          <p:nvPr/>
        </p:nvGrpSpPr>
        <p:grpSpPr>
          <a:xfrm>
            <a:off x="2021947" y="4133977"/>
            <a:ext cx="2084457" cy="1777068"/>
            <a:chOff x="5702451" y="1715946"/>
            <a:chExt cx="2084457" cy="1777068"/>
          </a:xfrm>
        </p:grpSpPr>
        <p:grpSp>
          <p:nvGrpSpPr>
            <p:cNvPr id="1315" name="Google Shape;1315;p60"/>
            <p:cNvGrpSpPr/>
            <p:nvPr/>
          </p:nvGrpSpPr>
          <p:grpSpPr>
            <a:xfrm>
              <a:off x="5702451" y="1715946"/>
              <a:ext cx="2084457" cy="1777068"/>
              <a:chOff x="3488070" y="2839108"/>
              <a:chExt cx="2084457" cy="1777068"/>
            </a:xfrm>
          </p:grpSpPr>
          <p:grpSp>
            <p:nvGrpSpPr>
              <p:cNvPr id="1316" name="Google Shape;1316;p60"/>
              <p:cNvGrpSpPr/>
              <p:nvPr/>
            </p:nvGrpSpPr>
            <p:grpSpPr>
              <a:xfrm>
                <a:off x="3488070" y="2839108"/>
                <a:ext cx="2084457" cy="1777068"/>
                <a:chOff x="5350425" y="1878771"/>
                <a:chExt cx="3432900" cy="4263600"/>
              </a:xfrm>
            </p:grpSpPr>
            <p:sp>
              <p:nvSpPr>
                <p:cNvPr id="1317" name="Google Shape;1317;p60"/>
                <p:cNvSpPr/>
                <p:nvPr/>
              </p:nvSpPr>
              <p:spPr>
                <a:xfrm>
                  <a:off x="5350425" y="1878771"/>
                  <a:ext cx="3432900" cy="4263600"/>
                </a:xfrm>
                <a:prstGeom prst="roundRect">
                  <a:avLst>
                    <a:gd fmla="val 16667" name="adj"/>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ctr">
                    <a:spcBef>
                      <a:spcPts val="0"/>
                    </a:spcBef>
                    <a:spcAft>
                      <a:spcPts val="0"/>
                    </a:spcAft>
                    <a:buNone/>
                  </a:pPr>
                  <a:r>
                    <a:t/>
                  </a:r>
                  <a:endParaRPr sz="1272">
                    <a:latin typeface="Malgun Gothic"/>
                    <a:ea typeface="Malgun Gothic"/>
                    <a:cs typeface="Malgun Gothic"/>
                    <a:sym typeface="Malgun Gothic"/>
                  </a:endParaRPr>
                </a:p>
              </p:txBody>
            </p:sp>
            <p:sp>
              <p:nvSpPr>
                <p:cNvPr id="1318" name="Google Shape;1318;p60"/>
                <p:cNvSpPr txBox="1"/>
                <p:nvPr/>
              </p:nvSpPr>
              <p:spPr>
                <a:xfrm>
                  <a:off x="5545994" y="1988307"/>
                  <a:ext cx="3119700" cy="10947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039">
                      <a:solidFill>
                        <a:srgbClr val="0000FF"/>
                      </a:solidFill>
                      <a:latin typeface="Malgun Gothic"/>
                      <a:ea typeface="Malgun Gothic"/>
                      <a:cs typeface="Malgun Gothic"/>
                      <a:sym typeface="Malgun Gothic"/>
                    </a:rPr>
                    <a:t>사용 요청이 </a:t>
                  </a:r>
                  <a:r>
                    <a:rPr b="1" lang="ko-KR" sz="1039">
                      <a:solidFill>
                        <a:srgbClr val="0000FF"/>
                      </a:solidFill>
                      <a:latin typeface="Malgun Gothic"/>
                      <a:ea typeface="Malgun Gothic"/>
                      <a:cs typeface="Malgun Gothic"/>
                      <a:sym typeface="Malgun Gothic"/>
                    </a:rPr>
                    <a:t>승인</a:t>
                  </a:r>
                  <a:r>
                    <a:rPr b="1" lang="ko-KR" sz="1039">
                      <a:solidFill>
                        <a:srgbClr val="0000FF"/>
                      </a:solidFill>
                      <a:latin typeface="Malgun Gothic"/>
                      <a:ea typeface="Malgun Gothic"/>
                      <a:cs typeface="Malgun Gothic"/>
                      <a:sym typeface="Malgun Gothic"/>
                    </a:rPr>
                    <a:t>되었습니다.</a:t>
                  </a:r>
                  <a:endParaRPr b="1" sz="1039">
                    <a:solidFill>
                      <a:srgbClr val="0000FF"/>
                    </a:solidFill>
                    <a:latin typeface="Malgun Gothic"/>
                    <a:ea typeface="Malgun Gothic"/>
                    <a:cs typeface="Malgun Gothic"/>
                    <a:sym typeface="Malgun Gothic"/>
                  </a:endParaRPr>
                </a:p>
              </p:txBody>
            </p:sp>
          </p:grpSp>
          <p:sp>
            <p:nvSpPr>
              <p:cNvPr id="1319" name="Google Shape;1319;p60"/>
              <p:cNvSpPr/>
              <p:nvPr/>
            </p:nvSpPr>
            <p:spPr>
              <a:xfrm>
                <a:off x="4139144" y="4174312"/>
                <a:ext cx="672300" cy="348000"/>
              </a:xfrm>
              <a:prstGeom prst="roundRect">
                <a:avLst>
                  <a:gd fmla="val 16667" name="adj"/>
                </a:avLst>
              </a:prstGeom>
              <a:solidFill>
                <a:schemeClr val="accent6"/>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확인</a:t>
                </a:r>
                <a:endParaRPr sz="1334">
                  <a:solidFill>
                    <a:schemeClr val="lt1"/>
                  </a:solidFill>
                  <a:latin typeface="Malgun Gothic"/>
                  <a:ea typeface="Malgun Gothic"/>
                  <a:cs typeface="Malgun Gothic"/>
                  <a:sym typeface="Malgun Gothic"/>
                </a:endParaRPr>
              </a:p>
            </p:txBody>
          </p:sp>
        </p:grpSp>
        <p:sp>
          <p:nvSpPr>
            <p:cNvPr id="1320" name="Google Shape;1320;p60"/>
            <p:cNvSpPr txBox="1"/>
            <p:nvPr/>
          </p:nvSpPr>
          <p:spPr>
            <a:xfrm>
              <a:off x="5980400" y="2623608"/>
              <a:ext cx="1517100" cy="31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sz="1000">
                  <a:solidFill>
                    <a:schemeClr val="dk1"/>
                  </a:solidFill>
                  <a:latin typeface="Malgun Gothic"/>
                  <a:ea typeface="Malgun Gothic"/>
                  <a:cs typeface="Malgun Gothic"/>
                  <a:sym typeface="Malgun Gothic"/>
                </a:rPr>
                <a:t>hong@daum.net</a:t>
              </a:r>
              <a:endParaRPr b="1" sz="1000">
                <a:solidFill>
                  <a:schemeClr val="dk1"/>
                </a:solidFill>
                <a:latin typeface="Malgun Gothic"/>
                <a:ea typeface="Malgun Gothic"/>
                <a:cs typeface="Malgun Gothic"/>
                <a:sym typeface="Malgun Gothic"/>
              </a:endParaRPr>
            </a:p>
          </p:txBody>
        </p:sp>
        <p:sp>
          <p:nvSpPr>
            <p:cNvPr id="1321" name="Google Shape;1321;p60"/>
            <p:cNvSpPr txBox="1"/>
            <p:nvPr/>
          </p:nvSpPr>
          <p:spPr>
            <a:xfrm>
              <a:off x="5797575" y="2184150"/>
              <a:ext cx="1894200" cy="4563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lang="ko-KR" sz="1039">
                  <a:solidFill>
                    <a:schemeClr val="dk1"/>
                  </a:solidFill>
                  <a:latin typeface="Malgun Gothic"/>
                  <a:ea typeface="Malgun Gothic"/>
                  <a:cs typeface="Malgun Gothic"/>
                  <a:sym typeface="Malgun Gothic"/>
                </a:rPr>
                <a:t>신청 결과가 아래 메일로 발송되었습니다.</a:t>
              </a:r>
              <a:endParaRPr sz="1039">
                <a:solidFill>
                  <a:schemeClr val="dk1"/>
                </a:solidFill>
                <a:latin typeface="Malgun Gothic"/>
                <a:ea typeface="Malgun Gothic"/>
                <a:cs typeface="Malgun Gothic"/>
                <a:sym typeface="Malgun Gothic"/>
              </a:endParaRPr>
            </a:p>
          </p:txBody>
        </p:sp>
      </p:grpSp>
      <p:sp>
        <p:nvSpPr>
          <p:cNvPr id="1322" name="Google Shape;1322;p60"/>
          <p:cNvSpPr/>
          <p:nvPr/>
        </p:nvSpPr>
        <p:spPr>
          <a:xfrm>
            <a:off x="4235629" y="207990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323" name="Google Shape;1323;p60"/>
          <p:cNvSpPr/>
          <p:nvPr/>
        </p:nvSpPr>
        <p:spPr>
          <a:xfrm>
            <a:off x="6487054" y="207990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324" name="Google Shape;1324;p60"/>
          <p:cNvSpPr/>
          <p:nvPr/>
        </p:nvSpPr>
        <p:spPr>
          <a:xfrm>
            <a:off x="2021954" y="4151493"/>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grpSp>
        <p:nvGrpSpPr>
          <p:cNvPr id="1325" name="Google Shape;1325;p60"/>
          <p:cNvGrpSpPr/>
          <p:nvPr/>
        </p:nvGrpSpPr>
        <p:grpSpPr>
          <a:xfrm>
            <a:off x="4217977" y="4169387"/>
            <a:ext cx="2084457" cy="1777068"/>
            <a:chOff x="5702451" y="1715946"/>
            <a:chExt cx="2084457" cy="1777068"/>
          </a:xfrm>
        </p:grpSpPr>
        <p:grpSp>
          <p:nvGrpSpPr>
            <p:cNvPr id="1326" name="Google Shape;1326;p60"/>
            <p:cNvGrpSpPr/>
            <p:nvPr/>
          </p:nvGrpSpPr>
          <p:grpSpPr>
            <a:xfrm>
              <a:off x="5702451" y="1715946"/>
              <a:ext cx="2084457" cy="1777068"/>
              <a:chOff x="3488070" y="2839108"/>
              <a:chExt cx="2084457" cy="1777068"/>
            </a:xfrm>
          </p:grpSpPr>
          <p:grpSp>
            <p:nvGrpSpPr>
              <p:cNvPr id="1327" name="Google Shape;1327;p60"/>
              <p:cNvGrpSpPr/>
              <p:nvPr/>
            </p:nvGrpSpPr>
            <p:grpSpPr>
              <a:xfrm>
                <a:off x="3488070" y="2839108"/>
                <a:ext cx="2084457" cy="1777068"/>
                <a:chOff x="5350425" y="1878771"/>
                <a:chExt cx="3432900" cy="4263600"/>
              </a:xfrm>
            </p:grpSpPr>
            <p:sp>
              <p:nvSpPr>
                <p:cNvPr id="1328" name="Google Shape;1328;p60"/>
                <p:cNvSpPr/>
                <p:nvPr/>
              </p:nvSpPr>
              <p:spPr>
                <a:xfrm>
                  <a:off x="5350425" y="1878771"/>
                  <a:ext cx="3432900" cy="4263600"/>
                </a:xfrm>
                <a:prstGeom prst="roundRect">
                  <a:avLst>
                    <a:gd fmla="val 16667" name="adj"/>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ctr">
                    <a:spcBef>
                      <a:spcPts val="0"/>
                    </a:spcBef>
                    <a:spcAft>
                      <a:spcPts val="0"/>
                    </a:spcAft>
                    <a:buNone/>
                  </a:pPr>
                  <a:r>
                    <a:t/>
                  </a:r>
                  <a:endParaRPr sz="1272">
                    <a:latin typeface="Malgun Gothic"/>
                    <a:ea typeface="Malgun Gothic"/>
                    <a:cs typeface="Malgun Gothic"/>
                    <a:sym typeface="Malgun Gothic"/>
                  </a:endParaRPr>
                </a:p>
              </p:txBody>
            </p:sp>
            <p:sp>
              <p:nvSpPr>
                <p:cNvPr id="1329" name="Google Shape;1329;p60"/>
                <p:cNvSpPr txBox="1"/>
                <p:nvPr/>
              </p:nvSpPr>
              <p:spPr>
                <a:xfrm>
                  <a:off x="5545994" y="1988307"/>
                  <a:ext cx="3119700" cy="10947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039">
                      <a:solidFill>
                        <a:srgbClr val="FF0000"/>
                      </a:solidFill>
                      <a:latin typeface="Malgun Gothic"/>
                      <a:ea typeface="Malgun Gothic"/>
                      <a:cs typeface="Malgun Gothic"/>
                      <a:sym typeface="Malgun Gothic"/>
                    </a:rPr>
                    <a:t>메일 발송에 실패하였습니다.</a:t>
                  </a:r>
                  <a:endParaRPr b="1" sz="1039">
                    <a:solidFill>
                      <a:srgbClr val="FF0000"/>
                    </a:solidFill>
                    <a:latin typeface="Malgun Gothic"/>
                    <a:ea typeface="Malgun Gothic"/>
                    <a:cs typeface="Malgun Gothic"/>
                    <a:sym typeface="Malgun Gothic"/>
                  </a:endParaRPr>
                </a:p>
              </p:txBody>
            </p:sp>
          </p:grpSp>
          <p:sp>
            <p:nvSpPr>
              <p:cNvPr id="1330" name="Google Shape;1330;p60"/>
              <p:cNvSpPr/>
              <p:nvPr/>
            </p:nvSpPr>
            <p:spPr>
              <a:xfrm>
                <a:off x="4139144" y="4174312"/>
                <a:ext cx="672300" cy="348000"/>
              </a:xfrm>
              <a:prstGeom prst="roundRect">
                <a:avLst>
                  <a:gd fmla="val 16667" name="adj"/>
                </a:avLst>
              </a:prstGeom>
              <a:solidFill>
                <a:schemeClr val="accent6"/>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확인</a:t>
                </a:r>
                <a:endParaRPr sz="1334">
                  <a:solidFill>
                    <a:schemeClr val="lt1"/>
                  </a:solidFill>
                  <a:latin typeface="Malgun Gothic"/>
                  <a:ea typeface="Malgun Gothic"/>
                  <a:cs typeface="Malgun Gothic"/>
                  <a:sym typeface="Malgun Gothic"/>
                </a:endParaRPr>
              </a:p>
            </p:txBody>
          </p:sp>
        </p:grpSp>
        <p:sp>
          <p:nvSpPr>
            <p:cNvPr id="1331" name="Google Shape;1331;p60"/>
            <p:cNvSpPr txBox="1"/>
            <p:nvPr/>
          </p:nvSpPr>
          <p:spPr>
            <a:xfrm>
              <a:off x="5980400" y="2623608"/>
              <a:ext cx="1517100" cy="31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sz="1000">
                  <a:solidFill>
                    <a:schemeClr val="dk1"/>
                  </a:solidFill>
                  <a:latin typeface="Malgun Gothic"/>
                  <a:ea typeface="Malgun Gothic"/>
                  <a:cs typeface="Malgun Gothic"/>
                  <a:sym typeface="Malgun Gothic"/>
                </a:rPr>
                <a:t>hong@daum.net</a:t>
              </a:r>
              <a:endParaRPr b="1" sz="1000">
                <a:solidFill>
                  <a:schemeClr val="dk1"/>
                </a:solidFill>
                <a:latin typeface="Malgun Gothic"/>
                <a:ea typeface="Malgun Gothic"/>
                <a:cs typeface="Malgun Gothic"/>
                <a:sym typeface="Malgun Gothic"/>
              </a:endParaRPr>
            </a:p>
          </p:txBody>
        </p:sp>
        <p:sp>
          <p:nvSpPr>
            <p:cNvPr id="1332" name="Google Shape;1332;p60"/>
            <p:cNvSpPr txBox="1"/>
            <p:nvPr/>
          </p:nvSpPr>
          <p:spPr>
            <a:xfrm>
              <a:off x="5797575" y="2184150"/>
              <a:ext cx="1894200" cy="4563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lang="ko-KR" sz="1039">
                  <a:solidFill>
                    <a:schemeClr val="dk1"/>
                  </a:solidFill>
                  <a:latin typeface="Malgun Gothic"/>
                  <a:ea typeface="Malgun Gothic"/>
                  <a:cs typeface="Malgun Gothic"/>
                  <a:sym typeface="Malgun Gothic"/>
                </a:rPr>
                <a:t>잠시 후, 재시도 하여 주시기 바랍니다. </a:t>
              </a:r>
              <a:endParaRPr sz="1039">
                <a:solidFill>
                  <a:schemeClr val="dk1"/>
                </a:solidFill>
                <a:latin typeface="Malgun Gothic"/>
                <a:ea typeface="Malgun Gothic"/>
                <a:cs typeface="Malgun Gothic"/>
                <a:sym typeface="Malgun Gothic"/>
              </a:endParaRPr>
            </a:p>
          </p:txBody>
        </p:sp>
      </p:grpSp>
      <p:sp>
        <p:nvSpPr>
          <p:cNvPr id="1333" name="Google Shape;1333;p60"/>
          <p:cNvSpPr/>
          <p:nvPr/>
        </p:nvSpPr>
        <p:spPr>
          <a:xfrm>
            <a:off x="4235629" y="4146468"/>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sp>
        <p:nvSpPr>
          <p:cNvPr id="1334" name="Google Shape;1334;p60"/>
          <p:cNvSpPr/>
          <p:nvPr/>
        </p:nvSpPr>
        <p:spPr>
          <a:xfrm>
            <a:off x="7416275" y="6197584"/>
            <a:ext cx="446400" cy="2481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반려</a:t>
            </a:r>
            <a:endParaRPr sz="400">
              <a:solidFill>
                <a:srgbClr val="FFFFFF"/>
              </a:solidFill>
              <a:latin typeface="Malgun Gothic"/>
              <a:ea typeface="Malgun Gothic"/>
              <a:cs typeface="Malgun Gothic"/>
              <a:sym typeface="Malgun Gothic"/>
            </a:endParaRPr>
          </a:p>
        </p:txBody>
      </p:sp>
      <p:grpSp>
        <p:nvGrpSpPr>
          <p:cNvPr id="1335" name="Google Shape;1335;p60"/>
          <p:cNvGrpSpPr/>
          <p:nvPr/>
        </p:nvGrpSpPr>
        <p:grpSpPr>
          <a:xfrm>
            <a:off x="221400" y="747350"/>
            <a:ext cx="8239800" cy="642300"/>
            <a:chOff x="178125" y="740950"/>
            <a:chExt cx="8239800" cy="642300"/>
          </a:xfrm>
        </p:grpSpPr>
        <p:sp>
          <p:nvSpPr>
            <p:cNvPr id="1336" name="Google Shape;1336;p60"/>
            <p:cNvSpPr/>
            <p:nvPr/>
          </p:nvSpPr>
          <p:spPr>
            <a:xfrm>
              <a:off x="178125" y="740950"/>
              <a:ext cx="8239800" cy="642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337" name="Google Shape;1337;p60"/>
            <p:cNvSpPr/>
            <p:nvPr/>
          </p:nvSpPr>
          <p:spPr>
            <a:xfrm>
              <a:off x="309950" y="831700"/>
              <a:ext cx="13026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사이트명</a:t>
              </a:r>
              <a:endParaRPr b="0" i="0" sz="1400" u="none" cap="none" strike="noStrike">
                <a:solidFill>
                  <a:srgbClr val="000000"/>
                </a:solidFill>
                <a:latin typeface="Malgun Gothic"/>
                <a:ea typeface="Malgun Gothic"/>
                <a:cs typeface="Malgun Gothic"/>
                <a:sym typeface="Malgun Gothic"/>
              </a:endParaRPr>
            </a:p>
          </p:txBody>
        </p:sp>
        <p:sp>
          <p:nvSpPr>
            <p:cNvPr id="1338" name="Google Shape;1338;p60"/>
            <p:cNvSpPr/>
            <p:nvPr/>
          </p:nvSpPr>
          <p:spPr>
            <a:xfrm>
              <a:off x="1641960" y="831700"/>
              <a:ext cx="13026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승인요청목록</a:t>
              </a:r>
              <a:endParaRPr b="0" i="0" sz="1400" u="none" cap="none" strike="noStrike">
                <a:solidFill>
                  <a:srgbClr val="000000"/>
                </a:solidFill>
                <a:latin typeface="Malgun Gothic"/>
                <a:ea typeface="Malgun Gothic"/>
                <a:cs typeface="Malgun Gothic"/>
                <a:sym typeface="Malgun Gothic"/>
              </a:endParaRPr>
            </a:p>
          </p:txBody>
        </p:sp>
        <p:sp>
          <p:nvSpPr>
            <p:cNvPr id="1339" name="Google Shape;1339;p60"/>
            <p:cNvSpPr/>
            <p:nvPr/>
          </p:nvSpPr>
          <p:spPr>
            <a:xfrm>
              <a:off x="2974693" y="831700"/>
              <a:ext cx="1153800" cy="4608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담당자 관리</a:t>
              </a:r>
              <a:endParaRPr b="0" i="0" sz="1400" u="none" cap="none" strike="noStrike">
                <a:solidFill>
                  <a:srgbClr val="000000"/>
                </a:solidFill>
                <a:latin typeface="Malgun Gothic"/>
                <a:ea typeface="Malgun Gothic"/>
                <a:cs typeface="Malgun Gothic"/>
                <a:sym typeface="Malgun Gothic"/>
              </a:endParaRPr>
            </a:p>
          </p:txBody>
        </p:sp>
        <p:sp>
          <p:nvSpPr>
            <p:cNvPr id="1340" name="Google Shape;1340;p60"/>
            <p:cNvSpPr/>
            <p:nvPr/>
          </p:nvSpPr>
          <p:spPr>
            <a:xfrm>
              <a:off x="4150070" y="838575"/>
              <a:ext cx="12672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일반회원관리</a:t>
              </a:r>
              <a:endParaRPr b="0" i="0" sz="1400" u="none" cap="none" strike="noStrike">
                <a:solidFill>
                  <a:srgbClr val="000000"/>
                </a:solidFill>
                <a:latin typeface="Malgun Gothic"/>
                <a:ea typeface="Malgun Gothic"/>
                <a:cs typeface="Malgun Gothic"/>
                <a:sym typeface="Malgun Gothic"/>
              </a:endParaRPr>
            </a:p>
          </p:txBody>
        </p:sp>
        <p:sp>
          <p:nvSpPr>
            <p:cNvPr id="1341" name="Google Shape;1341;p60"/>
            <p:cNvSpPr/>
            <p:nvPr/>
          </p:nvSpPr>
          <p:spPr>
            <a:xfrm>
              <a:off x="6114283" y="871047"/>
              <a:ext cx="1223100" cy="4047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마이페이지</a:t>
              </a:r>
              <a:endParaRPr b="0" i="0" sz="1400" u="none" cap="none" strike="noStrike">
                <a:solidFill>
                  <a:srgbClr val="000000"/>
                </a:solidFill>
                <a:latin typeface="Malgun Gothic"/>
                <a:ea typeface="Malgun Gothic"/>
                <a:cs typeface="Malgun Gothic"/>
                <a:sym typeface="Malgun Gothic"/>
              </a:endParaRPr>
            </a:p>
          </p:txBody>
        </p:sp>
        <p:sp>
          <p:nvSpPr>
            <p:cNvPr id="1342" name="Google Shape;1342;p60"/>
            <p:cNvSpPr/>
            <p:nvPr/>
          </p:nvSpPr>
          <p:spPr>
            <a:xfrm>
              <a:off x="7426675" y="866625"/>
              <a:ext cx="908100" cy="4047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로그아웃</a:t>
              </a:r>
              <a:endParaRPr b="0" i="0" sz="1400" u="none" cap="none" strike="noStrike">
                <a:solidFill>
                  <a:srgbClr val="000000"/>
                </a:solidFill>
                <a:latin typeface="Malgun Gothic"/>
                <a:ea typeface="Malgun Gothic"/>
                <a:cs typeface="Malgun Gothic"/>
                <a:sym typeface="Malgun Gothic"/>
              </a:endParaRPr>
            </a:p>
          </p:txBody>
        </p:sp>
      </p:grpSp>
      <p:sp>
        <p:nvSpPr>
          <p:cNvPr id="1343" name="Google Shape;1343;p60"/>
          <p:cNvSpPr/>
          <p:nvPr/>
        </p:nvSpPr>
        <p:spPr>
          <a:xfrm>
            <a:off x="223833" y="3413713"/>
            <a:ext cx="1483500" cy="391800"/>
          </a:xfrm>
          <a:prstGeom prst="rect">
            <a:avLst/>
          </a:prstGeom>
          <a:solidFill>
            <a:schemeClr val="lt1"/>
          </a:soli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lang="ko-KR" sz="1200">
                <a:latin typeface="Malgun Gothic"/>
                <a:ea typeface="Malgun Gothic"/>
                <a:cs typeface="Malgun Gothic"/>
                <a:sym typeface="Malgun Gothic"/>
              </a:rPr>
              <a:t>사용승인</a:t>
            </a:r>
            <a:endParaRPr b="0" i="0" sz="1200" u="none" cap="none" strike="noStrike">
              <a:solidFill>
                <a:srgbClr val="000000"/>
              </a:solidFill>
              <a:latin typeface="Malgun Gothic"/>
              <a:ea typeface="Malgun Gothic"/>
              <a:cs typeface="Malgun Gothic"/>
              <a:sym typeface="Malgun Gothic"/>
            </a:endParaRPr>
          </a:p>
        </p:txBody>
      </p:sp>
      <p:sp>
        <p:nvSpPr>
          <p:cNvPr id="1344" name="Google Shape;1344;p60"/>
          <p:cNvSpPr/>
          <p:nvPr/>
        </p:nvSpPr>
        <p:spPr>
          <a:xfrm>
            <a:off x="178126" y="1593910"/>
            <a:ext cx="908100" cy="460800"/>
          </a:xfrm>
          <a:prstGeom prst="rect">
            <a:avLst/>
          </a:prstGeom>
          <a:solidFill>
            <a:schemeClr val="lt1"/>
          </a:soli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상세 검색</a:t>
            </a:r>
            <a:endParaRPr b="0" i="0" sz="1200" u="none" cap="none" strike="noStrike">
              <a:solidFill>
                <a:srgbClr val="000000"/>
              </a:solidFill>
              <a:latin typeface="Malgun Gothic"/>
              <a:ea typeface="Malgun Gothic"/>
              <a:cs typeface="Malgun Gothic"/>
              <a:sym typeface="Malgun Gothic"/>
            </a:endParaRPr>
          </a:p>
        </p:txBody>
      </p:sp>
      <p:sp>
        <p:nvSpPr>
          <p:cNvPr id="1345" name="Google Shape;1345;p60"/>
          <p:cNvSpPr/>
          <p:nvPr/>
        </p:nvSpPr>
        <p:spPr>
          <a:xfrm>
            <a:off x="1086351" y="1670573"/>
            <a:ext cx="632100" cy="2613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초기화</a:t>
            </a:r>
            <a:endParaRPr b="0" i="0" sz="1050" u="none" cap="none" strike="noStrike">
              <a:solidFill>
                <a:srgbClr val="000000"/>
              </a:solidFill>
              <a:latin typeface="Malgun Gothic"/>
              <a:ea typeface="Malgun Gothic"/>
              <a:cs typeface="Malgun Gothic"/>
              <a:sym typeface="Malgun Gothic"/>
            </a:endParaRPr>
          </a:p>
        </p:txBody>
      </p:sp>
      <p:sp>
        <p:nvSpPr>
          <p:cNvPr id="1346" name="Google Shape;1346;p60"/>
          <p:cNvSpPr/>
          <p:nvPr/>
        </p:nvSpPr>
        <p:spPr>
          <a:xfrm>
            <a:off x="261339" y="2078489"/>
            <a:ext cx="1408500" cy="4608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lang="ko-KR" sz="1100">
                <a:latin typeface="Malgun Gothic"/>
                <a:ea typeface="Malgun Gothic"/>
                <a:cs typeface="Malgun Gothic"/>
                <a:sym typeface="Malgun Gothic"/>
              </a:rPr>
              <a:t>담당자명          ▼</a:t>
            </a:r>
            <a:endParaRPr b="0" i="0" sz="1100" u="none" cap="none" strike="noStrike">
              <a:solidFill>
                <a:srgbClr val="000000"/>
              </a:solidFill>
              <a:latin typeface="Malgun Gothic"/>
              <a:ea typeface="Malgun Gothic"/>
              <a:cs typeface="Malgun Gothic"/>
              <a:sym typeface="Malgun Gothic"/>
            </a:endParaRPr>
          </a:p>
        </p:txBody>
      </p:sp>
      <p:sp>
        <p:nvSpPr>
          <p:cNvPr id="1347" name="Google Shape;1347;p60"/>
          <p:cNvSpPr/>
          <p:nvPr/>
        </p:nvSpPr>
        <p:spPr>
          <a:xfrm>
            <a:off x="261339" y="2615524"/>
            <a:ext cx="1408500" cy="3918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lang="ko-KR" sz="1100">
                <a:solidFill>
                  <a:schemeClr val="lt2"/>
                </a:solidFill>
                <a:latin typeface="Malgun Gothic"/>
                <a:ea typeface="Malgun Gothic"/>
                <a:cs typeface="Malgun Gothic"/>
                <a:sym typeface="Malgun Gothic"/>
              </a:rPr>
              <a:t>검색어 입력</a:t>
            </a:r>
            <a:endParaRPr b="0" i="0" sz="1100" u="none" cap="none" strike="noStrike">
              <a:solidFill>
                <a:schemeClr val="lt2"/>
              </a:solidFill>
              <a:latin typeface="Malgun Gothic"/>
              <a:ea typeface="Malgun Gothic"/>
              <a:cs typeface="Malgun Gothic"/>
              <a:sym typeface="Malgun Gothic"/>
            </a:endParaRPr>
          </a:p>
        </p:txBody>
      </p:sp>
      <p:sp>
        <p:nvSpPr>
          <p:cNvPr id="1348" name="Google Shape;1348;p60"/>
          <p:cNvSpPr/>
          <p:nvPr/>
        </p:nvSpPr>
        <p:spPr>
          <a:xfrm>
            <a:off x="261352" y="3827335"/>
            <a:ext cx="446400" cy="2094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b="0" i="0" lang="ko-KR" sz="850" u="none" cap="none" strike="noStrike">
                <a:solidFill>
                  <a:srgbClr val="000000"/>
                </a:solidFill>
                <a:latin typeface="Malgun Gothic"/>
                <a:ea typeface="Malgun Gothic"/>
                <a:cs typeface="Malgun Gothic"/>
                <a:sym typeface="Malgun Gothic"/>
              </a:rPr>
              <a:t>전체</a:t>
            </a:r>
            <a:endParaRPr b="0" i="0" sz="850" u="none" cap="none" strike="noStrike">
              <a:solidFill>
                <a:srgbClr val="000000"/>
              </a:solidFill>
              <a:latin typeface="Malgun Gothic"/>
              <a:ea typeface="Malgun Gothic"/>
              <a:cs typeface="Malgun Gothic"/>
              <a:sym typeface="Malgun Gothic"/>
            </a:endParaRPr>
          </a:p>
        </p:txBody>
      </p:sp>
      <p:sp>
        <p:nvSpPr>
          <p:cNvPr id="1349" name="Google Shape;1349;p60"/>
          <p:cNvSpPr/>
          <p:nvPr/>
        </p:nvSpPr>
        <p:spPr>
          <a:xfrm>
            <a:off x="261349" y="4401089"/>
            <a:ext cx="1408500" cy="460800"/>
          </a:xfrm>
          <a:prstGeom prst="rect">
            <a:avLst/>
          </a:prstGeom>
          <a:solidFill>
            <a:schemeClr val="accent6"/>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chemeClr val="lt1"/>
                </a:solidFill>
                <a:latin typeface="Malgun Gothic"/>
                <a:ea typeface="Malgun Gothic"/>
                <a:cs typeface="Malgun Gothic"/>
                <a:sym typeface="Malgun Gothic"/>
              </a:rPr>
              <a:t>검색</a:t>
            </a:r>
            <a:endParaRPr b="0" i="0" sz="1400" u="none" cap="none" strike="noStrike">
              <a:solidFill>
                <a:schemeClr val="lt1"/>
              </a:solidFill>
              <a:latin typeface="Malgun Gothic"/>
              <a:ea typeface="Malgun Gothic"/>
              <a:cs typeface="Malgun Gothic"/>
              <a:sym typeface="Malgun Gothic"/>
            </a:endParaRPr>
          </a:p>
        </p:txBody>
      </p:sp>
      <p:sp>
        <p:nvSpPr>
          <p:cNvPr id="1350" name="Google Shape;1350;p60"/>
          <p:cNvSpPr/>
          <p:nvPr/>
        </p:nvSpPr>
        <p:spPr>
          <a:xfrm>
            <a:off x="708164" y="3827333"/>
            <a:ext cx="446400" cy="2094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lang="ko-KR" sz="850">
                <a:latin typeface="Malgun Gothic"/>
                <a:ea typeface="Malgun Gothic"/>
                <a:cs typeface="Malgun Gothic"/>
                <a:sym typeface="Malgun Gothic"/>
              </a:rPr>
              <a:t>승인</a:t>
            </a:r>
            <a:endParaRPr b="0" i="0" sz="850" u="none" cap="none" strike="noStrike">
              <a:solidFill>
                <a:srgbClr val="000000"/>
              </a:solidFill>
              <a:latin typeface="Malgun Gothic"/>
              <a:ea typeface="Malgun Gothic"/>
              <a:cs typeface="Malgun Gothic"/>
              <a:sym typeface="Malgun Gothic"/>
            </a:endParaRPr>
          </a:p>
        </p:txBody>
      </p:sp>
      <p:sp>
        <p:nvSpPr>
          <p:cNvPr id="1351" name="Google Shape;1351;p60"/>
          <p:cNvSpPr/>
          <p:nvPr/>
        </p:nvSpPr>
        <p:spPr>
          <a:xfrm>
            <a:off x="1182219" y="3827334"/>
            <a:ext cx="557100" cy="2094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lang="ko-KR" sz="850">
                <a:latin typeface="Malgun Gothic"/>
                <a:ea typeface="Malgun Gothic"/>
                <a:cs typeface="Malgun Gothic"/>
                <a:sym typeface="Malgun Gothic"/>
              </a:rPr>
              <a:t>대기</a:t>
            </a:r>
            <a:endParaRPr b="0" i="0" sz="85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graphicFrame>
        <p:nvGraphicFramePr>
          <p:cNvPr id="1357" name="Google Shape;1357;p61"/>
          <p:cNvGraphicFramePr/>
          <p:nvPr/>
        </p:nvGraphicFramePr>
        <p:xfrm>
          <a:off x="91988" y="82468"/>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view-048</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담당자 목록 - </a:t>
                      </a:r>
                      <a:r>
                        <a:rPr lang="ko-KR"/>
                        <a:t>수정 화면</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센터별 담당자 정보 </a:t>
                      </a:r>
                      <a:r>
                        <a:rPr lang="ko-KR"/>
                        <a:t>수정하는 화면</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기관 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SzPts val="1000"/>
                        <a:buAutoNum type="arabicPeriod"/>
                      </a:pPr>
                      <a:r>
                        <a:rPr lang="ko-KR" sz="1000">
                          <a:solidFill>
                            <a:srgbClr val="2F5496"/>
                          </a:solidFill>
                        </a:rPr>
                        <a:t>담당자 정보 (아이디(읽기 전용),</a:t>
                      </a:r>
                      <a:r>
                        <a:rPr lang="ko-KR" sz="1000">
                          <a:solidFill>
                            <a:schemeClr val="dk2"/>
                          </a:solidFill>
                        </a:rPr>
                        <a:t> 비밀번호, </a:t>
                      </a:r>
                      <a:r>
                        <a:rPr lang="ko-KR" sz="1000">
                          <a:solidFill>
                            <a:srgbClr val="2F5496"/>
                          </a:solidFill>
                        </a:rPr>
                        <a:t>이름, 연락처, 이메일)에 대해 수정이 가능하다.</a:t>
                      </a:r>
                      <a:endParaRPr sz="1000">
                        <a:solidFill>
                          <a:srgbClr val="2F5496"/>
                        </a:solidFill>
                      </a:endParaRPr>
                    </a:p>
                    <a:p>
                      <a:pPr indent="0" lvl="0" marL="0" marR="0" rtl="0" algn="l">
                        <a:spcBef>
                          <a:spcPts val="0"/>
                        </a:spcBef>
                        <a:spcAft>
                          <a:spcPts val="0"/>
                        </a:spcAft>
                        <a:buNone/>
                      </a:pPr>
                      <a:r>
                        <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457200" marR="0" rtl="0" algn="l">
                        <a:spcBef>
                          <a:spcPts val="0"/>
                        </a:spcBef>
                        <a:spcAft>
                          <a:spcPts val="0"/>
                        </a:spcAft>
                        <a:buNone/>
                      </a:pPr>
                      <a:r>
                        <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1358" name="Google Shape;1358;p61"/>
          <p:cNvGraphicFramePr/>
          <p:nvPr/>
        </p:nvGraphicFramePr>
        <p:xfrm>
          <a:off x="1834800" y="2175246"/>
          <a:ext cx="3000000" cy="3000000"/>
        </p:xfrm>
        <a:graphic>
          <a:graphicData uri="http://schemas.openxmlformats.org/drawingml/2006/table">
            <a:tbl>
              <a:tblPr>
                <a:noFill/>
                <a:tableStyleId>{DABC0C2F-476B-403E-9239-0B67E1F473CF}</a:tableStyleId>
              </a:tblPr>
              <a:tblGrid>
                <a:gridCol w="382850"/>
                <a:gridCol w="382850"/>
                <a:gridCol w="604050"/>
                <a:gridCol w="489650"/>
                <a:gridCol w="886500"/>
                <a:gridCol w="1549775"/>
                <a:gridCol w="382850"/>
                <a:gridCol w="667450"/>
                <a:gridCol w="578950"/>
                <a:gridCol w="658325"/>
              </a:tblGrid>
              <a:tr h="426375">
                <a:tc>
                  <a:txBody>
                    <a:bodyPr/>
                    <a:lstStyle/>
                    <a:p>
                      <a:pPr indent="0" lvl="0" marL="0" rtl="0" algn="ctr">
                        <a:spcBef>
                          <a:spcPts val="0"/>
                        </a:spcBef>
                        <a:spcAft>
                          <a:spcPts val="0"/>
                        </a:spcAft>
                        <a:buNone/>
                      </a:pPr>
                      <a:r>
                        <a:rPr b="1" lang="ko-KR" sz="600"/>
                        <a:t>선택</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번호</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아이디</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담당자명</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연락처</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이메일</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담당자수</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가입일</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상태변경</a:t>
                      </a:r>
                      <a:endParaRPr b="1" sz="600"/>
                    </a:p>
                  </a:txBody>
                  <a:tcPr marT="91425" marB="91425" marR="91425" marL="91425" anchor="ctr">
                    <a:solidFill>
                      <a:srgbClr val="CFE2F3"/>
                    </a:solidFill>
                  </a:tcPr>
                </a:tc>
                <a:tc>
                  <a:txBody>
                    <a:bodyPr/>
                    <a:lstStyle/>
                    <a:p>
                      <a:pPr indent="0" lvl="0" marL="0" rtl="0" algn="ctr">
                        <a:spcBef>
                          <a:spcPts val="0"/>
                        </a:spcBef>
                        <a:spcAft>
                          <a:spcPts val="0"/>
                        </a:spcAft>
                        <a:buNone/>
                      </a:pPr>
                      <a:r>
                        <a:rPr b="1" lang="ko-KR" sz="600"/>
                        <a:t>수정</a:t>
                      </a:r>
                      <a:endParaRPr b="1" sz="600"/>
                    </a:p>
                  </a:txBody>
                  <a:tcPr marT="91425" marB="91425" marR="91425" marL="91425" anchor="ctr">
                    <a:solidFill>
                      <a:srgbClr val="CFE2F3"/>
                    </a:solidFill>
                  </a:tcPr>
                </a:tc>
              </a:tr>
              <a:tr h="426375">
                <a:tc>
                  <a:txBody>
                    <a:bodyPr/>
                    <a:lstStyle/>
                    <a:p>
                      <a:pPr indent="0" lvl="0" marL="0" rtl="0" algn="ctr">
                        <a:spcBef>
                          <a:spcPts val="0"/>
                        </a:spcBef>
                        <a:spcAft>
                          <a:spcPts val="0"/>
                        </a:spcAft>
                        <a:buNone/>
                      </a:pPr>
                      <a:r>
                        <a:rPr lang="ko-KR" sz="600"/>
                        <a:t>☐</a:t>
                      </a:r>
                      <a:endParaRPr sz="600"/>
                    </a:p>
                  </a:txBody>
                  <a:tcPr marT="91425" marB="91425" marR="91425" marL="91425" anchor="ctr"/>
                </a:tc>
                <a:tc>
                  <a:txBody>
                    <a:bodyPr/>
                    <a:lstStyle/>
                    <a:p>
                      <a:pPr indent="0" lvl="0" marL="0" rtl="0" algn="ctr">
                        <a:spcBef>
                          <a:spcPts val="0"/>
                        </a:spcBef>
                        <a:spcAft>
                          <a:spcPts val="0"/>
                        </a:spcAft>
                        <a:buNone/>
                      </a:pPr>
                      <a:r>
                        <a:rPr lang="ko-KR" sz="600"/>
                        <a:t>9</a:t>
                      </a:r>
                      <a:endParaRPr sz="600"/>
                    </a:p>
                  </a:txBody>
                  <a:tcPr marT="91425" marB="91425" marR="91425" marL="91425" anchor="ctr"/>
                </a:tc>
                <a:tc>
                  <a:txBody>
                    <a:bodyPr/>
                    <a:lstStyle/>
                    <a:p>
                      <a:pPr indent="0" lvl="0" marL="0" rtl="0" algn="l">
                        <a:spcBef>
                          <a:spcPts val="0"/>
                        </a:spcBef>
                        <a:spcAft>
                          <a:spcPts val="0"/>
                        </a:spcAft>
                        <a:buNone/>
                      </a:pPr>
                      <a:r>
                        <a:rPr lang="ko-KR" sz="600"/>
                        <a:t>supportStaff_660</a:t>
                      </a:r>
                      <a:endParaRPr sz="600"/>
                    </a:p>
                  </a:txBody>
                  <a:tcPr marT="91425" marB="91425" marR="91425" marL="91425" anchor="ctr"/>
                </a:tc>
                <a:tc>
                  <a:txBody>
                    <a:bodyPr/>
                    <a:lstStyle/>
                    <a:p>
                      <a:pPr indent="0" lvl="0" marL="0" rtl="0" algn="l">
                        <a:spcBef>
                          <a:spcPts val="0"/>
                        </a:spcBef>
                        <a:spcAft>
                          <a:spcPts val="0"/>
                        </a:spcAft>
                        <a:buNone/>
                      </a:pPr>
                      <a:r>
                        <a:rPr lang="ko-KR" sz="600"/>
                        <a:t>강현우</a:t>
                      </a:r>
                      <a:endParaRPr sz="600"/>
                    </a:p>
                  </a:txBody>
                  <a:tcPr marT="91425" marB="91425" marR="91425" marL="91425" anchor="ctr"/>
                </a:tc>
                <a:tc>
                  <a:txBody>
                    <a:bodyPr/>
                    <a:lstStyle/>
                    <a:p>
                      <a:pPr indent="0" lvl="0" marL="0" rtl="0" algn="l">
                        <a:spcBef>
                          <a:spcPts val="0"/>
                        </a:spcBef>
                        <a:spcAft>
                          <a:spcPts val="0"/>
                        </a:spcAft>
                        <a:buNone/>
                      </a:pPr>
                      <a:r>
                        <a:rPr lang="ko-KR" sz="600"/>
                        <a:t>010-4729-1836</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hyunwoo.kang@hope-care.or.kr</a:t>
                      </a:r>
                      <a:endParaRPr sz="600"/>
                    </a:p>
                  </a:txBody>
                  <a:tcPr marT="91425" marB="91425" marR="91425" marL="91425" anchor="ctr"/>
                </a:tc>
                <a:tc>
                  <a:txBody>
                    <a:bodyPr/>
                    <a:lstStyle/>
                    <a:p>
                      <a:pPr indent="0" lvl="0" marL="0" rtl="0" algn="ctr">
                        <a:spcBef>
                          <a:spcPts val="0"/>
                        </a:spcBef>
                        <a:spcAft>
                          <a:spcPts val="0"/>
                        </a:spcAft>
                        <a:buNone/>
                      </a:pPr>
                      <a:r>
                        <a:rPr lang="ko-KR" sz="600"/>
                        <a:t>3</a:t>
                      </a:r>
                      <a:endParaRPr sz="600"/>
                    </a:p>
                  </a:txBody>
                  <a:tcPr marT="91425" marB="91425" marR="91425" marL="91425" anchor="ctr"/>
                </a:tc>
                <a:tc>
                  <a:txBody>
                    <a:bodyPr/>
                    <a:lstStyle/>
                    <a:p>
                      <a:pPr indent="0" lvl="0" marL="0" rtl="0" algn="l">
                        <a:spcBef>
                          <a:spcPts val="0"/>
                        </a:spcBef>
                        <a:spcAft>
                          <a:spcPts val="0"/>
                        </a:spcAft>
                        <a:buNone/>
                      </a:pPr>
                      <a:r>
                        <a:rPr lang="ko-KR" sz="600"/>
                        <a:t>2026.02.01</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None/>
                      </a:pPr>
                      <a:r>
                        <a:rPr lang="ko-KR" sz="600"/>
                        <a:t>☑</a:t>
                      </a:r>
                      <a:endParaRPr sz="600"/>
                    </a:p>
                  </a:txBody>
                  <a:tcPr marT="91425" marB="91425" marR="91425" marL="91425" anchor="ctr"/>
                </a:tc>
                <a:tc>
                  <a:txBody>
                    <a:bodyPr/>
                    <a:lstStyle/>
                    <a:p>
                      <a:pPr indent="0" lvl="0" marL="0" rtl="0" algn="ctr">
                        <a:spcBef>
                          <a:spcPts val="0"/>
                        </a:spcBef>
                        <a:spcAft>
                          <a:spcPts val="0"/>
                        </a:spcAft>
                        <a:buNone/>
                      </a:pPr>
                      <a:r>
                        <a:rPr lang="ko-KR" sz="600"/>
                        <a:t>8</a:t>
                      </a:r>
                      <a:endParaRPr sz="600"/>
                    </a:p>
                  </a:txBody>
                  <a:tcPr marT="91425" marB="91425" marR="91425" marL="91425" anchor="ctr"/>
                </a:tc>
                <a:tc>
                  <a:txBody>
                    <a:bodyPr/>
                    <a:lstStyle/>
                    <a:p>
                      <a:pPr indent="0" lvl="0" marL="0" rtl="0" algn="l">
                        <a:spcBef>
                          <a:spcPts val="0"/>
                        </a:spcBef>
                        <a:spcAft>
                          <a:spcPts val="0"/>
                        </a:spcAft>
                        <a:buNone/>
                      </a:pPr>
                      <a:r>
                        <a:rPr lang="ko-KR" sz="600"/>
                        <a:t>welfareAdmin_774</a:t>
                      </a:r>
                      <a:endParaRPr sz="600"/>
                    </a:p>
                  </a:txBody>
                  <a:tcPr marT="91425" marB="91425" marR="91425" marL="91425" anchor="ctr"/>
                </a:tc>
                <a:tc>
                  <a:txBody>
                    <a:bodyPr/>
                    <a:lstStyle/>
                    <a:p>
                      <a:pPr indent="0" lvl="0" marL="0" rtl="0" algn="l">
                        <a:spcBef>
                          <a:spcPts val="0"/>
                        </a:spcBef>
                        <a:spcAft>
                          <a:spcPts val="0"/>
                        </a:spcAft>
                        <a:buNone/>
                      </a:pPr>
                      <a:r>
                        <a:rPr lang="ko-KR" sz="600"/>
                        <a:t>송유진</a:t>
                      </a:r>
                      <a:endParaRPr sz="600"/>
                    </a:p>
                  </a:txBody>
                  <a:tcPr marT="91425" marB="91425" marR="91425" marL="91425" anchor="ctr"/>
                </a:tc>
                <a:tc>
                  <a:txBody>
                    <a:bodyPr/>
                    <a:lstStyle/>
                    <a:p>
                      <a:pPr indent="0" lvl="0" marL="0" rtl="0" algn="l">
                        <a:spcBef>
                          <a:spcPts val="0"/>
                        </a:spcBef>
                        <a:spcAft>
                          <a:spcPts val="0"/>
                        </a:spcAft>
                        <a:buNone/>
                      </a:pPr>
                      <a:r>
                        <a:rPr lang="ko-KR" sz="600"/>
                        <a:t>010-8391-5072</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yujin.song@happywelfare.or.kr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2025.04.05</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None/>
                      </a:pPr>
                      <a:r>
                        <a:rPr lang="ko-KR" sz="600"/>
                        <a:t>☑</a:t>
                      </a:r>
                      <a:endParaRPr sz="600"/>
                    </a:p>
                  </a:txBody>
                  <a:tcPr marT="91425" marB="91425" marR="91425" marL="91425" anchor="ctr"/>
                </a:tc>
                <a:tc>
                  <a:txBody>
                    <a:bodyPr/>
                    <a:lstStyle/>
                    <a:p>
                      <a:pPr indent="0" lvl="0" marL="0" rtl="0" algn="ctr">
                        <a:spcBef>
                          <a:spcPts val="0"/>
                        </a:spcBef>
                        <a:spcAft>
                          <a:spcPts val="0"/>
                        </a:spcAft>
                        <a:buNone/>
                      </a:pPr>
                      <a:r>
                        <a:rPr lang="ko-KR" sz="600"/>
                        <a:t>7</a:t>
                      </a:r>
                      <a:endParaRPr sz="600"/>
                    </a:p>
                  </a:txBody>
                  <a:tcPr marT="91425" marB="91425" marR="91425" marL="91425" anchor="ctr"/>
                </a:tc>
                <a:tc>
                  <a:txBody>
                    <a:bodyPr/>
                    <a:lstStyle/>
                    <a:p>
                      <a:pPr indent="0" lvl="0" marL="0" rtl="0" algn="l">
                        <a:spcBef>
                          <a:spcPts val="0"/>
                        </a:spcBef>
                        <a:spcAft>
                          <a:spcPts val="0"/>
                        </a:spcAft>
                        <a:buNone/>
                      </a:pPr>
                      <a:r>
                        <a:rPr lang="ko-KR" sz="600"/>
                        <a:t>careWorker_315</a:t>
                      </a:r>
                      <a:endParaRPr sz="600"/>
                    </a:p>
                  </a:txBody>
                  <a:tcPr marT="91425" marB="91425" marR="91425" marL="91425" anchor="ctr"/>
                </a:tc>
                <a:tc>
                  <a:txBody>
                    <a:bodyPr/>
                    <a:lstStyle/>
                    <a:p>
                      <a:pPr indent="0" lvl="0" marL="0" rtl="0" algn="l">
                        <a:spcBef>
                          <a:spcPts val="0"/>
                        </a:spcBef>
                        <a:spcAft>
                          <a:spcPts val="0"/>
                        </a:spcAft>
                        <a:buNone/>
                      </a:pPr>
                      <a:r>
                        <a:rPr lang="ko-KR" sz="600"/>
                        <a:t>윤태성</a:t>
                      </a:r>
                      <a:endParaRPr sz="600"/>
                    </a:p>
                  </a:txBody>
                  <a:tcPr marT="91425" marB="91425" marR="91425" marL="91425" anchor="ctr"/>
                </a:tc>
                <a:tc>
                  <a:txBody>
                    <a:bodyPr/>
                    <a:lstStyle/>
                    <a:p>
                      <a:pPr indent="0" lvl="0" marL="0" rtl="0" algn="l">
                        <a:spcBef>
                          <a:spcPts val="0"/>
                        </a:spcBef>
                        <a:spcAft>
                          <a:spcPts val="0"/>
                        </a:spcAft>
                        <a:buNone/>
                      </a:pPr>
                      <a:r>
                        <a:rPr lang="ko-KR" sz="600"/>
                        <a:t>010-8391-5072</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taeseong.yoon@welfareplus.or.kr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2025.06.08</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None/>
                      </a:pPr>
                      <a:r>
                        <a:rPr lang="ko-KR" sz="600">
                          <a:solidFill>
                            <a:schemeClr val="dk1"/>
                          </a:solidFill>
                        </a:rPr>
                        <a:t>☐</a:t>
                      </a:r>
                      <a:endParaRPr sz="600"/>
                    </a:p>
                  </a:txBody>
                  <a:tcPr marT="91425" marB="91425" marR="91425" marL="91425" anchor="ctr"/>
                </a:tc>
                <a:tc>
                  <a:txBody>
                    <a:bodyPr/>
                    <a:lstStyle/>
                    <a:p>
                      <a:pPr indent="0" lvl="0" marL="0" rtl="0" algn="ctr">
                        <a:spcBef>
                          <a:spcPts val="0"/>
                        </a:spcBef>
                        <a:spcAft>
                          <a:spcPts val="0"/>
                        </a:spcAft>
                        <a:buNone/>
                      </a:pPr>
                      <a:r>
                        <a:rPr lang="ko-KR" sz="600"/>
                        <a:t>6</a:t>
                      </a:r>
                      <a:endParaRPr sz="600"/>
                    </a:p>
                  </a:txBody>
                  <a:tcPr marT="91425" marB="91425" marR="91425" marL="91425" anchor="ctr"/>
                </a:tc>
                <a:tc>
                  <a:txBody>
                    <a:bodyPr/>
                    <a:lstStyle/>
                    <a:p>
                      <a:pPr indent="0" lvl="0" marL="0" rtl="0" algn="l">
                        <a:spcBef>
                          <a:spcPts val="0"/>
                        </a:spcBef>
                        <a:spcAft>
                          <a:spcPts val="0"/>
                        </a:spcAft>
                        <a:buNone/>
                      </a:pPr>
                      <a:r>
                        <a:rPr lang="ko-KR" sz="600"/>
                        <a:t>daeguWelfare_908</a:t>
                      </a:r>
                      <a:endParaRPr sz="600"/>
                    </a:p>
                  </a:txBody>
                  <a:tcPr marT="91425" marB="91425" marR="91425" marL="91425" anchor="ctr"/>
                </a:tc>
                <a:tc>
                  <a:txBody>
                    <a:bodyPr/>
                    <a:lstStyle/>
                    <a:p>
                      <a:pPr indent="0" lvl="0" marL="0" rtl="0" algn="l">
                        <a:spcBef>
                          <a:spcPts val="0"/>
                        </a:spcBef>
                        <a:spcAft>
                          <a:spcPts val="0"/>
                        </a:spcAft>
                        <a:buNone/>
                      </a:pPr>
                      <a:r>
                        <a:rPr lang="ko-KR" sz="600"/>
                        <a:t>한예진</a:t>
                      </a:r>
                      <a:endParaRPr sz="600"/>
                    </a:p>
                  </a:txBody>
                  <a:tcPr marT="91425" marB="91425" marR="91425" marL="91425" anchor="ctr"/>
                </a:tc>
                <a:tc>
                  <a:txBody>
                    <a:bodyPr/>
                    <a:lstStyle/>
                    <a:p>
                      <a:pPr indent="0" lvl="0" marL="0" rtl="0" algn="l">
                        <a:spcBef>
                          <a:spcPts val="0"/>
                        </a:spcBef>
                        <a:spcAft>
                          <a:spcPts val="0"/>
                        </a:spcAft>
                        <a:buNone/>
                      </a:pPr>
                      <a:r>
                        <a:rPr lang="ko-KR" sz="600"/>
                        <a:t>010-6508-2941</a:t>
                      </a:r>
                      <a:endParaRPr sz="600"/>
                    </a:p>
                  </a:txBody>
                  <a:tcPr marT="91425" marB="91425" marR="91425" marL="91425" anchor="ctr"/>
                </a:tc>
                <a:tc>
                  <a:txBody>
                    <a:bodyPr/>
                    <a:lstStyle/>
                    <a:p>
                      <a:pPr indent="0" lvl="0" marL="0" rtl="0" algn="l">
                        <a:spcBef>
                          <a:spcPts val="0"/>
                        </a:spcBef>
                        <a:spcAft>
                          <a:spcPts val="0"/>
                        </a:spcAft>
                        <a:buNone/>
                      </a:pPr>
                      <a:r>
                        <a:rPr lang="ko-KR" sz="600"/>
                        <a:t>yejin.han@dreamcare.or.kr</a:t>
                      </a:r>
                      <a:endParaRPr sz="600"/>
                    </a:p>
                  </a:txBody>
                  <a:tcPr marT="91425" marB="91425" marR="91425" marL="91425" anchor="ctr"/>
                </a:tc>
                <a:tc>
                  <a:txBody>
                    <a:bodyPr/>
                    <a:lstStyle/>
                    <a:p>
                      <a:pPr indent="0" lvl="0" marL="0" rtl="0" algn="ctr">
                        <a:spcBef>
                          <a:spcPts val="0"/>
                        </a:spcBef>
                        <a:spcAft>
                          <a:spcPts val="0"/>
                        </a:spcAft>
                        <a:buNone/>
                      </a:pPr>
                      <a:r>
                        <a:rPr lang="ko-KR" sz="600"/>
                        <a:t>1</a:t>
                      </a:r>
                      <a:endParaRPr sz="600"/>
                    </a:p>
                  </a:txBody>
                  <a:tcPr marT="91425" marB="91425" marR="91425" marL="91425" anchor="ctr"/>
                </a:tc>
                <a:tc>
                  <a:txBody>
                    <a:bodyPr/>
                    <a:lstStyle/>
                    <a:p>
                      <a:pPr indent="0" lvl="0" marL="0" rtl="0" algn="l">
                        <a:spcBef>
                          <a:spcPts val="0"/>
                        </a:spcBef>
                        <a:spcAft>
                          <a:spcPts val="0"/>
                        </a:spcAft>
                        <a:buNone/>
                      </a:pPr>
                      <a:r>
                        <a:rPr lang="ko-KR" sz="600"/>
                        <a:t>2023.02.08</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None/>
                      </a:pPr>
                      <a:r>
                        <a:rPr lang="ko-KR" sz="600">
                          <a:solidFill>
                            <a:schemeClr val="dk1"/>
                          </a:solidFill>
                        </a:rPr>
                        <a:t>☐</a:t>
                      </a:r>
                      <a:endParaRPr sz="600"/>
                    </a:p>
                  </a:txBody>
                  <a:tcPr marT="91425" marB="91425" marR="91425" marL="91425" anchor="ctr"/>
                </a:tc>
                <a:tc>
                  <a:txBody>
                    <a:bodyPr/>
                    <a:lstStyle/>
                    <a:p>
                      <a:pPr indent="0" lvl="0" marL="0" rtl="0" algn="ctr">
                        <a:spcBef>
                          <a:spcPts val="0"/>
                        </a:spcBef>
                        <a:spcAft>
                          <a:spcPts val="0"/>
                        </a:spcAft>
                        <a:buNone/>
                      </a:pPr>
                      <a:r>
                        <a:rPr lang="ko-KR" sz="600"/>
                        <a:t>5</a:t>
                      </a:r>
                      <a:endParaRPr sz="600"/>
                    </a:p>
                  </a:txBody>
                  <a:tcPr marT="91425" marB="91425" marR="91425" marL="91425" anchor="ctr"/>
                </a:tc>
                <a:tc>
                  <a:txBody>
                    <a:bodyPr/>
                    <a:lstStyle/>
                    <a:p>
                      <a:pPr indent="0" lvl="0" marL="0" rtl="0" algn="l">
                        <a:spcBef>
                          <a:spcPts val="0"/>
                        </a:spcBef>
                        <a:spcAft>
                          <a:spcPts val="0"/>
                        </a:spcAft>
                        <a:buNone/>
                      </a:pPr>
                      <a:r>
                        <a:rPr lang="ko-KR" sz="600"/>
                        <a:t>rehabTeam_563</a:t>
                      </a:r>
                      <a:endParaRPr sz="600"/>
                    </a:p>
                  </a:txBody>
                  <a:tcPr marT="91425" marB="91425" marR="91425" marL="91425" anchor="ctr"/>
                </a:tc>
                <a:tc>
                  <a:txBody>
                    <a:bodyPr/>
                    <a:lstStyle/>
                    <a:p>
                      <a:pPr indent="0" lvl="0" marL="0" rtl="0" algn="l">
                        <a:spcBef>
                          <a:spcPts val="0"/>
                        </a:spcBef>
                        <a:spcAft>
                          <a:spcPts val="0"/>
                        </a:spcAft>
                        <a:buNone/>
                      </a:pPr>
                      <a:r>
                        <a:rPr lang="ko-KR" sz="600"/>
                        <a:t>정하린</a:t>
                      </a:r>
                      <a:endParaRPr sz="600"/>
                    </a:p>
                  </a:txBody>
                  <a:tcPr marT="91425" marB="91425" marR="91425" marL="91425" anchor="ctr"/>
                </a:tc>
                <a:tc>
                  <a:txBody>
                    <a:bodyPr/>
                    <a:lstStyle/>
                    <a:p>
                      <a:pPr indent="0" lvl="0" marL="0" rtl="0" algn="l">
                        <a:spcBef>
                          <a:spcPts val="0"/>
                        </a:spcBef>
                        <a:spcAft>
                          <a:spcPts val="0"/>
                        </a:spcAft>
                        <a:buNone/>
                      </a:pPr>
                      <a:r>
                        <a:rPr lang="ko-KR" sz="600"/>
                        <a:t>010-7732-9056</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harin.jung@welfarehelp.or.kr</a:t>
                      </a:r>
                      <a:endParaRPr sz="600"/>
                    </a:p>
                  </a:txBody>
                  <a:tcPr marT="91425" marB="91425" marR="91425" marL="91425" anchor="ctr"/>
                </a:tc>
                <a:tc>
                  <a:txBody>
                    <a:bodyPr/>
                    <a:lstStyle/>
                    <a:p>
                      <a:pPr indent="0" lvl="0" marL="0" rtl="0" algn="ctr">
                        <a:spcBef>
                          <a:spcPts val="0"/>
                        </a:spcBef>
                        <a:spcAft>
                          <a:spcPts val="0"/>
                        </a:spcAft>
                        <a:buNone/>
                      </a:pPr>
                      <a:r>
                        <a:rPr lang="ko-KR" sz="600"/>
                        <a:t>4</a:t>
                      </a:r>
                      <a:endParaRPr sz="600"/>
                    </a:p>
                  </a:txBody>
                  <a:tcPr marT="91425" marB="91425" marR="91425" marL="91425" anchor="ctr"/>
                </a:tc>
                <a:tc>
                  <a:txBody>
                    <a:bodyPr/>
                    <a:lstStyle/>
                    <a:p>
                      <a:pPr indent="0" lvl="0" marL="0" rtl="0" algn="l">
                        <a:spcBef>
                          <a:spcPts val="0"/>
                        </a:spcBef>
                        <a:spcAft>
                          <a:spcPts val="0"/>
                        </a:spcAft>
                        <a:buNone/>
                      </a:pPr>
                      <a:r>
                        <a:rPr lang="ko-KR" sz="600"/>
                        <a:t>2004.12.11</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None/>
                      </a:pPr>
                      <a:r>
                        <a:rPr lang="ko-KR" sz="600">
                          <a:solidFill>
                            <a:schemeClr val="dk1"/>
                          </a:solidFill>
                        </a:rPr>
                        <a:t>☐</a:t>
                      </a:r>
                      <a:endParaRPr sz="600"/>
                    </a:p>
                  </a:txBody>
                  <a:tcPr marT="91425" marB="91425" marR="91425" marL="91425" anchor="ctr"/>
                </a:tc>
                <a:tc>
                  <a:txBody>
                    <a:bodyPr/>
                    <a:lstStyle/>
                    <a:p>
                      <a:pPr indent="0" lvl="0" marL="0" rtl="0" algn="ctr">
                        <a:spcBef>
                          <a:spcPts val="0"/>
                        </a:spcBef>
                        <a:spcAft>
                          <a:spcPts val="0"/>
                        </a:spcAft>
                        <a:buNone/>
                      </a:pPr>
                      <a:r>
                        <a:rPr lang="ko-KR" sz="600"/>
                        <a:t>4</a:t>
                      </a:r>
                      <a:endParaRPr sz="600"/>
                    </a:p>
                  </a:txBody>
                  <a:tcPr marT="91425" marB="91425" marR="91425" marL="91425" anchor="ctr"/>
                </a:tc>
                <a:tc>
                  <a:txBody>
                    <a:bodyPr/>
                    <a:lstStyle/>
                    <a:p>
                      <a:pPr indent="0" lvl="0" marL="0" rtl="0" algn="l">
                        <a:spcBef>
                          <a:spcPts val="0"/>
                        </a:spcBef>
                        <a:spcAft>
                          <a:spcPts val="0"/>
                        </a:spcAft>
                        <a:buNone/>
                      </a:pPr>
                      <a:r>
                        <a:rPr lang="ko-KR" sz="600"/>
                        <a:t>mindCare_221</a:t>
                      </a:r>
                      <a:endParaRPr sz="600"/>
                    </a:p>
                  </a:txBody>
                  <a:tcPr marT="91425" marB="91425" marR="91425" marL="91425" anchor="ctr"/>
                </a:tc>
                <a:tc>
                  <a:txBody>
                    <a:bodyPr/>
                    <a:lstStyle/>
                    <a:p>
                      <a:pPr indent="0" lvl="0" marL="0" rtl="0" algn="l">
                        <a:spcBef>
                          <a:spcPts val="0"/>
                        </a:spcBef>
                        <a:spcAft>
                          <a:spcPts val="0"/>
                        </a:spcAft>
                        <a:buNone/>
                      </a:pPr>
                      <a:r>
                        <a:rPr lang="ko-KR" sz="600"/>
                        <a:t>최민재</a:t>
                      </a:r>
                      <a:endParaRPr sz="600"/>
                    </a:p>
                  </a:txBody>
                  <a:tcPr marT="91425" marB="91425" marR="91425" marL="91425" anchor="ctr"/>
                </a:tc>
                <a:tc>
                  <a:txBody>
                    <a:bodyPr/>
                    <a:lstStyle/>
                    <a:p>
                      <a:pPr indent="0" lvl="0" marL="0" rtl="0" algn="l">
                        <a:spcBef>
                          <a:spcPts val="0"/>
                        </a:spcBef>
                        <a:spcAft>
                          <a:spcPts val="0"/>
                        </a:spcAft>
                        <a:buNone/>
                      </a:pPr>
                      <a:r>
                        <a:rPr lang="ko-KR" sz="600"/>
                        <a:t>010-2847-6193</a:t>
                      </a:r>
                      <a:endParaRPr sz="600"/>
                    </a:p>
                  </a:txBody>
                  <a:tcPr marT="91425" marB="91425" marR="91425" marL="91425" anchor="ctr"/>
                </a:tc>
                <a:tc>
                  <a:txBody>
                    <a:bodyPr/>
                    <a:lstStyle/>
                    <a:p>
                      <a:pPr indent="0" lvl="0" marL="0" rtl="0" algn="l">
                        <a:spcBef>
                          <a:spcPts val="0"/>
                        </a:spcBef>
                        <a:spcAft>
                          <a:spcPts val="0"/>
                        </a:spcAft>
                        <a:buNone/>
                      </a:pPr>
                      <a:r>
                        <a:rPr lang="ko-KR" sz="600"/>
                        <a:t>minjae.choi@supportwelfare.or.kr</a:t>
                      </a:r>
                      <a:endParaRPr sz="600"/>
                    </a:p>
                  </a:txBody>
                  <a:tcPr marT="91425" marB="91425" marR="91425" marL="91425" anchor="ctr"/>
                </a:tc>
                <a:tc>
                  <a:txBody>
                    <a:bodyPr/>
                    <a:lstStyle/>
                    <a:p>
                      <a:pPr indent="0" lvl="0" marL="0" rtl="0" algn="ctr">
                        <a:spcBef>
                          <a:spcPts val="0"/>
                        </a:spcBef>
                        <a:spcAft>
                          <a:spcPts val="0"/>
                        </a:spcAft>
                        <a:buNone/>
                      </a:pPr>
                      <a:r>
                        <a:rPr lang="ko-KR" sz="600"/>
                        <a:t>5</a:t>
                      </a:r>
                      <a:endParaRPr sz="600"/>
                    </a:p>
                  </a:txBody>
                  <a:tcPr marT="91425" marB="91425" marR="91425" marL="91425" anchor="ctr"/>
                </a:tc>
                <a:tc>
                  <a:txBody>
                    <a:bodyPr/>
                    <a:lstStyle/>
                    <a:p>
                      <a:pPr indent="0" lvl="0" marL="0" rtl="0" algn="l">
                        <a:spcBef>
                          <a:spcPts val="0"/>
                        </a:spcBef>
                        <a:spcAft>
                          <a:spcPts val="0"/>
                        </a:spcAft>
                        <a:buNone/>
                      </a:pPr>
                      <a:r>
                        <a:rPr lang="ko-KR" sz="600"/>
                        <a:t>2008.09.05</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None/>
                      </a:pPr>
                      <a:r>
                        <a:rPr lang="ko-KR" sz="600">
                          <a:solidFill>
                            <a:schemeClr val="dk1"/>
                          </a:solidFill>
                        </a:rPr>
                        <a:t>☐</a:t>
                      </a:r>
                      <a:endParaRPr sz="600"/>
                    </a:p>
                  </a:txBody>
                  <a:tcPr marT="91425" marB="91425" marR="91425" marL="91425" anchor="ctr"/>
                </a:tc>
                <a:tc>
                  <a:txBody>
                    <a:bodyPr/>
                    <a:lstStyle/>
                    <a:p>
                      <a:pPr indent="0" lvl="0" marL="0" rtl="0" algn="ctr">
                        <a:spcBef>
                          <a:spcPts val="0"/>
                        </a:spcBef>
                        <a:spcAft>
                          <a:spcPts val="0"/>
                        </a:spcAft>
                        <a:buNone/>
                      </a:pPr>
                      <a:r>
                        <a:rPr lang="ko-KR" sz="600"/>
                        <a:t>3</a:t>
                      </a:r>
                      <a:endParaRPr sz="600"/>
                    </a:p>
                  </a:txBody>
                  <a:tcPr marT="91425" marB="91425" marR="91425" marL="91425" anchor="ctr"/>
                </a:tc>
                <a:tc>
                  <a:txBody>
                    <a:bodyPr/>
                    <a:lstStyle/>
                    <a:p>
                      <a:pPr indent="0" lvl="0" marL="0" rtl="0" algn="l">
                        <a:spcBef>
                          <a:spcPts val="0"/>
                        </a:spcBef>
                        <a:spcAft>
                          <a:spcPts val="0"/>
                        </a:spcAft>
                        <a:buNone/>
                      </a:pPr>
                      <a:r>
                        <a:rPr lang="ko-KR" sz="600"/>
                        <a:t>supportAgent_839</a:t>
                      </a:r>
                      <a:endParaRPr sz="600"/>
                    </a:p>
                  </a:txBody>
                  <a:tcPr marT="91425" marB="91425" marR="91425" marL="91425" anchor="ctr"/>
                </a:tc>
                <a:tc>
                  <a:txBody>
                    <a:bodyPr/>
                    <a:lstStyle/>
                    <a:p>
                      <a:pPr indent="0" lvl="0" marL="0" rtl="0" algn="l">
                        <a:spcBef>
                          <a:spcPts val="0"/>
                        </a:spcBef>
                        <a:spcAft>
                          <a:spcPts val="0"/>
                        </a:spcAft>
                        <a:buNone/>
                      </a:pPr>
                      <a:r>
                        <a:rPr lang="ko-KR" sz="600"/>
                        <a:t>이서준</a:t>
                      </a:r>
                      <a:endParaRPr sz="600"/>
                    </a:p>
                  </a:txBody>
                  <a:tcPr marT="91425" marB="91425" marR="91425" marL="91425" anchor="ctr"/>
                </a:tc>
                <a:tc>
                  <a:txBody>
                    <a:bodyPr/>
                    <a:lstStyle/>
                    <a:p>
                      <a:pPr indent="0" lvl="0" marL="0" rtl="0" algn="l">
                        <a:spcBef>
                          <a:spcPts val="0"/>
                        </a:spcBef>
                        <a:spcAft>
                          <a:spcPts val="0"/>
                        </a:spcAft>
                        <a:buNone/>
                      </a:pPr>
                      <a:r>
                        <a:rPr lang="ko-KR" sz="600"/>
                        <a:t>010-9516-3740</a:t>
                      </a:r>
                      <a:endParaRPr sz="600"/>
                    </a:p>
                  </a:txBody>
                  <a:tcPr marT="91425" marB="91425" marR="91425" marL="91425" anchor="ctr"/>
                </a:tc>
                <a:tc>
                  <a:txBody>
                    <a:bodyPr/>
                    <a:lstStyle/>
                    <a:p>
                      <a:pPr indent="0" lvl="0" marL="0" rtl="0" algn="l">
                        <a:spcBef>
                          <a:spcPts val="0"/>
                        </a:spcBef>
                        <a:spcAft>
                          <a:spcPts val="0"/>
                        </a:spcAft>
                        <a:buNone/>
                      </a:pPr>
                      <a:r>
                        <a:rPr lang="ko-KR" sz="600"/>
                        <a:t>seojun.lee@carecenter.or.kr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2001.030.5</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None/>
                      </a:pPr>
                      <a:r>
                        <a:rPr lang="ko-KR" sz="600">
                          <a:solidFill>
                            <a:schemeClr val="dk1"/>
                          </a:solidFill>
                        </a:rPr>
                        <a:t>☐</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dgCare_mgr417</a:t>
                      </a:r>
                      <a:endParaRPr sz="600"/>
                    </a:p>
                  </a:txBody>
                  <a:tcPr marT="91425" marB="91425" marR="91425" marL="91425" anchor="ctr"/>
                </a:tc>
                <a:tc>
                  <a:txBody>
                    <a:bodyPr/>
                    <a:lstStyle/>
                    <a:p>
                      <a:pPr indent="0" lvl="0" marL="0" rtl="0" algn="l">
                        <a:spcBef>
                          <a:spcPts val="0"/>
                        </a:spcBef>
                        <a:spcAft>
                          <a:spcPts val="0"/>
                        </a:spcAft>
                        <a:buNone/>
                      </a:pPr>
                      <a:r>
                        <a:rPr lang="ko-KR" sz="600"/>
                        <a:t>박지훈</a:t>
                      </a:r>
                      <a:endParaRPr sz="600"/>
                    </a:p>
                  </a:txBody>
                  <a:tcPr marT="91425" marB="91425" marR="91425" marL="91425" anchor="ctr"/>
                </a:tc>
                <a:tc>
                  <a:txBody>
                    <a:bodyPr/>
                    <a:lstStyle/>
                    <a:p>
                      <a:pPr indent="0" lvl="0" marL="0" rtl="0" algn="l">
                        <a:spcBef>
                          <a:spcPts val="0"/>
                        </a:spcBef>
                        <a:spcAft>
                          <a:spcPts val="0"/>
                        </a:spcAft>
                        <a:buNone/>
                      </a:pPr>
                      <a:r>
                        <a:rPr lang="ko-KR" sz="600"/>
                        <a:t>010-3185-7629</a:t>
                      </a:r>
                      <a:endParaRPr sz="600"/>
                    </a:p>
                  </a:txBody>
                  <a:tcPr marT="91425" marB="91425" marR="91425" marL="91425" anchor="ctr"/>
                </a:tc>
                <a:tc>
                  <a:txBody>
                    <a:bodyPr/>
                    <a:lstStyle/>
                    <a:p>
                      <a:pPr indent="0" lvl="0" marL="0" rtl="0" algn="l">
                        <a:spcBef>
                          <a:spcPts val="0"/>
                        </a:spcBef>
                        <a:spcAft>
                          <a:spcPts val="0"/>
                        </a:spcAft>
                        <a:buNone/>
                      </a:pPr>
                      <a:r>
                        <a:rPr lang="ko-KR" sz="600"/>
                        <a:t>jihoon.park@daeguwelfare.or.kr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2016.04.06</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r h="426375">
                <a:tc>
                  <a:txBody>
                    <a:bodyPr/>
                    <a:lstStyle/>
                    <a:p>
                      <a:pPr indent="0" lvl="0" marL="0" rtl="0" algn="ctr">
                        <a:spcBef>
                          <a:spcPts val="0"/>
                        </a:spcBef>
                        <a:spcAft>
                          <a:spcPts val="0"/>
                        </a:spcAft>
                        <a:buNone/>
                      </a:pPr>
                      <a:r>
                        <a:rPr lang="ko-KR" sz="600">
                          <a:solidFill>
                            <a:schemeClr val="dk1"/>
                          </a:solidFill>
                        </a:rPr>
                        <a:t>☐</a:t>
                      </a:r>
                      <a:endParaRPr sz="600"/>
                    </a:p>
                  </a:txBody>
                  <a:tcPr marT="91425" marB="91425" marR="91425" marL="91425" anchor="ctr"/>
                </a:tc>
                <a:tc>
                  <a:txBody>
                    <a:bodyPr/>
                    <a:lstStyle/>
                    <a:p>
                      <a:pPr indent="0" lvl="0" marL="0" rtl="0" algn="ctr">
                        <a:spcBef>
                          <a:spcPts val="0"/>
                        </a:spcBef>
                        <a:spcAft>
                          <a:spcPts val="0"/>
                        </a:spcAft>
                        <a:buNone/>
                      </a:pPr>
                      <a:r>
                        <a:rPr lang="ko-KR" sz="600"/>
                        <a:t>1</a:t>
                      </a:r>
                      <a:endParaRPr sz="600"/>
                    </a:p>
                  </a:txBody>
                  <a:tcPr marT="91425" marB="91425" marR="91425" marL="91425" anchor="ctr"/>
                </a:tc>
                <a:tc>
                  <a:txBody>
                    <a:bodyPr/>
                    <a:lstStyle/>
                    <a:p>
                      <a:pPr indent="0" lvl="0" marL="0" rtl="0" algn="l">
                        <a:spcBef>
                          <a:spcPts val="0"/>
                        </a:spcBef>
                        <a:spcAft>
                          <a:spcPts val="0"/>
                        </a:spcAft>
                        <a:buNone/>
                      </a:pPr>
                      <a:r>
                        <a:rPr lang="ko-KR" sz="600"/>
                        <a:t>welfareStaff_102</a:t>
                      </a:r>
                      <a:endParaRPr sz="600"/>
                    </a:p>
                  </a:txBody>
                  <a:tcPr marT="91425" marB="91425" marR="91425" marL="91425" anchor="ctr"/>
                </a:tc>
                <a:tc>
                  <a:txBody>
                    <a:bodyPr/>
                    <a:lstStyle/>
                    <a:p>
                      <a:pPr indent="0" lvl="0" marL="0" rtl="0" algn="l">
                        <a:spcBef>
                          <a:spcPts val="0"/>
                        </a:spcBef>
                        <a:spcAft>
                          <a:spcPts val="0"/>
                        </a:spcAft>
                        <a:buNone/>
                      </a:pPr>
                      <a:r>
                        <a:rPr lang="ko-KR" sz="600"/>
                        <a:t>김도윤</a:t>
                      </a:r>
                      <a:endParaRPr sz="600"/>
                    </a:p>
                  </a:txBody>
                  <a:tcPr marT="91425" marB="91425" marR="91425" marL="91425" anchor="ctr"/>
                </a:tc>
                <a:tc>
                  <a:txBody>
                    <a:bodyPr/>
                    <a:lstStyle/>
                    <a:p>
                      <a:pPr indent="0" lvl="0" marL="0" rtl="0" algn="l">
                        <a:spcBef>
                          <a:spcPts val="0"/>
                        </a:spcBef>
                        <a:spcAft>
                          <a:spcPts val="0"/>
                        </a:spcAft>
                        <a:buNone/>
                      </a:pPr>
                      <a:r>
                        <a:rPr lang="ko-KR" sz="600"/>
                        <a:t>010-6074-1388</a:t>
                      </a:r>
                      <a:endParaRPr sz="600"/>
                    </a:p>
                  </a:txBody>
                  <a:tcPr marT="91425" marB="91425" marR="91425" marL="91425" anchor="ctr"/>
                </a:tc>
                <a:tc>
                  <a:txBody>
                    <a:bodyPr/>
                    <a:lstStyle/>
                    <a:p>
                      <a:pPr indent="0" lvl="0" marL="0" rtl="0" algn="l">
                        <a:spcBef>
                          <a:spcPts val="0"/>
                        </a:spcBef>
                        <a:spcAft>
                          <a:spcPts val="0"/>
                        </a:spcAft>
                        <a:buNone/>
                      </a:pPr>
                      <a:r>
                        <a:rPr lang="ko-KR" sz="700">
                          <a:solidFill>
                            <a:schemeClr val="dk1"/>
                          </a:solidFill>
                        </a:rPr>
                        <a:t>doyoon.kim@welfarecare.or.kr</a:t>
                      </a:r>
                      <a:endParaRPr sz="600"/>
                    </a:p>
                  </a:txBody>
                  <a:tcPr marT="91425" marB="91425" marR="91425" marL="91425" anchor="ctr"/>
                </a:tc>
                <a:tc>
                  <a:txBody>
                    <a:bodyPr/>
                    <a:lstStyle/>
                    <a:p>
                      <a:pPr indent="0" lvl="0" marL="0" rtl="0" algn="ctr">
                        <a:spcBef>
                          <a:spcPts val="0"/>
                        </a:spcBef>
                        <a:spcAft>
                          <a:spcPts val="0"/>
                        </a:spcAft>
                        <a:buNone/>
                      </a:pPr>
                      <a:r>
                        <a:rPr lang="ko-KR" sz="600"/>
                        <a:t>2</a:t>
                      </a:r>
                      <a:endParaRPr sz="600"/>
                    </a:p>
                  </a:txBody>
                  <a:tcPr marT="91425" marB="91425" marR="91425" marL="91425" anchor="ctr"/>
                </a:tc>
                <a:tc>
                  <a:txBody>
                    <a:bodyPr/>
                    <a:lstStyle/>
                    <a:p>
                      <a:pPr indent="0" lvl="0" marL="0" rtl="0" algn="l">
                        <a:spcBef>
                          <a:spcPts val="0"/>
                        </a:spcBef>
                        <a:spcAft>
                          <a:spcPts val="0"/>
                        </a:spcAft>
                        <a:buNone/>
                      </a:pPr>
                      <a:r>
                        <a:rPr lang="ko-KR" sz="600"/>
                        <a:t>2018.07.24</a:t>
                      </a:r>
                      <a:endParaRPr sz="600"/>
                    </a:p>
                  </a:txBody>
                  <a:tcPr marT="91425" marB="91425" marR="91425" marL="91425" anchor="ctr"/>
                </a:tc>
                <a:tc>
                  <a:txBody>
                    <a:bodyPr/>
                    <a:lstStyle/>
                    <a:p>
                      <a:pPr indent="0" lvl="0" marL="0" rtl="0" algn="l">
                        <a:spcBef>
                          <a:spcPts val="0"/>
                        </a:spcBef>
                        <a:spcAft>
                          <a:spcPts val="0"/>
                        </a:spcAft>
                        <a:buNone/>
                      </a:pPr>
                      <a:r>
                        <a:t/>
                      </a:r>
                      <a:endParaRPr sz="600"/>
                    </a:p>
                  </a:txBody>
                  <a:tcPr marT="91425" marB="91425" marR="91425" marL="91425" anchor="ctr"/>
                </a:tc>
                <a:tc>
                  <a:txBody>
                    <a:bodyPr/>
                    <a:lstStyle/>
                    <a:p>
                      <a:pPr indent="0" lvl="0" marL="0" rtl="0" algn="ctr">
                        <a:spcBef>
                          <a:spcPts val="0"/>
                        </a:spcBef>
                        <a:spcAft>
                          <a:spcPts val="0"/>
                        </a:spcAft>
                        <a:buNone/>
                      </a:pPr>
                      <a:r>
                        <a:rPr b="1" lang="ko-KR" sz="1200">
                          <a:solidFill>
                            <a:srgbClr val="E6E8F0"/>
                          </a:solidFill>
                          <a:highlight>
                            <a:srgbClr val="1F1F1F"/>
                          </a:highlight>
                        </a:rPr>
                        <a:t>✎</a:t>
                      </a:r>
                      <a:endParaRPr sz="600"/>
                    </a:p>
                  </a:txBody>
                  <a:tcPr marT="91425" marB="91425" marR="91425" marL="91425" anchor="ctr"/>
                </a:tc>
              </a:tr>
            </a:tbl>
          </a:graphicData>
        </a:graphic>
      </p:graphicFrame>
      <p:sp>
        <p:nvSpPr>
          <p:cNvPr id="1359" name="Google Shape;1359;p61"/>
          <p:cNvSpPr/>
          <p:nvPr/>
        </p:nvSpPr>
        <p:spPr>
          <a:xfrm>
            <a:off x="7265325" y="2669525"/>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360" name="Google Shape;1360;p61"/>
          <p:cNvSpPr/>
          <p:nvPr/>
        </p:nvSpPr>
        <p:spPr>
          <a:xfrm>
            <a:off x="7265325" y="4829071"/>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361" name="Google Shape;1361;p61"/>
          <p:cNvSpPr/>
          <p:nvPr/>
        </p:nvSpPr>
        <p:spPr>
          <a:xfrm>
            <a:off x="7265325" y="4410475"/>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362" name="Google Shape;1362;p61"/>
          <p:cNvSpPr/>
          <p:nvPr/>
        </p:nvSpPr>
        <p:spPr>
          <a:xfrm>
            <a:off x="7265325" y="3098375"/>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363" name="Google Shape;1363;p61"/>
          <p:cNvSpPr/>
          <p:nvPr/>
        </p:nvSpPr>
        <p:spPr>
          <a:xfrm>
            <a:off x="7265325" y="3984875"/>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364" name="Google Shape;1364;p61"/>
          <p:cNvSpPr/>
          <p:nvPr/>
        </p:nvSpPr>
        <p:spPr>
          <a:xfrm>
            <a:off x="7265325" y="3527225"/>
            <a:ext cx="446400" cy="24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latin typeface="Malgun Gothic"/>
                <a:ea typeface="Malgun Gothic"/>
                <a:cs typeface="Malgun Gothic"/>
                <a:sym typeface="Malgun Gothic"/>
              </a:rPr>
              <a:t>대기</a:t>
            </a:r>
            <a:endParaRPr sz="400">
              <a:latin typeface="Malgun Gothic"/>
              <a:ea typeface="Malgun Gothic"/>
              <a:cs typeface="Malgun Gothic"/>
              <a:sym typeface="Malgun Gothic"/>
            </a:endParaRPr>
          </a:p>
        </p:txBody>
      </p:sp>
      <p:sp>
        <p:nvSpPr>
          <p:cNvPr id="1365" name="Google Shape;1365;p61"/>
          <p:cNvSpPr/>
          <p:nvPr/>
        </p:nvSpPr>
        <p:spPr>
          <a:xfrm>
            <a:off x="7265325" y="5254671"/>
            <a:ext cx="446400" cy="2481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승인</a:t>
            </a:r>
            <a:endParaRPr sz="400">
              <a:solidFill>
                <a:srgbClr val="FFFFFF"/>
              </a:solidFill>
              <a:latin typeface="Malgun Gothic"/>
              <a:ea typeface="Malgun Gothic"/>
              <a:cs typeface="Malgun Gothic"/>
              <a:sym typeface="Malgun Gothic"/>
            </a:endParaRPr>
          </a:p>
        </p:txBody>
      </p:sp>
      <p:sp>
        <p:nvSpPr>
          <p:cNvPr id="1366" name="Google Shape;1366;p61"/>
          <p:cNvSpPr/>
          <p:nvPr/>
        </p:nvSpPr>
        <p:spPr>
          <a:xfrm>
            <a:off x="7265325" y="5680282"/>
            <a:ext cx="446400" cy="2481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승인</a:t>
            </a:r>
            <a:endParaRPr sz="400">
              <a:solidFill>
                <a:srgbClr val="FFFFFF"/>
              </a:solidFill>
              <a:latin typeface="Malgun Gothic"/>
              <a:ea typeface="Malgun Gothic"/>
              <a:cs typeface="Malgun Gothic"/>
              <a:sym typeface="Malgun Gothic"/>
            </a:endParaRPr>
          </a:p>
        </p:txBody>
      </p:sp>
      <p:sp>
        <p:nvSpPr>
          <p:cNvPr id="1367" name="Google Shape;1367;p61"/>
          <p:cNvSpPr/>
          <p:nvPr/>
        </p:nvSpPr>
        <p:spPr>
          <a:xfrm>
            <a:off x="7265325" y="6105871"/>
            <a:ext cx="446400" cy="2481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700">
                <a:solidFill>
                  <a:srgbClr val="FFFFFF"/>
                </a:solidFill>
                <a:latin typeface="Malgun Gothic"/>
                <a:ea typeface="Malgun Gothic"/>
                <a:cs typeface="Malgun Gothic"/>
                <a:sym typeface="Malgun Gothic"/>
              </a:rPr>
              <a:t>승인</a:t>
            </a:r>
            <a:endParaRPr sz="400">
              <a:solidFill>
                <a:srgbClr val="FFFFFF"/>
              </a:solidFill>
              <a:latin typeface="Malgun Gothic"/>
              <a:ea typeface="Malgun Gothic"/>
              <a:cs typeface="Malgun Gothic"/>
              <a:sym typeface="Malgun Gothic"/>
            </a:endParaRPr>
          </a:p>
        </p:txBody>
      </p:sp>
      <p:sp>
        <p:nvSpPr>
          <p:cNvPr id="1368" name="Google Shape;1368;p61"/>
          <p:cNvSpPr txBox="1"/>
          <p:nvPr/>
        </p:nvSpPr>
        <p:spPr>
          <a:xfrm>
            <a:off x="1800175" y="1726375"/>
            <a:ext cx="38742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a:solidFill>
                  <a:schemeClr val="dk1"/>
                </a:solidFill>
                <a:latin typeface="Malgun Gothic"/>
                <a:ea typeface="Malgun Gothic"/>
                <a:cs typeface="Malgun Gothic"/>
                <a:sym typeface="Malgun Gothic"/>
              </a:rPr>
              <a:t>대구 남구 발달지원센터 담당자 정보</a:t>
            </a:r>
            <a:endParaRPr>
              <a:solidFill>
                <a:schemeClr val="dk1"/>
              </a:solidFill>
              <a:latin typeface="Malgun Gothic"/>
              <a:ea typeface="Malgun Gothic"/>
              <a:cs typeface="Malgun Gothic"/>
              <a:sym typeface="Malgun Gothic"/>
            </a:endParaRPr>
          </a:p>
        </p:txBody>
      </p:sp>
      <p:sp>
        <p:nvSpPr>
          <p:cNvPr id="1369" name="Google Shape;1369;p61"/>
          <p:cNvSpPr/>
          <p:nvPr/>
        </p:nvSpPr>
        <p:spPr>
          <a:xfrm>
            <a:off x="3336275" y="2116896"/>
            <a:ext cx="3432900" cy="42636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370" name="Google Shape;1370;p61"/>
          <p:cNvSpPr txBox="1"/>
          <p:nvPr/>
        </p:nvSpPr>
        <p:spPr>
          <a:xfrm>
            <a:off x="3653775" y="2322350"/>
            <a:ext cx="2859600" cy="47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2400">
                <a:solidFill>
                  <a:schemeClr val="dk1"/>
                </a:solidFill>
                <a:latin typeface="Malgun Gothic"/>
                <a:ea typeface="Malgun Gothic"/>
                <a:cs typeface="Malgun Gothic"/>
                <a:sym typeface="Malgun Gothic"/>
              </a:rPr>
              <a:t>담당자 정보 수정</a:t>
            </a:r>
            <a:endParaRPr sz="2400">
              <a:solidFill>
                <a:schemeClr val="dk1"/>
              </a:solidFill>
              <a:latin typeface="Malgun Gothic"/>
              <a:ea typeface="Malgun Gothic"/>
              <a:cs typeface="Malgun Gothic"/>
              <a:sym typeface="Malgun Gothic"/>
            </a:endParaRPr>
          </a:p>
        </p:txBody>
      </p:sp>
      <p:sp>
        <p:nvSpPr>
          <p:cNvPr id="1371" name="Google Shape;1371;p61"/>
          <p:cNvSpPr txBox="1"/>
          <p:nvPr/>
        </p:nvSpPr>
        <p:spPr>
          <a:xfrm>
            <a:off x="3498600" y="2917625"/>
            <a:ext cx="869700" cy="40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ko-KR" sz="1300">
                <a:solidFill>
                  <a:schemeClr val="dk1"/>
                </a:solidFill>
                <a:latin typeface="Malgun Gothic"/>
                <a:ea typeface="Malgun Gothic"/>
                <a:cs typeface="Malgun Gothic"/>
                <a:sym typeface="Malgun Gothic"/>
              </a:rPr>
              <a:t>아이디</a:t>
            </a:r>
            <a:endParaRPr b="1" sz="1300">
              <a:solidFill>
                <a:schemeClr val="dk1"/>
              </a:solidFill>
              <a:latin typeface="Malgun Gothic"/>
              <a:ea typeface="Malgun Gothic"/>
              <a:cs typeface="Malgun Gothic"/>
              <a:sym typeface="Malgun Gothic"/>
            </a:endParaRPr>
          </a:p>
        </p:txBody>
      </p:sp>
      <p:sp>
        <p:nvSpPr>
          <p:cNvPr id="1372" name="Google Shape;1372;p61"/>
          <p:cNvSpPr txBox="1"/>
          <p:nvPr/>
        </p:nvSpPr>
        <p:spPr>
          <a:xfrm>
            <a:off x="3531954" y="3347852"/>
            <a:ext cx="11538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300">
                <a:solidFill>
                  <a:schemeClr val="dk1"/>
                </a:solidFill>
                <a:latin typeface="Malgun Gothic"/>
                <a:ea typeface="Malgun Gothic"/>
                <a:cs typeface="Malgun Gothic"/>
                <a:sym typeface="Malgun Gothic"/>
              </a:rPr>
              <a:t>담당자명</a:t>
            </a:r>
            <a:endParaRPr b="1" sz="1300">
              <a:solidFill>
                <a:schemeClr val="dk1"/>
              </a:solidFill>
              <a:latin typeface="Malgun Gothic"/>
              <a:ea typeface="Malgun Gothic"/>
              <a:cs typeface="Malgun Gothic"/>
              <a:sym typeface="Malgun Gothic"/>
            </a:endParaRPr>
          </a:p>
        </p:txBody>
      </p:sp>
      <p:sp>
        <p:nvSpPr>
          <p:cNvPr id="1373" name="Google Shape;1373;p61"/>
          <p:cNvSpPr txBox="1"/>
          <p:nvPr/>
        </p:nvSpPr>
        <p:spPr>
          <a:xfrm>
            <a:off x="3531954" y="3873577"/>
            <a:ext cx="11538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300">
                <a:solidFill>
                  <a:schemeClr val="dk1"/>
                </a:solidFill>
                <a:latin typeface="Malgun Gothic"/>
                <a:ea typeface="Malgun Gothic"/>
                <a:cs typeface="Malgun Gothic"/>
                <a:sym typeface="Malgun Gothic"/>
              </a:rPr>
              <a:t>연락처</a:t>
            </a:r>
            <a:endParaRPr b="1" sz="1300">
              <a:solidFill>
                <a:schemeClr val="dk1"/>
              </a:solidFill>
              <a:latin typeface="Malgun Gothic"/>
              <a:ea typeface="Malgun Gothic"/>
              <a:cs typeface="Malgun Gothic"/>
              <a:sym typeface="Malgun Gothic"/>
            </a:endParaRPr>
          </a:p>
        </p:txBody>
      </p:sp>
      <p:sp>
        <p:nvSpPr>
          <p:cNvPr id="1374" name="Google Shape;1374;p61"/>
          <p:cNvSpPr txBox="1"/>
          <p:nvPr/>
        </p:nvSpPr>
        <p:spPr>
          <a:xfrm>
            <a:off x="3531954" y="4292173"/>
            <a:ext cx="11538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300">
                <a:solidFill>
                  <a:schemeClr val="dk1"/>
                </a:solidFill>
                <a:latin typeface="Malgun Gothic"/>
                <a:ea typeface="Malgun Gothic"/>
                <a:cs typeface="Malgun Gothic"/>
                <a:sym typeface="Malgun Gothic"/>
              </a:rPr>
              <a:t>이메일</a:t>
            </a:r>
            <a:endParaRPr b="1" sz="1300">
              <a:solidFill>
                <a:schemeClr val="dk1"/>
              </a:solidFill>
              <a:latin typeface="Malgun Gothic"/>
              <a:ea typeface="Malgun Gothic"/>
              <a:cs typeface="Malgun Gothic"/>
              <a:sym typeface="Malgun Gothic"/>
            </a:endParaRPr>
          </a:p>
        </p:txBody>
      </p:sp>
      <p:sp>
        <p:nvSpPr>
          <p:cNvPr id="1375" name="Google Shape;1375;p61"/>
          <p:cNvSpPr txBox="1"/>
          <p:nvPr/>
        </p:nvSpPr>
        <p:spPr>
          <a:xfrm>
            <a:off x="3498600" y="4615996"/>
            <a:ext cx="14505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500">
                <a:solidFill>
                  <a:schemeClr val="dk1"/>
                </a:solidFill>
                <a:latin typeface="Malgun Gothic"/>
                <a:ea typeface="Malgun Gothic"/>
                <a:cs typeface="Malgun Gothic"/>
                <a:sym typeface="Malgun Gothic"/>
              </a:rPr>
              <a:t>비밀번호변경</a:t>
            </a:r>
            <a:endParaRPr b="1" sz="1500">
              <a:solidFill>
                <a:schemeClr val="dk1"/>
              </a:solidFill>
              <a:latin typeface="Malgun Gothic"/>
              <a:ea typeface="Malgun Gothic"/>
              <a:cs typeface="Malgun Gothic"/>
              <a:sym typeface="Malgun Gothic"/>
            </a:endParaRPr>
          </a:p>
        </p:txBody>
      </p:sp>
      <p:sp>
        <p:nvSpPr>
          <p:cNvPr id="1376" name="Google Shape;1376;p61"/>
          <p:cNvSpPr txBox="1"/>
          <p:nvPr/>
        </p:nvSpPr>
        <p:spPr>
          <a:xfrm>
            <a:off x="3682988" y="4970294"/>
            <a:ext cx="14505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새비밀번호</a:t>
            </a:r>
            <a:endParaRPr sz="1000">
              <a:solidFill>
                <a:schemeClr val="dk1"/>
              </a:solidFill>
              <a:latin typeface="Malgun Gothic"/>
              <a:ea typeface="Malgun Gothic"/>
              <a:cs typeface="Malgun Gothic"/>
              <a:sym typeface="Malgun Gothic"/>
            </a:endParaRPr>
          </a:p>
        </p:txBody>
      </p:sp>
      <p:sp>
        <p:nvSpPr>
          <p:cNvPr id="1377" name="Google Shape;1377;p61"/>
          <p:cNvSpPr txBox="1"/>
          <p:nvPr/>
        </p:nvSpPr>
        <p:spPr>
          <a:xfrm>
            <a:off x="3549918" y="5218319"/>
            <a:ext cx="14505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00">
                <a:solidFill>
                  <a:schemeClr val="dk1"/>
                </a:solidFill>
                <a:latin typeface="Malgun Gothic"/>
                <a:ea typeface="Malgun Gothic"/>
                <a:cs typeface="Malgun Gothic"/>
                <a:sym typeface="Malgun Gothic"/>
              </a:rPr>
              <a:t>비밀번호 재확인</a:t>
            </a:r>
            <a:endParaRPr sz="1000">
              <a:solidFill>
                <a:schemeClr val="dk1"/>
              </a:solidFill>
              <a:latin typeface="Malgun Gothic"/>
              <a:ea typeface="Malgun Gothic"/>
              <a:cs typeface="Malgun Gothic"/>
              <a:sym typeface="Malgun Gothic"/>
            </a:endParaRPr>
          </a:p>
        </p:txBody>
      </p:sp>
      <p:sp>
        <p:nvSpPr>
          <p:cNvPr id="1378" name="Google Shape;1378;p61"/>
          <p:cNvSpPr/>
          <p:nvPr/>
        </p:nvSpPr>
        <p:spPr>
          <a:xfrm>
            <a:off x="4601350" y="2977175"/>
            <a:ext cx="2034000" cy="40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ko-KR" sz="900">
                <a:solidFill>
                  <a:schemeClr val="dk1"/>
                </a:solidFill>
              </a:rPr>
              <a:t>daeguWelfare_908</a:t>
            </a:r>
            <a:endParaRPr sz="1700">
              <a:latin typeface="Malgun Gothic"/>
              <a:ea typeface="Malgun Gothic"/>
              <a:cs typeface="Malgun Gothic"/>
              <a:sym typeface="Malgun Gothic"/>
            </a:endParaRPr>
          </a:p>
        </p:txBody>
      </p:sp>
      <p:sp>
        <p:nvSpPr>
          <p:cNvPr id="1379" name="Google Shape;1379;p61"/>
          <p:cNvSpPr/>
          <p:nvPr/>
        </p:nvSpPr>
        <p:spPr>
          <a:xfrm>
            <a:off x="4601350" y="3425375"/>
            <a:ext cx="2034000" cy="404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한예진</a:t>
            </a:r>
            <a:endParaRPr>
              <a:latin typeface="Malgun Gothic"/>
              <a:ea typeface="Malgun Gothic"/>
              <a:cs typeface="Malgun Gothic"/>
              <a:sym typeface="Malgun Gothic"/>
            </a:endParaRPr>
          </a:p>
        </p:txBody>
      </p:sp>
      <p:sp>
        <p:nvSpPr>
          <p:cNvPr id="1380" name="Google Shape;1380;p61"/>
          <p:cNvSpPr/>
          <p:nvPr/>
        </p:nvSpPr>
        <p:spPr>
          <a:xfrm>
            <a:off x="4601350" y="3880375"/>
            <a:ext cx="2034000" cy="404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ko-KR" sz="900">
                <a:solidFill>
                  <a:schemeClr val="dk1"/>
                </a:solidFill>
              </a:rPr>
              <a:t>010-6508-2941</a:t>
            </a:r>
            <a:endParaRPr sz="1700">
              <a:latin typeface="Malgun Gothic"/>
              <a:ea typeface="Malgun Gothic"/>
              <a:cs typeface="Malgun Gothic"/>
              <a:sym typeface="Malgun Gothic"/>
            </a:endParaRPr>
          </a:p>
        </p:txBody>
      </p:sp>
      <p:sp>
        <p:nvSpPr>
          <p:cNvPr id="1381" name="Google Shape;1381;p61"/>
          <p:cNvSpPr/>
          <p:nvPr/>
        </p:nvSpPr>
        <p:spPr>
          <a:xfrm>
            <a:off x="4601350" y="4335375"/>
            <a:ext cx="2034000" cy="310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ko-KR" sz="900">
                <a:solidFill>
                  <a:schemeClr val="dk1"/>
                </a:solidFill>
              </a:rPr>
              <a:t>yejin.han@dreamcare.or.kr</a:t>
            </a:r>
            <a:endParaRPr sz="1700">
              <a:latin typeface="Malgun Gothic"/>
              <a:ea typeface="Malgun Gothic"/>
              <a:cs typeface="Malgun Gothic"/>
              <a:sym typeface="Malgun Gothic"/>
            </a:endParaRPr>
          </a:p>
        </p:txBody>
      </p:sp>
      <p:sp>
        <p:nvSpPr>
          <p:cNvPr id="1382" name="Google Shape;1382;p61"/>
          <p:cNvSpPr/>
          <p:nvPr/>
        </p:nvSpPr>
        <p:spPr>
          <a:xfrm>
            <a:off x="4601350" y="5005543"/>
            <a:ext cx="2034000" cy="24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383" name="Google Shape;1383;p61"/>
          <p:cNvSpPr/>
          <p:nvPr/>
        </p:nvSpPr>
        <p:spPr>
          <a:xfrm>
            <a:off x="4601350" y="5277544"/>
            <a:ext cx="2034000" cy="24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384" name="Google Shape;1384;p61"/>
          <p:cNvSpPr/>
          <p:nvPr/>
        </p:nvSpPr>
        <p:spPr>
          <a:xfrm>
            <a:off x="4592667" y="5578848"/>
            <a:ext cx="1302600" cy="209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solidFill>
                  <a:schemeClr val="lt1"/>
                </a:solidFill>
                <a:latin typeface="Malgun Gothic"/>
                <a:ea typeface="Malgun Gothic"/>
                <a:cs typeface="Malgun Gothic"/>
                <a:sym typeface="Malgun Gothic"/>
              </a:rPr>
              <a:t>비밀번호 변경</a:t>
            </a:r>
            <a:endParaRPr sz="1200">
              <a:solidFill>
                <a:schemeClr val="lt1"/>
              </a:solidFill>
              <a:latin typeface="Malgun Gothic"/>
              <a:ea typeface="Malgun Gothic"/>
              <a:cs typeface="Malgun Gothic"/>
              <a:sym typeface="Malgun Gothic"/>
            </a:endParaRPr>
          </a:p>
        </p:txBody>
      </p:sp>
      <p:sp>
        <p:nvSpPr>
          <p:cNvPr id="1385" name="Google Shape;1385;p61"/>
          <p:cNvSpPr/>
          <p:nvPr/>
        </p:nvSpPr>
        <p:spPr>
          <a:xfrm>
            <a:off x="4407075" y="5897500"/>
            <a:ext cx="1267200" cy="4047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수정</a:t>
            </a:r>
            <a:endParaRPr>
              <a:solidFill>
                <a:schemeClr val="lt1"/>
              </a:solidFill>
              <a:latin typeface="Malgun Gothic"/>
              <a:ea typeface="Malgun Gothic"/>
              <a:cs typeface="Malgun Gothic"/>
              <a:sym typeface="Malgun Gothic"/>
            </a:endParaRPr>
          </a:p>
        </p:txBody>
      </p:sp>
      <p:sp>
        <p:nvSpPr>
          <p:cNvPr id="1386" name="Google Shape;1386;p61"/>
          <p:cNvSpPr/>
          <p:nvPr/>
        </p:nvSpPr>
        <p:spPr>
          <a:xfrm>
            <a:off x="3336275" y="21169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387" name="Google Shape;1387;p61"/>
          <p:cNvSpPr/>
          <p:nvPr/>
        </p:nvSpPr>
        <p:spPr>
          <a:xfrm>
            <a:off x="223833" y="3273003"/>
            <a:ext cx="1483401" cy="391800"/>
          </a:xfrm>
          <a:prstGeom prst="rect">
            <a:avLst/>
          </a:prstGeom>
          <a:solidFill>
            <a:schemeClr val="lt1"/>
          </a:soli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lang="ko-KR" sz="1200">
                <a:latin typeface="Malgun Gothic"/>
                <a:ea typeface="Malgun Gothic"/>
                <a:cs typeface="Malgun Gothic"/>
                <a:sym typeface="Malgun Gothic"/>
              </a:rPr>
              <a:t>사용승인</a:t>
            </a:r>
            <a:endParaRPr b="0" i="0" sz="1200" u="none" cap="none" strike="noStrike">
              <a:solidFill>
                <a:srgbClr val="000000"/>
              </a:solidFill>
              <a:latin typeface="Malgun Gothic"/>
              <a:ea typeface="Malgun Gothic"/>
              <a:cs typeface="Malgun Gothic"/>
              <a:sym typeface="Malgun Gothic"/>
            </a:endParaRPr>
          </a:p>
        </p:txBody>
      </p:sp>
      <p:sp>
        <p:nvSpPr>
          <p:cNvPr id="1388" name="Google Shape;1388;p61"/>
          <p:cNvSpPr/>
          <p:nvPr/>
        </p:nvSpPr>
        <p:spPr>
          <a:xfrm>
            <a:off x="178126" y="1453200"/>
            <a:ext cx="908214" cy="460800"/>
          </a:xfrm>
          <a:prstGeom prst="rect">
            <a:avLst/>
          </a:prstGeom>
          <a:solidFill>
            <a:schemeClr val="lt1"/>
          </a:soli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200" u="none" cap="none" strike="noStrike">
                <a:solidFill>
                  <a:srgbClr val="000000"/>
                </a:solidFill>
                <a:latin typeface="Malgun Gothic"/>
                <a:ea typeface="Malgun Gothic"/>
                <a:cs typeface="Malgun Gothic"/>
                <a:sym typeface="Malgun Gothic"/>
              </a:rPr>
              <a:t>상세 검색</a:t>
            </a:r>
            <a:endParaRPr b="0" i="0" sz="1200" u="none" cap="none" strike="noStrike">
              <a:solidFill>
                <a:srgbClr val="000000"/>
              </a:solidFill>
              <a:latin typeface="Malgun Gothic"/>
              <a:ea typeface="Malgun Gothic"/>
              <a:cs typeface="Malgun Gothic"/>
              <a:sym typeface="Malgun Gothic"/>
            </a:endParaRPr>
          </a:p>
        </p:txBody>
      </p:sp>
      <p:sp>
        <p:nvSpPr>
          <p:cNvPr id="1389" name="Google Shape;1389;p61"/>
          <p:cNvSpPr/>
          <p:nvPr/>
        </p:nvSpPr>
        <p:spPr>
          <a:xfrm>
            <a:off x="1086351" y="1529863"/>
            <a:ext cx="632100" cy="2613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b="0" i="0" lang="ko-KR" sz="1050" u="none" cap="none" strike="noStrike">
                <a:solidFill>
                  <a:srgbClr val="000000"/>
                </a:solidFill>
                <a:latin typeface="Malgun Gothic"/>
                <a:ea typeface="Malgun Gothic"/>
                <a:cs typeface="Malgun Gothic"/>
                <a:sym typeface="Malgun Gothic"/>
              </a:rPr>
              <a:t>초기화</a:t>
            </a:r>
            <a:endParaRPr b="0" i="0" sz="1050" u="none" cap="none" strike="noStrike">
              <a:solidFill>
                <a:srgbClr val="000000"/>
              </a:solidFill>
              <a:latin typeface="Malgun Gothic"/>
              <a:ea typeface="Malgun Gothic"/>
              <a:cs typeface="Malgun Gothic"/>
              <a:sym typeface="Malgun Gothic"/>
            </a:endParaRPr>
          </a:p>
        </p:txBody>
      </p:sp>
      <p:sp>
        <p:nvSpPr>
          <p:cNvPr id="1390" name="Google Shape;1390;p61"/>
          <p:cNvSpPr/>
          <p:nvPr/>
        </p:nvSpPr>
        <p:spPr>
          <a:xfrm>
            <a:off x="261339" y="1937778"/>
            <a:ext cx="1408405" cy="4608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lang="ko-KR" sz="1100">
                <a:latin typeface="Malgun Gothic"/>
                <a:ea typeface="Malgun Gothic"/>
                <a:cs typeface="Malgun Gothic"/>
                <a:sym typeface="Malgun Gothic"/>
              </a:rPr>
              <a:t>담당자명          ▼</a:t>
            </a:r>
            <a:endParaRPr b="0" i="0" sz="1100" u="none" cap="none" strike="noStrike">
              <a:solidFill>
                <a:srgbClr val="000000"/>
              </a:solidFill>
              <a:latin typeface="Malgun Gothic"/>
              <a:ea typeface="Malgun Gothic"/>
              <a:cs typeface="Malgun Gothic"/>
              <a:sym typeface="Malgun Gothic"/>
            </a:endParaRPr>
          </a:p>
        </p:txBody>
      </p:sp>
      <p:sp>
        <p:nvSpPr>
          <p:cNvPr id="1391" name="Google Shape;1391;p61"/>
          <p:cNvSpPr/>
          <p:nvPr/>
        </p:nvSpPr>
        <p:spPr>
          <a:xfrm>
            <a:off x="261339" y="2474814"/>
            <a:ext cx="1408405" cy="39180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rPr lang="ko-KR" sz="1100">
                <a:solidFill>
                  <a:schemeClr val="lt2"/>
                </a:solidFill>
                <a:latin typeface="Malgun Gothic"/>
                <a:ea typeface="Malgun Gothic"/>
                <a:cs typeface="Malgun Gothic"/>
                <a:sym typeface="Malgun Gothic"/>
              </a:rPr>
              <a:t>검색어</a:t>
            </a:r>
            <a:r>
              <a:rPr lang="ko-KR" sz="1100">
                <a:solidFill>
                  <a:schemeClr val="lt2"/>
                </a:solidFill>
                <a:latin typeface="Malgun Gothic"/>
                <a:ea typeface="Malgun Gothic"/>
                <a:cs typeface="Malgun Gothic"/>
                <a:sym typeface="Malgun Gothic"/>
              </a:rPr>
              <a:t> 입력</a:t>
            </a:r>
            <a:endParaRPr b="0" i="0" sz="1100" u="none" cap="none" strike="noStrike">
              <a:solidFill>
                <a:schemeClr val="lt2"/>
              </a:solidFill>
              <a:latin typeface="Malgun Gothic"/>
              <a:ea typeface="Malgun Gothic"/>
              <a:cs typeface="Malgun Gothic"/>
              <a:sym typeface="Malgun Gothic"/>
            </a:endParaRPr>
          </a:p>
        </p:txBody>
      </p:sp>
      <p:sp>
        <p:nvSpPr>
          <p:cNvPr id="1392" name="Google Shape;1392;p61"/>
          <p:cNvSpPr/>
          <p:nvPr/>
        </p:nvSpPr>
        <p:spPr>
          <a:xfrm>
            <a:off x="261352" y="3686625"/>
            <a:ext cx="446499" cy="2094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b="0" i="0" lang="ko-KR" sz="850" u="none" cap="none" strike="noStrike">
                <a:solidFill>
                  <a:srgbClr val="000000"/>
                </a:solidFill>
                <a:latin typeface="Malgun Gothic"/>
                <a:ea typeface="Malgun Gothic"/>
                <a:cs typeface="Malgun Gothic"/>
                <a:sym typeface="Malgun Gothic"/>
              </a:rPr>
              <a:t>전체</a:t>
            </a:r>
            <a:endParaRPr b="0" i="0" sz="850" u="none" cap="none" strike="noStrike">
              <a:solidFill>
                <a:srgbClr val="000000"/>
              </a:solidFill>
              <a:latin typeface="Malgun Gothic"/>
              <a:ea typeface="Malgun Gothic"/>
              <a:cs typeface="Malgun Gothic"/>
              <a:sym typeface="Malgun Gothic"/>
            </a:endParaRPr>
          </a:p>
        </p:txBody>
      </p:sp>
      <p:sp>
        <p:nvSpPr>
          <p:cNvPr id="1393" name="Google Shape;1393;p61"/>
          <p:cNvSpPr/>
          <p:nvPr/>
        </p:nvSpPr>
        <p:spPr>
          <a:xfrm>
            <a:off x="261349" y="4260379"/>
            <a:ext cx="1408500" cy="460800"/>
          </a:xfrm>
          <a:prstGeom prst="rect">
            <a:avLst/>
          </a:prstGeom>
          <a:solidFill>
            <a:schemeClr val="accent6"/>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b="0" i="0" lang="ko-KR" sz="1400" u="none" cap="none" strike="noStrike">
                <a:solidFill>
                  <a:schemeClr val="lt1"/>
                </a:solidFill>
                <a:latin typeface="Malgun Gothic"/>
                <a:ea typeface="Malgun Gothic"/>
                <a:cs typeface="Malgun Gothic"/>
                <a:sym typeface="Malgun Gothic"/>
              </a:rPr>
              <a:t>검색</a:t>
            </a:r>
            <a:endParaRPr b="0" i="0" sz="1400" u="none" cap="none" strike="noStrike">
              <a:solidFill>
                <a:schemeClr val="lt1"/>
              </a:solidFill>
              <a:latin typeface="Malgun Gothic"/>
              <a:ea typeface="Malgun Gothic"/>
              <a:cs typeface="Malgun Gothic"/>
              <a:sym typeface="Malgun Gothic"/>
            </a:endParaRPr>
          </a:p>
        </p:txBody>
      </p:sp>
      <p:sp>
        <p:nvSpPr>
          <p:cNvPr id="1394" name="Google Shape;1394;p61"/>
          <p:cNvSpPr/>
          <p:nvPr/>
        </p:nvSpPr>
        <p:spPr>
          <a:xfrm>
            <a:off x="708164" y="3686623"/>
            <a:ext cx="446499" cy="2094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lang="ko-KR" sz="850">
                <a:latin typeface="Malgun Gothic"/>
                <a:ea typeface="Malgun Gothic"/>
                <a:cs typeface="Malgun Gothic"/>
                <a:sym typeface="Malgun Gothic"/>
              </a:rPr>
              <a:t>승인</a:t>
            </a:r>
            <a:endParaRPr b="0" i="0" sz="850" u="none" cap="none" strike="noStrike">
              <a:solidFill>
                <a:srgbClr val="000000"/>
              </a:solidFill>
              <a:latin typeface="Malgun Gothic"/>
              <a:ea typeface="Malgun Gothic"/>
              <a:cs typeface="Malgun Gothic"/>
              <a:sym typeface="Malgun Gothic"/>
            </a:endParaRPr>
          </a:p>
        </p:txBody>
      </p:sp>
      <p:sp>
        <p:nvSpPr>
          <p:cNvPr id="1395" name="Google Shape;1395;p61"/>
          <p:cNvSpPr/>
          <p:nvPr/>
        </p:nvSpPr>
        <p:spPr>
          <a:xfrm>
            <a:off x="1182219" y="3686624"/>
            <a:ext cx="557145" cy="2094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88900" lIns="90000" spcFirstLastPara="1" rIns="90000" wrap="square" tIns="88900">
            <a:noAutofit/>
          </a:bodyPr>
          <a:lstStyle/>
          <a:p>
            <a:pPr indent="0" lvl="0" marL="0" marR="0" rtl="0" algn="ctr">
              <a:lnSpc>
                <a:spcPct val="100000"/>
              </a:lnSpc>
              <a:spcBef>
                <a:spcPts val="0"/>
              </a:spcBef>
              <a:spcAft>
                <a:spcPts val="0"/>
              </a:spcAft>
              <a:buNone/>
            </a:pPr>
            <a:r>
              <a:rPr lang="ko-KR" sz="850">
                <a:latin typeface="Malgun Gothic"/>
                <a:ea typeface="Malgun Gothic"/>
                <a:cs typeface="Malgun Gothic"/>
                <a:sym typeface="Malgun Gothic"/>
              </a:rPr>
              <a:t>대기</a:t>
            </a:r>
            <a:endParaRPr b="0" i="0" sz="850" u="none" cap="none" strike="noStrike">
              <a:solidFill>
                <a:srgbClr val="000000"/>
              </a:solidFill>
              <a:latin typeface="Malgun Gothic"/>
              <a:ea typeface="Malgun Gothic"/>
              <a:cs typeface="Malgun Gothic"/>
              <a:sym typeface="Malgun Gothic"/>
            </a:endParaRPr>
          </a:p>
        </p:txBody>
      </p:sp>
      <p:grpSp>
        <p:nvGrpSpPr>
          <p:cNvPr id="1396" name="Google Shape;1396;p61"/>
          <p:cNvGrpSpPr/>
          <p:nvPr/>
        </p:nvGrpSpPr>
        <p:grpSpPr>
          <a:xfrm>
            <a:off x="178125" y="740950"/>
            <a:ext cx="8239800" cy="642300"/>
            <a:chOff x="178125" y="740950"/>
            <a:chExt cx="8239800" cy="642300"/>
          </a:xfrm>
        </p:grpSpPr>
        <p:sp>
          <p:nvSpPr>
            <p:cNvPr id="1397" name="Google Shape;1397;p61"/>
            <p:cNvSpPr/>
            <p:nvPr/>
          </p:nvSpPr>
          <p:spPr>
            <a:xfrm>
              <a:off x="178125" y="740950"/>
              <a:ext cx="8239800" cy="642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398" name="Google Shape;1398;p61"/>
            <p:cNvSpPr/>
            <p:nvPr/>
          </p:nvSpPr>
          <p:spPr>
            <a:xfrm>
              <a:off x="309950" y="831700"/>
              <a:ext cx="13026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사이트명</a:t>
              </a:r>
              <a:endParaRPr b="0" i="0" sz="1400" u="none" cap="none" strike="noStrike">
                <a:solidFill>
                  <a:srgbClr val="000000"/>
                </a:solidFill>
                <a:latin typeface="Malgun Gothic"/>
                <a:ea typeface="Malgun Gothic"/>
                <a:cs typeface="Malgun Gothic"/>
                <a:sym typeface="Malgun Gothic"/>
              </a:endParaRPr>
            </a:p>
          </p:txBody>
        </p:sp>
        <p:sp>
          <p:nvSpPr>
            <p:cNvPr id="1399" name="Google Shape;1399;p61"/>
            <p:cNvSpPr/>
            <p:nvPr/>
          </p:nvSpPr>
          <p:spPr>
            <a:xfrm>
              <a:off x="1641960" y="831700"/>
              <a:ext cx="13026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승인요청목록</a:t>
              </a:r>
              <a:endParaRPr b="0" i="0" sz="1400" u="none" cap="none" strike="noStrike">
                <a:solidFill>
                  <a:srgbClr val="000000"/>
                </a:solidFill>
                <a:latin typeface="Malgun Gothic"/>
                <a:ea typeface="Malgun Gothic"/>
                <a:cs typeface="Malgun Gothic"/>
                <a:sym typeface="Malgun Gothic"/>
              </a:endParaRPr>
            </a:p>
          </p:txBody>
        </p:sp>
        <p:sp>
          <p:nvSpPr>
            <p:cNvPr id="1400" name="Google Shape;1400;p61"/>
            <p:cNvSpPr/>
            <p:nvPr/>
          </p:nvSpPr>
          <p:spPr>
            <a:xfrm>
              <a:off x="2974693" y="831700"/>
              <a:ext cx="1153800" cy="4608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담당자 관리</a:t>
              </a:r>
              <a:endParaRPr b="0" i="0" sz="1400" u="none" cap="none" strike="noStrike">
                <a:solidFill>
                  <a:srgbClr val="000000"/>
                </a:solidFill>
                <a:latin typeface="Malgun Gothic"/>
                <a:ea typeface="Malgun Gothic"/>
                <a:cs typeface="Malgun Gothic"/>
                <a:sym typeface="Malgun Gothic"/>
              </a:endParaRPr>
            </a:p>
          </p:txBody>
        </p:sp>
        <p:sp>
          <p:nvSpPr>
            <p:cNvPr id="1401" name="Google Shape;1401;p61"/>
            <p:cNvSpPr/>
            <p:nvPr/>
          </p:nvSpPr>
          <p:spPr>
            <a:xfrm>
              <a:off x="4150070" y="838575"/>
              <a:ext cx="12672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일반회원관리</a:t>
              </a:r>
              <a:endParaRPr b="0" i="0" sz="1400" u="none" cap="none" strike="noStrike">
                <a:solidFill>
                  <a:srgbClr val="000000"/>
                </a:solidFill>
                <a:latin typeface="Malgun Gothic"/>
                <a:ea typeface="Malgun Gothic"/>
                <a:cs typeface="Malgun Gothic"/>
                <a:sym typeface="Malgun Gothic"/>
              </a:endParaRPr>
            </a:p>
          </p:txBody>
        </p:sp>
        <p:sp>
          <p:nvSpPr>
            <p:cNvPr id="1402" name="Google Shape;1402;p61"/>
            <p:cNvSpPr/>
            <p:nvPr/>
          </p:nvSpPr>
          <p:spPr>
            <a:xfrm>
              <a:off x="6114283" y="871047"/>
              <a:ext cx="1223100" cy="4047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마이페이지</a:t>
              </a:r>
              <a:endParaRPr b="0" i="0" sz="1400" u="none" cap="none" strike="noStrike">
                <a:solidFill>
                  <a:srgbClr val="000000"/>
                </a:solidFill>
                <a:latin typeface="Malgun Gothic"/>
                <a:ea typeface="Malgun Gothic"/>
                <a:cs typeface="Malgun Gothic"/>
                <a:sym typeface="Malgun Gothic"/>
              </a:endParaRPr>
            </a:p>
          </p:txBody>
        </p:sp>
        <p:sp>
          <p:nvSpPr>
            <p:cNvPr id="1403" name="Google Shape;1403;p61"/>
            <p:cNvSpPr/>
            <p:nvPr/>
          </p:nvSpPr>
          <p:spPr>
            <a:xfrm>
              <a:off x="7426675" y="866625"/>
              <a:ext cx="908100" cy="4047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로그아웃</a:t>
              </a:r>
              <a:endParaRPr b="0" i="0" sz="1400" u="none" cap="none" strike="noStrike">
                <a:solidFill>
                  <a:srgbClr val="000000"/>
                </a:solidFill>
                <a:latin typeface="Malgun Gothic"/>
                <a:ea typeface="Malgun Gothic"/>
                <a:cs typeface="Malgun Gothic"/>
                <a:sym typeface="Malgun Gothic"/>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graphicFrame>
        <p:nvGraphicFramePr>
          <p:cNvPr id="1409" name="Google Shape;1409;p62"/>
          <p:cNvGraphicFramePr/>
          <p:nvPr/>
        </p:nvGraphicFramePr>
        <p:xfrm>
          <a:off x="91988" y="46177"/>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view-049</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기관</a:t>
                      </a:r>
                      <a:r>
                        <a:rPr lang="ko-KR"/>
                        <a:t>관리</a:t>
                      </a:r>
                      <a:r>
                        <a:rPr lang="ko-KR"/>
                        <a:t>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시스템관리자가 기관을 </a:t>
                      </a:r>
                      <a:r>
                        <a:rPr lang="ko-KR"/>
                        <a:t>관리</a:t>
                      </a:r>
                      <a:r>
                        <a:rPr lang="ko-KR"/>
                        <a:t>하는 페이지</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시스템관리자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각 기관들의 정보(기관명, 주소, 연락처, 이메일, 가입일, 운영여부)를 조회.</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삭제할 대상을 체크하는 체크박스</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기관 등록/수정 modal 창 출력. (기관수정)</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페이징</a:t>
                      </a:r>
                      <a:endParaRPr sz="1000">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기관 등록/수정 modal 창 출력 (기관 등록)</a:t>
                      </a:r>
                      <a:endParaRPr sz="1000" u="none" cap="none" strike="noStrike">
                        <a:solidFill>
                          <a:srgbClr val="2F5496"/>
                        </a:solidFill>
                      </a:endParaRPr>
                    </a:p>
                    <a:p>
                      <a:pPr indent="-292100" lvl="0" marL="457200" marR="0" rtl="0" algn="l">
                        <a:spcBef>
                          <a:spcPts val="0"/>
                        </a:spcBef>
                        <a:spcAft>
                          <a:spcPts val="0"/>
                        </a:spcAft>
                        <a:buClr>
                          <a:srgbClr val="2F5496"/>
                        </a:buClr>
                        <a:buSzPts val="1000"/>
                        <a:buAutoNum type="arabicPeriod"/>
                      </a:pPr>
                      <a:r>
                        <a:rPr lang="ko-KR" sz="1000">
                          <a:solidFill>
                            <a:srgbClr val="2F5496"/>
                          </a:solidFill>
                        </a:rPr>
                        <a:t>체크된 기관 삭제</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marR="0" rtl="0" algn="l">
                        <a:spcBef>
                          <a:spcPts val="0"/>
                        </a:spcBef>
                        <a:spcAft>
                          <a:spcPts val="0"/>
                        </a:spcAft>
                        <a:buClr>
                          <a:srgbClr val="2F5496"/>
                        </a:buClr>
                        <a:buSzPts val="1000"/>
                        <a:buChar char="-"/>
                      </a:pPr>
                      <a:r>
                        <a:rPr lang="ko-KR" sz="1000">
                          <a:solidFill>
                            <a:srgbClr val="2F5496"/>
                          </a:solidFill>
                        </a:rPr>
                        <a:t>삭제버튼은 기본적으로 비활성화 상태이며, 체크된 항목이 1건 이상 존재할 경우 버튼이 활성화된다.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1410" name="Google Shape;1410;p62"/>
          <p:cNvGraphicFramePr/>
          <p:nvPr/>
        </p:nvGraphicFramePr>
        <p:xfrm>
          <a:off x="204900" y="1711044"/>
          <a:ext cx="3000000" cy="3000000"/>
        </p:xfrm>
        <a:graphic>
          <a:graphicData uri="http://schemas.openxmlformats.org/drawingml/2006/table">
            <a:tbl>
              <a:tblPr>
                <a:noFill/>
                <a:tableStyleId>{DABC0C2F-476B-403E-9239-0B67E1F473CF}</a:tableStyleId>
              </a:tblPr>
              <a:tblGrid>
                <a:gridCol w="369650"/>
                <a:gridCol w="466450"/>
                <a:gridCol w="660125"/>
                <a:gridCol w="906525"/>
                <a:gridCol w="766750"/>
                <a:gridCol w="1148400"/>
                <a:gridCol w="1095575"/>
                <a:gridCol w="1095650"/>
                <a:gridCol w="799450"/>
                <a:gridCol w="944850"/>
              </a:tblGrid>
              <a:tr h="316450">
                <a:tc>
                  <a:txBody>
                    <a:bodyPr/>
                    <a:lstStyle/>
                    <a:p>
                      <a:pPr indent="0" lvl="0" marL="0" rtl="0" algn="ctr">
                        <a:spcBef>
                          <a:spcPts val="0"/>
                        </a:spcBef>
                        <a:spcAft>
                          <a:spcPts val="0"/>
                        </a:spcAft>
                        <a:buNone/>
                      </a:pPr>
                      <a:r>
                        <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번호</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기관명</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주소</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연락처</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이메일</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가입일</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종료일</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운영</a:t>
                      </a:r>
                      <a:endParaRPr>
                        <a:solidFill>
                          <a:schemeClr val="lt1"/>
                        </a:solidFill>
                      </a:endParaRPr>
                    </a:p>
                    <a:p>
                      <a:pPr indent="0" lvl="0" marL="0" rtl="0" algn="ctr">
                        <a:spcBef>
                          <a:spcPts val="0"/>
                        </a:spcBef>
                        <a:spcAft>
                          <a:spcPts val="0"/>
                        </a:spcAft>
                        <a:buNone/>
                      </a:pPr>
                      <a:r>
                        <a:rPr lang="ko-KR">
                          <a:solidFill>
                            <a:schemeClr val="lt1"/>
                          </a:solidFill>
                        </a:rPr>
                        <a:t>여부</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수정</a:t>
                      </a:r>
                      <a:endParaRPr>
                        <a:solidFill>
                          <a:schemeClr val="lt1"/>
                        </a:solidFill>
                      </a:endParaRPr>
                    </a:p>
                  </a:txBody>
                  <a:tcPr marT="91425" marB="91425" marR="91425" marL="91425" anchor="ctr">
                    <a:solidFill>
                      <a:schemeClr val="accent5"/>
                    </a:solidFill>
                  </a:tcPr>
                </a:tc>
              </a:tr>
              <a:tr h="38100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rPr lang="ko-KR"/>
                        <a:t>1</a:t>
                      </a:r>
                      <a:endParaRPr/>
                    </a:p>
                  </a:txBody>
                  <a:tcPr marT="91425" marB="91425" marR="91425" marL="91425" anchor="ctr"/>
                </a:tc>
                <a:tc>
                  <a:txBody>
                    <a:bodyPr/>
                    <a:lstStyle/>
                    <a:p>
                      <a:pPr indent="0" lvl="0" marL="0" rtl="0" algn="ctr">
                        <a:spcBef>
                          <a:spcPts val="0"/>
                        </a:spcBef>
                        <a:spcAft>
                          <a:spcPts val="0"/>
                        </a:spcAft>
                        <a:buNone/>
                      </a:pPr>
                      <a:r>
                        <a:rPr lang="ko-KR"/>
                        <a:t>기관 A</a:t>
                      </a:r>
                      <a:endParaRPr/>
                    </a:p>
                  </a:txBody>
                  <a:tcPr marT="91425" marB="91425" marR="91425" marL="91425" anchor="ctr"/>
                </a:tc>
                <a:tc>
                  <a:txBody>
                    <a:bodyPr/>
                    <a:lstStyle/>
                    <a:p>
                      <a:pPr indent="0" lvl="0" marL="0" rtl="0" algn="ctr">
                        <a:spcBef>
                          <a:spcPts val="0"/>
                        </a:spcBef>
                        <a:spcAft>
                          <a:spcPts val="0"/>
                        </a:spcAft>
                        <a:buNone/>
                      </a:pPr>
                      <a:r>
                        <a:rPr lang="ko-KR"/>
                        <a:t>1234</a:t>
                      </a:r>
                      <a:endParaRPr/>
                    </a:p>
                  </a:txBody>
                  <a:tcPr marT="91425" marB="91425" marR="91425" marL="91425" anchor="ctr"/>
                </a:tc>
                <a:tc>
                  <a:txBody>
                    <a:bodyPr/>
                    <a:lstStyle/>
                    <a:p>
                      <a:pPr indent="0" lvl="0" marL="0" rtl="0" algn="ctr">
                        <a:spcBef>
                          <a:spcPts val="0"/>
                        </a:spcBef>
                        <a:spcAft>
                          <a:spcPts val="0"/>
                        </a:spcAft>
                        <a:buNone/>
                      </a:pPr>
                      <a:r>
                        <a:rPr lang="ko-KR"/>
                        <a:t>123</a:t>
                      </a:r>
                      <a:endParaRPr/>
                    </a:p>
                  </a:txBody>
                  <a:tcPr marT="91425" marB="91425" marR="91425" marL="91425" anchor="ctr"/>
                </a:tc>
                <a:tc>
                  <a:txBody>
                    <a:bodyPr/>
                    <a:lstStyle/>
                    <a:p>
                      <a:pPr indent="0" lvl="0" marL="0" rtl="0" algn="ctr">
                        <a:spcBef>
                          <a:spcPts val="0"/>
                        </a:spcBef>
                        <a:spcAft>
                          <a:spcPts val="0"/>
                        </a:spcAft>
                        <a:buNone/>
                      </a:pPr>
                      <a:r>
                        <a:rPr lang="ko-KR"/>
                        <a:t>11@111.111</a:t>
                      </a:r>
                      <a:endParaRPr/>
                    </a:p>
                  </a:txBody>
                  <a:tcPr marT="91425" marB="91425" marR="91425" marL="91425" anchor="ctr"/>
                </a:tc>
                <a:tc>
                  <a:txBody>
                    <a:bodyPr/>
                    <a:lstStyle/>
                    <a:p>
                      <a:pPr indent="0" lvl="0" marL="0" rtl="0" algn="ctr">
                        <a:spcBef>
                          <a:spcPts val="0"/>
                        </a:spcBef>
                        <a:spcAft>
                          <a:spcPts val="0"/>
                        </a:spcAft>
                        <a:buNone/>
                      </a:pPr>
                      <a:r>
                        <a:rPr lang="ko-KR"/>
                        <a:t>2020.01.01</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a:solidFill>
                            <a:schemeClr val="dk1"/>
                          </a:solidFill>
                        </a:rPr>
                        <a:t>2029.01.01</a:t>
                      </a:r>
                      <a:endParaRPr/>
                    </a:p>
                  </a:txBody>
                  <a:tcPr marT="91425" marB="91425" marR="91425" marL="91425" anchor="ctr"/>
                </a:tc>
                <a:tc>
                  <a:txBody>
                    <a:bodyPr/>
                    <a:lstStyle/>
                    <a:p>
                      <a:pPr indent="0" lvl="0" marL="0" rtl="0" algn="ctr">
                        <a:spcBef>
                          <a:spcPts val="0"/>
                        </a:spcBef>
                        <a:spcAft>
                          <a:spcPts val="0"/>
                        </a:spcAft>
                        <a:buNone/>
                      </a:pPr>
                      <a:r>
                        <a:rPr lang="ko-KR"/>
                        <a:t>운영</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rPr lang="ko-KR"/>
                        <a:t>2</a:t>
                      </a:r>
                      <a:endParaRPr/>
                    </a:p>
                  </a:txBody>
                  <a:tcPr marT="91425" marB="91425" marR="91425" marL="91425" anchor="ctr"/>
                </a:tc>
                <a:tc>
                  <a:txBody>
                    <a:bodyPr/>
                    <a:lstStyle/>
                    <a:p>
                      <a:pPr indent="0" lvl="0" marL="0" rtl="0" algn="ctr">
                        <a:spcBef>
                          <a:spcPts val="0"/>
                        </a:spcBef>
                        <a:spcAft>
                          <a:spcPts val="0"/>
                        </a:spcAft>
                        <a:buNone/>
                      </a:pPr>
                      <a:r>
                        <a:rPr lang="ko-KR"/>
                        <a:t>기관 B</a:t>
                      </a:r>
                      <a:endParaRPr/>
                    </a:p>
                  </a:txBody>
                  <a:tcPr marT="91425" marB="91425" marR="91425" marL="91425" anchor="ctr"/>
                </a:tc>
                <a:tc>
                  <a:txBody>
                    <a:bodyPr/>
                    <a:lstStyle/>
                    <a:p>
                      <a:pPr indent="0" lvl="0" marL="0" rtl="0" algn="ctr">
                        <a:spcBef>
                          <a:spcPts val="0"/>
                        </a:spcBef>
                        <a:spcAft>
                          <a:spcPts val="0"/>
                        </a:spcAft>
                        <a:buNone/>
                      </a:pPr>
                      <a:r>
                        <a:rPr lang="ko-KR"/>
                        <a:t>5678</a:t>
                      </a:r>
                      <a:endParaRPr/>
                    </a:p>
                  </a:txBody>
                  <a:tcPr marT="91425" marB="91425" marR="91425" marL="91425" anchor="ctr"/>
                </a:tc>
                <a:tc>
                  <a:txBody>
                    <a:bodyPr/>
                    <a:lstStyle/>
                    <a:p>
                      <a:pPr indent="0" lvl="0" marL="0" rtl="0" algn="ctr">
                        <a:spcBef>
                          <a:spcPts val="0"/>
                        </a:spcBef>
                        <a:spcAft>
                          <a:spcPts val="0"/>
                        </a:spcAft>
                        <a:buNone/>
                      </a:pPr>
                      <a:r>
                        <a:rPr lang="ko-KR"/>
                        <a:t>456</a:t>
                      </a:r>
                      <a:endParaRPr/>
                    </a:p>
                  </a:txBody>
                  <a:tcPr marT="91425" marB="91425" marR="91425" marL="91425" anchor="ctr"/>
                </a:tc>
                <a:tc>
                  <a:txBody>
                    <a:bodyPr/>
                    <a:lstStyle/>
                    <a:p>
                      <a:pPr indent="0" lvl="0" marL="0" rtl="0" algn="ctr">
                        <a:spcBef>
                          <a:spcPts val="0"/>
                        </a:spcBef>
                        <a:spcAft>
                          <a:spcPts val="0"/>
                        </a:spcAft>
                        <a:buNone/>
                      </a:pPr>
                      <a:r>
                        <a:rPr lang="ko-KR"/>
                        <a:t>aa@bbb.ccc</a:t>
                      </a:r>
                      <a:endParaRPr/>
                    </a:p>
                  </a:txBody>
                  <a:tcPr marT="91425" marB="91425" marR="91425" marL="91425" anchor="ctr"/>
                </a:tc>
                <a:tc>
                  <a:txBody>
                    <a:bodyPr/>
                    <a:lstStyle/>
                    <a:p>
                      <a:pPr indent="0" lvl="0" marL="0" rtl="0" algn="ctr">
                        <a:spcBef>
                          <a:spcPts val="0"/>
                        </a:spcBef>
                        <a:spcAft>
                          <a:spcPts val="0"/>
                        </a:spcAft>
                        <a:buNone/>
                      </a:pPr>
                      <a:r>
                        <a:rPr lang="ko-KR"/>
                        <a:t>2020.01.02</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a:solidFill>
                            <a:schemeClr val="dk1"/>
                          </a:solidFill>
                        </a:rPr>
                        <a:t>2029.01.01</a:t>
                      </a:r>
                      <a:endParaRPr/>
                    </a:p>
                  </a:txBody>
                  <a:tcPr marT="91425" marB="91425" marR="91425" marL="91425" anchor="ctr"/>
                </a:tc>
                <a:tc>
                  <a:txBody>
                    <a:bodyPr/>
                    <a:lstStyle/>
                    <a:p>
                      <a:pPr indent="0" lvl="0" marL="0" rtl="0" algn="ctr">
                        <a:spcBef>
                          <a:spcPts val="0"/>
                        </a:spcBef>
                        <a:spcAft>
                          <a:spcPts val="0"/>
                        </a:spcAft>
                        <a:buNone/>
                      </a:pPr>
                      <a:r>
                        <a:rPr lang="ko-KR"/>
                        <a:t>운영</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rPr lang="ko-KR"/>
                        <a:t>3</a:t>
                      </a:r>
                      <a:endParaRPr/>
                    </a:p>
                  </a:txBody>
                  <a:tcPr marT="91425" marB="91425" marR="91425" marL="91425" anchor="ctr"/>
                </a:tc>
                <a:tc>
                  <a:txBody>
                    <a:bodyPr/>
                    <a:lstStyle/>
                    <a:p>
                      <a:pPr indent="0" lvl="0" marL="0" rtl="0" algn="ctr">
                        <a:spcBef>
                          <a:spcPts val="0"/>
                        </a:spcBef>
                        <a:spcAft>
                          <a:spcPts val="0"/>
                        </a:spcAft>
                        <a:buNone/>
                      </a:pPr>
                      <a:r>
                        <a:rPr lang="ko-KR"/>
                        <a:t>기관 C</a:t>
                      </a:r>
                      <a:endParaRPr/>
                    </a:p>
                  </a:txBody>
                  <a:tcPr marT="91425" marB="91425" marR="91425" marL="91425" anchor="ctr"/>
                </a:tc>
                <a:tc>
                  <a:txBody>
                    <a:bodyPr/>
                    <a:lstStyle/>
                    <a:p>
                      <a:pPr indent="0" lvl="0" marL="0" rtl="0" algn="ctr">
                        <a:spcBef>
                          <a:spcPts val="0"/>
                        </a:spcBef>
                        <a:spcAft>
                          <a:spcPts val="0"/>
                        </a:spcAft>
                        <a:buNone/>
                      </a:pPr>
                      <a:r>
                        <a:rPr lang="ko-KR"/>
                        <a:t>9012</a:t>
                      </a:r>
                      <a:endParaRPr/>
                    </a:p>
                  </a:txBody>
                  <a:tcPr marT="91425" marB="91425" marR="91425" marL="91425" anchor="ctr"/>
                </a:tc>
                <a:tc>
                  <a:txBody>
                    <a:bodyPr/>
                    <a:lstStyle/>
                    <a:p>
                      <a:pPr indent="0" lvl="0" marL="0" rtl="0" algn="ctr">
                        <a:spcBef>
                          <a:spcPts val="0"/>
                        </a:spcBef>
                        <a:spcAft>
                          <a:spcPts val="0"/>
                        </a:spcAft>
                        <a:buNone/>
                      </a:pPr>
                      <a:r>
                        <a:rPr lang="ko-KR"/>
                        <a:t>789</a:t>
                      </a:r>
                      <a:endParaRPr/>
                    </a:p>
                  </a:txBody>
                  <a:tcPr marT="91425" marB="91425" marR="91425" marL="91425" anchor="ctr"/>
                </a:tc>
                <a:tc>
                  <a:txBody>
                    <a:bodyPr/>
                    <a:lstStyle/>
                    <a:p>
                      <a:pPr indent="0" lvl="0" marL="0" rtl="0" algn="ctr">
                        <a:spcBef>
                          <a:spcPts val="0"/>
                        </a:spcBef>
                        <a:spcAft>
                          <a:spcPts val="0"/>
                        </a:spcAft>
                        <a:buNone/>
                      </a:pPr>
                      <a:r>
                        <a:rPr lang="ko-KR"/>
                        <a:t>ddd@eee.fff</a:t>
                      </a:r>
                      <a:endParaRPr/>
                    </a:p>
                  </a:txBody>
                  <a:tcPr marT="91425" marB="91425" marR="91425" marL="91425" anchor="ctr"/>
                </a:tc>
                <a:tc>
                  <a:txBody>
                    <a:bodyPr/>
                    <a:lstStyle/>
                    <a:p>
                      <a:pPr indent="0" lvl="0" marL="0" rtl="0" algn="ctr">
                        <a:spcBef>
                          <a:spcPts val="0"/>
                        </a:spcBef>
                        <a:spcAft>
                          <a:spcPts val="0"/>
                        </a:spcAft>
                        <a:buNone/>
                      </a:pPr>
                      <a:r>
                        <a:rPr lang="ko-KR"/>
                        <a:t>2020.01.03</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a:solidFill>
                            <a:schemeClr val="dk1"/>
                          </a:solidFill>
                        </a:rPr>
                        <a:t>2029.01.01</a:t>
                      </a:r>
                      <a:endParaRPr/>
                    </a:p>
                  </a:txBody>
                  <a:tcPr marT="91425" marB="91425" marR="91425" marL="91425" anchor="ctr"/>
                </a:tc>
                <a:tc>
                  <a:txBody>
                    <a:bodyPr/>
                    <a:lstStyle/>
                    <a:p>
                      <a:pPr indent="0" lvl="0" marL="0" rtl="0" algn="ctr">
                        <a:spcBef>
                          <a:spcPts val="0"/>
                        </a:spcBef>
                        <a:spcAft>
                          <a:spcPts val="0"/>
                        </a:spcAft>
                        <a:buNone/>
                      </a:pPr>
                      <a:r>
                        <a:rPr lang="ko-KR"/>
                        <a:t>운영</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rPr lang="ko-KR"/>
                        <a:t>4</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기관 D</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3456</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012</a:t>
                      </a:r>
                      <a:endParaRPr/>
                    </a:p>
                  </a:txBody>
                  <a:tcPr marT="91425" marB="91425" marR="91425" marL="91425" anchor="ctr"/>
                </a:tc>
                <a:tc>
                  <a:txBody>
                    <a:bodyPr/>
                    <a:lstStyle/>
                    <a:p>
                      <a:pPr indent="0" lvl="0" marL="0" rtl="0" algn="ctr">
                        <a:spcBef>
                          <a:spcPts val="0"/>
                        </a:spcBef>
                        <a:spcAft>
                          <a:spcPts val="0"/>
                        </a:spcAft>
                        <a:buNone/>
                      </a:pPr>
                      <a:r>
                        <a:rPr lang="ko-KR"/>
                        <a:t>ggg@hhh.iii</a:t>
                      </a:r>
                      <a:endParaRPr/>
                    </a:p>
                  </a:txBody>
                  <a:tcPr marT="91425" marB="91425" marR="91425" marL="91425" anchor="ctr"/>
                </a:tc>
                <a:tc>
                  <a:txBody>
                    <a:bodyPr/>
                    <a:lstStyle/>
                    <a:p>
                      <a:pPr indent="0" lvl="0" marL="0" rtl="0" algn="ctr">
                        <a:spcBef>
                          <a:spcPts val="0"/>
                        </a:spcBef>
                        <a:spcAft>
                          <a:spcPts val="0"/>
                        </a:spcAft>
                        <a:buNone/>
                      </a:pPr>
                      <a:r>
                        <a:rPr lang="ko-KR"/>
                        <a:t>2020.01.04</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a:solidFill>
                            <a:schemeClr val="dk1"/>
                          </a:solidFill>
                        </a:rPr>
                        <a:t>2025.01.01</a:t>
                      </a:r>
                      <a:endParaRPr/>
                    </a:p>
                  </a:txBody>
                  <a:tcPr marT="91425" marB="91425" marR="91425" marL="91425" anchor="ctr"/>
                </a:tc>
                <a:tc>
                  <a:txBody>
                    <a:bodyPr/>
                    <a:lstStyle/>
                    <a:p>
                      <a:pPr indent="0" lvl="0" marL="0" rtl="0" algn="ctr">
                        <a:spcBef>
                          <a:spcPts val="0"/>
                        </a:spcBef>
                        <a:spcAft>
                          <a:spcPts val="0"/>
                        </a:spcAft>
                        <a:buNone/>
                      </a:pPr>
                      <a:r>
                        <a:rPr lang="ko-KR"/>
                        <a:t>종료</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t/>
                      </a:r>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ko-KR"/>
                        <a:t>5</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기관 E</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7890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345</a:t>
                      </a:r>
                      <a:endParaRPr/>
                    </a:p>
                  </a:txBody>
                  <a:tcPr marT="91425" marB="91425" marR="91425" marL="91425" anchor="ctr">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ko-KR"/>
                        <a:t>jjj@kkk.lll</a:t>
                      </a:r>
                      <a:endParaRPr/>
                    </a:p>
                  </a:txBody>
                  <a:tcPr marT="91425" marB="91425" marR="91425" marL="91425" anchor="ctr"/>
                </a:tc>
                <a:tc>
                  <a:txBody>
                    <a:bodyPr/>
                    <a:lstStyle/>
                    <a:p>
                      <a:pPr indent="0" lvl="0" marL="0" rtl="0" algn="ctr">
                        <a:spcBef>
                          <a:spcPts val="0"/>
                        </a:spcBef>
                        <a:spcAft>
                          <a:spcPts val="0"/>
                        </a:spcAft>
                        <a:buNone/>
                      </a:pPr>
                      <a:r>
                        <a:rPr lang="ko-KR"/>
                        <a:t>2020.01.05</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a:solidFill>
                            <a:schemeClr val="dk1"/>
                          </a:solidFill>
                        </a:rPr>
                        <a:t>2029.01.01</a:t>
                      </a:r>
                      <a:endParaRPr/>
                    </a:p>
                  </a:txBody>
                  <a:tcPr marT="91425" marB="91425" marR="91425" marL="91425" anchor="ctr"/>
                </a:tc>
                <a:tc>
                  <a:txBody>
                    <a:bodyPr/>
                    <a:lstStyle/>
                    <a:p>
                      <a:pPr indent="0" lvl="0" marL="0" rtl="0" algn="ctr">
                        <a:spcBef>
                          <a:spcPts val="0"/>
                        </a:spcBef>
                        <a:spcAft>
                          <a:spcPts val="0"/>
                        </a:spcAft>
                        <a:buNone/>
                      </a:pPr>
                      <a:r>
                        <a:rPr lang="ko-KR"/>
                        <a:t>운영</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bl>
          </a:graphicData>
        </a:graphic>
      </p:graphicFrame>
      <p:sp>
        <p:nvSpPr>
          <p:cNvPr id="1411" name="Google Shape;1411;p62"/>
          <p:cNvSpPr/>
          <p:nvPr/>
        </p:nvSpPr>
        <p:spPr>
          <a:xfrm>
            <a:off x="6652475" y="6299044"/>
            <a:ext cx="861000" cy="2718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등록</a:t>
            </a:r>
            <a:endParaRPr b="1" sz="1300">
              <a:solidFill>
                <a:schemeClr val="lt1"/>
              </a:solidFill>
              <a:latin typeface="Malgun Gothic"/>
              <a:ea typeface="Malgun Gothic"/>
              <a:cs typeface="Malgun Gothic"/>
              <a:sym typeface="Malgun Gothic"/>
            </a:endParaRPr>
          </a:p>
        </p:txBody>
      </p:sp>
      <p:graphicFrame>
        <p:nvGraphicFramePr>
          <p:cNvPr id="1412" name="Google Shape;1412;p62"/>
          <p:cNvGraphicFramePr/>
          <p:nvPr/>
        </p:nvGraphicFramePr>
        <p:xfrm>
          <a:off x="572100" y="5547407"/>
          <a:ext cx="3000000" cy="3000000"/>
        </p:xfrm>
        <a:graphic>
          <a:graphicData uri="http://schemas.openxmlformats.org/drawingml/2006/table">
            <a:tbl>
              <a:tblPr>
                <a:noFill/>
                <a:tableStyleId>{DABC0C2F-476B-403E-9239-0B67E1F473CF}</a:tableStyleId>
              </a:tblPr>
              <a:tblGrid>
                <a:gridCol w="1074150"/>
                <a:gridCol w="1074150"/>
                <a:gridCol w="1074150"/>
                <a:gridCol w="1074150"/>
                <a:gridCol w="1074150"/>
                <a:gridCol w="1074150"/>
                <a:gridCol w="1074150"/>
              </a:tblGrid>
              <a:tr h="335075">
                <a:tc>
                  <a:txBody>
                    <a:bodyPr/>
                    <a:lstStyle/>
                    <a:p>
                      <a:pPr indent="0" lvl="0" marL="0" rtl="0" algn="ctr">
                        <a:spcBef>
                          <a:spcPts val="0"/>
                        </a:spcBef>
                        <a:spcAft>
                          <a:spcPts val="0"/>
                        </a:spcAft>
                        <a:buNone/>
                      </a:pPr>
                      <a:r>
                        <a:rPr lang="ko-KR" sz="1700">
                          <a:solidFill>
                            <a:schemeClr val="lt2"/>
                          </a:solidFill>
                        </a:rPr>
                        <a:t>&lt;&lt;</a:t>
                      </a:r>
                      <a:endParaRPr sz="1700">
                        <a:solidFill>
                          <a:schemeClr val="lt2"/>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solidFill>
                            <a:srgbClr val="0000FF"/>
                          </a:solidFill>
                        </a:rPr>
                        <a:t>1</a:t>
                      </a:r>
                      <a:endParaRPr sz="1700">
                        <a:solidFill>
                          <a:srgbClr val="0000FF"/>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2</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3</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4</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5</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&gt;&gt;</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r>
            </a:tbl>
          </a:graphicData>
        </a:graphic>
      </p:graphicFrame>
      <p:sp>
        <p:nvSpPr>
          <p:cNvPr id="1413" name="Google Shape;1413;p62"/>
          <p:cNvSpPr/>
          <p:nvPr/>
        </p:nvSpPr>
        <p:spPr>
          <a:xfrm>
            <a:off x="7597350" y="6299044"/>
            <a:ext cx="861000" cy="2718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삭제</a:t>
            </a:r>
            <a:endParaRPr b="1" sz="1300">
              <a:solidFill>
                <a:schemeClr val="lt1"/>
              </a:solidFill>
              <a:latin typeface="Malgun Gothic"/>
              <a:ea typeface="Malgun Gothic"/>
              <a:cs typeface="Malgun Gothic"/>
              <a:sym typeface="Malgun Gothic"/>
            </a:endParaRPr>
          </a:p>
        </p:txBody>
      </p:sp>
      <p:sp>
        <p:nvSpPr>
          <p:cNvPr id="1414" name="Google Shape;1414;p62"/>
          <p:cNvSpPr/>
          <p:nvPr/>
        </p:nvSpPr>
        <p:spPr>
          <a:xfrm>
            <a:off x="249193" y="2474144"/>
            <a:ext cx="239100" cy="1893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v</a:t>
            </a:r>
            <a:endParaRPr>
              <a:latin typeface="Malgun Gothic"/>
              <a:ea typeface="Malgun Gothic"/>
              <a:cs typeface="Malgun Gothic"/>
              <a:sym typeface="Malgun Gothic"/>
            </a:endParaRPr>
          </a:p>
        </p:txBody>
      </p:sp>
      <p:sp>
        <p:nvSpPr>
          <p:cNvPr id="1415" name="Google Shape;1415;p62"/>
          <p:cNvSpPr/>
          <p:nvPr/>
        </p:nvSpPr>
        <p:spPr>
          <a:xfrm>
            <a:off x="249193" y="3102276"/>
            <a:ext cx="239100" cy="1893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16" name="Google Shape;1416;p62"/>
          <p:cNvSpPr/>
          <p:nvPr/>
        </p:nvSpPr>
        <p:spPr>
          <a:xfrm>
            <a:off x="249193" y="3659351"/>
            <a:ext cx="239100" cy="1893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17" name="Google Shape;1417;p62"/>
          <p:cNvSpPr/>
          <p:nvPr/>
        </p:nvSpPr>
        <p:spPr>
          <a:xfrm>
            <a:off x="249193" y="4330951"/>
            <a:ext cx="239100" cy="1893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18" name="Google Shape;1418;p62"/>
          <p:cNvSpPr/>
          <p:nvPr/>
        </p:nvSpPr>
        <p:spPr>
          <a:xfrm>
            <a:off x="249193" y="4944226"/>
            <a:ext cx="239100" cy="1893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19" name="Google Shape;1419;p62"/>
          <p:cNvSpPr/>
          <p:nvPr/>
        </p:nvSpPr>
        <p:spPr>
          <a:xfrm>
            <a:off x="7728900" y="2561994"/>
            <a:ext cx="597900" cy="271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수정</a:t>
            </a:r>
            <a:endParaRPr b="1" sz="1000">
              <a:solidFill>
                <a:schemeClr val="lt1"/>
              </a:solidFill>
              <a:latin typeface="Malgun Gothic"/>
              <a:ea typeface="Malgun Gothic"/>
              <a:cs typeface="Malgun Gothic"/>
              <a:sym typeface="Malgun Gothic"/>
            </a:endParaRPr>
          </a:p>
        </p:txBody>
      </p:sp>
      <p:sp>
        <p:nvSpPr>
          <p:cNvPr id="1420" name="Google Shape;1420;p62"/>
          <p:cNvSpPr/>
          <p:nvPr/>
        </p:nvSpPr>
        <p:spPr>
          <a:xfrm>
            <a:off x="7728900" y="3102269"/>
            <a:ext cx="597900" cy="271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수정</a:t>
            </a:r>
            <a:endParaRPr b="1" sz="1000">
              <a:solidFill>
                <a:schemeClr val="lt1"/>
              </a:solidFill>
              <a:latin typeface="Malgun Gothic"/>
              <a:ea typeface="Malgun Gothic"/>
              <a:cs typeface="Malgun Gothic"/>
              <a:sym typeface="Malgun Gothic"/>
            </a:endParaRPr>
          </a:p>
        </p:txBody>
      </p:sp>
      <p:sp>
        <p:nvSpPr>
          <p:cNvPr id="1421" name="Google Shape;1421;p62"/>
          <p:cNvSpPr/>
          <p:nvPr/>
        </p:nvSpPr>
        <p:spPr>
          <a:xfrm>
            <a:off x="7728900" y="3714494"/>
            <a:ext cx="597900" cy="271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수정</a:t>
            </a:r>
            <a:endParaRPr b="1" sz="1000">
              <a:solidFill>
                <a:schemeClr val="lt1"/>
              </a:solidFill>
              <a:latin typeface="Malgun Gothic"/>
              <a:ea typeface="Malgun Gothic"/>
              <a:cs typeface="Malgun Gothic"/>
              <a:sym typeface="Malgun Gothic"/>
            </a:endParaRPr>
          </a:p>
        </p:txBody>
      </p:sp>
      <p:sp>
        <p:nvSpPr>
          <p:cNvPr id="1422" name="Google Shape;1422;p62"/>
          <p:cNvSpPr/>
          <p:nvPr/>
        </p:nvSpPr>
        <p:spPr>
          <a:xfrm>
            <a:off x="7728900" y="4326707"/>
            <a:ext cx="597900" cy="271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수정</a:t>
            </a:r>
            <a:endParaRPr b="1" sz="1000">
              <a:solidFill>
                <a:schemeClr val="lt1"/>
              </a:solidFill>
              <a:latin typeface="Malgun Gothic"/>
              <a:ea typeface="Malgun Gothic"/>
              <a:cs typeface="Malgun Gothic"/>
              <a:sym typeface="Malgun Gothic"/>
            </a:endParaRPr>
          </a:p>
        </p:txBody>
      </p:sp>
      <p:sp>
        <p:nvSpPr>
          <p:cNvPr id="1423" name="Google Shape;1423;p62"/>
          <p:cNvSpPr/>
          <p:nvPr/>
        </p:nvSpPr>
        <p:spPr>
          <a:xfrm>
            <a:off x="7728900" y="4902969"/>
            <a:ext cx="597900" cy="271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수정</a:t>
            </a:r>
            <a:endParaRPr b="1" sz="1000">
              <a:solidFill>
                <a:schemeClr val="lt1"/>
              </a:solidFill>
              <a:latin typeface="Malgun Gothic"/>
              <a:ea typeface="Malgun Gothic"/>
              <a:cs typeface="Malgun Gothic"/>
              <a:sym typeface="Malgun Gothic"/>
            </a:endParaRPr>
          </a:p>
        </p:txBody>
      </p:sp>
      <p:sp>
        <p:nvSpPr>
          <p:cNvPr id="1424" name="Google Shape;1424;p62"/>
          <p:cNvSpPr/>
          <p:nvPr/>
        </p:nvSpPr>
        <p:spPr>
          <a:xfrm>
            <a:off x="7597350" y="2259969"/>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425" name="Google Shape;1425;p62"/>
          <p:cNvSpPr/>
          <p:nvPr/>
        </p:nvSpPr>
        <p:spPr>
          <a:xfrm>
            <a:off x="92000" y="1550444"/>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426" name="Google Shape;1426;p62"/>
          <p:cNvSpPr/>
          <p:nvPr/>
        </p:nvSpPr>
        <p:spPr>
          <a:xfrm>
            <a:off x="92000" y="2118619"/>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427" name="Google Shape;1427;p62"/>
          <p:cNvSpPr/>
          <p:nvPr/>
        </p:nvSpPr>
        <p:spPr>
          <a:xfrm>
            <a:off x="6542075" y="6091444"/>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sp>
        <p:nvSpPr>
          <p:cNvPr id="1428" name="Google Shape;1428;p62"/>
          <p:cNvSpPr/>
          <p:nvPr/>
        </p:nvSpPr>
        <p:spPr>
          <a:xfrm>
            <a:off x="7513475" y="6091444"/>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6</a:t>
            </a:r>
            <a:endParaRPr>
              <a:solidFill>
                <a:srgbClr val="FFFFFF"/>
              </a:solidFill>
              <a:latin typeface="Malgun Gothic"/>
              <a:ea typeface="Malgun Gothic"/>
              <a:cs typeface="Malgun Gothic"/>
              <a:sym typeface="Malgun Gothic"/>
            </a:endParaRPr>
          </a:p>
        </p:txBody>
      </p:sp>
      <p:sp>
        <p:nvSpPr>
          <p:cNvPr id="1429" name="Google Shape;1429;p62"/>
          <p:cNvSpPr/>
          <p:nvPr/>
        </p:nvSpPr>
        <p:spPr>
          <a:xfrm>
            <a:off x="749550" y="5349369"/>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grpSp>
        <p:nvGrpSpPr>
          <p:cNvPr id="1430" name="Google Shape;1430;p62"/>
          <p:cNvGrpSpPr/>
          <p:nvPr/>
        </p:nvGrpSpPr>
        <p:grpSpPr>
          <a:xfrm>
            <a:off x="178125" y="740950"/>
            <a:ext cx="8239800" cy="642300"/>
            <a:chOff x="178125" y="740950"/>
            <a:chExt cx="8239800" cy="642300"/>
          </a:xfrm>
        </p:grpSpPr>
        <p:sp>
          <p:nvSpPr>
            <p:cNvPr id="1431" name="Google Shape;1431;p62"/>
            <p:cNvSpPr/>
            <p:nvPr/>
          </p:nvSpPr>
          <p:spPr>
            <a:xfrm>
              <a:off x="178125" y="740950"/>
              <a:ext cx="8239800" cy="642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32" name="Google Shape;1432;p62"/>
            <p:cNvSpPr/>
            <p:nvPr/>
          </p:nvSpPr>
          <p:spPr>
            <a:xfrm>
              <a:off x="309950" y="831700"/>
              <a:ext cx="13026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사이트명</a:t>
              </a:r>
              <a:endParaRPr b="0" i="0" sz="1400" u="none" cap="none" strike="noStrike">
                <a:solidFill>
                  <a:srgbClr val="000000"/>
                </a:solidFill>
                <a:latin typeface="Malgun Gothic"/>
                <a:ea typeface="Malgun Gothic"/>
                <a:cs typeface="Malgun Gothic"/>
                <a:sym typeface="Malgun Gothic"/>
              </a:endParaRPr>
            </a:p>
          </p:txBody>
        </p:sp>
        <p:sp>
          <p:nvSpPr>
            <p:cNvPr id="1433" name="Google Shape;1433;p62"/>
            <p:cNvSpPr/>
            <p:nvPr/>
          </p:nvSpPr>
          <p:spPr>
            <a:xfrm>
              <a:off x="1641952" y="835350"/>
              <a:ext cx="1051500" cy="4572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기관</a:t>
              </a:r>
              <a:endParaRPr b="0" i="0" sz="1400" u="none" cap="none" strike="noStrike">
                <a:solidFill>
                  <a:srgbClr val="000000"/>
                </a:solidFill>
                <a:latin typeface="Malgun Gothic"/>
                <a:ea typeface="Malgun Gothic"/>
                <a:cs typeface="Malgun Gothic"/>
                <a:sym typeface="Malgun Gothic"/>
              </a:endParaRPr>
            </a:p>
          </p:txBody>
        </p:sp>
        <p:sp>
          <p:nvSpPr>
            <p:cNvPr id="1434" name="Google Shape;1434;p62"/>
            <p:cNvSpPr/>
            <p:nvPr/>
          </p:nvSpPr>
          <p:spPr>
            <a:xfrm>
              <a:off x="2693443" y="838170"/>
              <a:ext cx="11538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기관관리자</a:t>
              </a:r>
              <a:endParaRPr b="0" i="0" sz="1400" u="none" cap="none" strike="noStrike">
                <a:solidFill>
                  <a:srgbClr val="000000"/>
                </a:solidFill>
                <a:latin typeface="Malgun Gothic"/>
                <a:ea typeface="Malgun Gothic"/>
                <a:cs typeface="Malgun Gothic"/>
                <a:sym typeface="Malgun Gothic"/>
              </a:endParaRPr>
            </a:p>
          </p:txBody>
        </p:sp>
        <p:sp>
          <p:nvSpPr>
            <p:cNvPr id="1435" name="Google Shape;1435;p62"/>
            <p:cNvSpPr/>
            <p:nvPr/>
          </p:nvSpPr>
          <p:spPr>
            <a:xfrm>
              <a:off x="3847250" y="816523"/>
              <a:ext cx="11538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기관담당자</a:t>
              </a:r>
              <a:endParaRPr b="0" i="0" sz="1400" u="none" cap="none" strike="noStrike">
                <a:solidFill>
                  <a:srgbClr val="000000"/>
                </a:solidFill>
                <a:latin typeface="Malgun Gothic"/>
                <a:ea typeface="Malgun Gothic"/>
                <a:cs typeface="Malgun Gothic"/>
                <a:sym typeface="Malgun Gothic"/>
              </a:endParaRPr>
            </a:p>
          </p:txBody>
        </p:sp>
        <p:sp>
          <p:nvSpPr>
            <p:cNvPr id="1436" name="Google Shape;1436;p62"/>
            <p:cNvSpPr/>
            <p:nvPr/>
          </p:nvSpPr>
          <p:spPr>
            <a:xfrm>
              <a:off x="5001050" y="828601"/>
              <a:ext cx="8334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지원자</a:t>
              </a:r>
              <a:endParaRPr b="0" i="0" sz="1400" u="none" cap="none" strike="noStrike">
                <a:solidFill>
                  <a:srgbClr val="000000"/>
                </a:solidFill>
                <a:latin typeface="Malgun Gothic"/>
                <a:ea typeface="Malgun Gothic"/>
                <a:cs typeface="Malgun Gothic"/>
                <a:sym typeface="Malgun Gothic"/>
              </a:endParaRPr>
            </a:p>
          </p:txBody>
        </p:sp>
        <p:sp>
          <p:nvSpPr>
            <p:cNvPr id="1437" name="Google Shape;1437;p62"/>
            <p:cNvSpPr/>
            <p:nvPr/>
          </p:nvSpPr>
          <p:spPr>
            <a:xfrm>
              <a:off x="7426675" y="866625"/>
              <a:ext cx="908100" cy="4047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로그아웃</a:t>
              </a:r>
              <a:endParaRPr b="0" i="0" sz="1400" u="none" cap="none" strike="noStrike">
                <a:solidFill>
                  <a:srgbClr val="000000"/>
                </a:solidFill>
                <a:latin typeface="Malgun Gothic"/>
                <a:ea typeface="Malgun Gothic"/>
                <a:cs typeface="Malgun Gothic"/>
                <a:sym typeface="Malgun Gothic"/>
              </a:endParaRPr>
            </a:p>
          </p:txBody>
        </p:sp>
      </p:grpSp>
      <p:sp>
        <p:nvSpPr>
          <p:cNvPr id="1438" name="Google Shape;1438;p62"/>
          <p:cNvSpPr/>
          <p:nvPr/>
        </p:nvSpPr>
        <p:spPr>
          <a:xfrm>
            <a:off x="5848350" y="839426"/>
            <a:ext cx="8334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조사지</a:t>
            </a:r>
            <a:endParaRPr b="0" i="0" sz="140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graphicFrame>
        <p:nvGraphicFramePr>
          <p:cNvPr id="1444" name="Google Shape;1444;p63"/>
          <p:cNvGraphicFramePr/>
          <p:nvPr/>
        </p:nvGraphicFramePr>
        <p:xfrm>
          <a:off x="91988" y="46177"/>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view-050</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rtl="0" algn="l">
                        <a:spcBef>
                          <a:spcPts val="0"/>
                        </a:spcBef>
                        <a:spcAft>
                          <a:spcPts val="0"/>
                        </a:spcAft>
                        <a:buClr>
                          <a:schemeClr val="dk1"/>
                        </a:buClr>
                        <a:buFont typeface="Arial"/>
                        <a:buNone/>
                      </a:pPr>
                      <a:r>
                        <a:rPr lang="ko-KR"/>
                        <a:t>기관정보 등록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rtl="0" algn="l">
                        <a:spcBef>
                          <a:spcPts val="0"/>
                        </a:spcBef>
                        <a:spcAft>
                          <a:spcPts val="0"/>
                        </a:spcAft>
                        <a:buClr>
                          <a:schemeClr val="dk1"/>
                        </a:buClr>
                        <a:buFont typeface="Arial"/>
                        <a:buNone/>
                      </a:pPr>
                      <a:r>
                        <a:rPr lang="ko-KR"/>
                        <a:t>시스템관리자가 기관 정보를 등록하는 MODAL</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시스템관리자</a:t>
                      </a:r>
                      <a:endParaRPr sz="10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김진환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rtl="0" algn="l">
                        <a:spcBef>
                          <a:spcPts val="0"/>
                        </a:spcBef>
                        <a:spcAft>
                          <a:spcPts val="0"/>
                        </a:spcAft>
                        <a:buNone/>
                      </a:pPr>
                      <a:r>
                        <a:rPr lang="ko-KR" sz="1000">
                          <a:solidFill>
                            <a:srgbClr val="2F5496"/>
                          </a:solidFill>
                        </a:rPr>
                        <a:t>*화면설명</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기관을 등록 및 수정할 수 있는 modal.</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각 항목에 값을 입력 후, 누르면 기관 등록.</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취소를 누르면 각 항목의 값이 초기화되면서 modal창이 종료된다.</a:t>
                      </a:r>
                      <a:endParaRPr sz="1000">
                        <a:solidFill>
                          <a:srgbClr val="2F5496"/>
                        </a:solidFill>
                      </a:endParaRPr>
                    </a:p>
                    <a:p>
                      <a:pPr indent="-292100" lvl="0" marL="457200" rtl="0" algn="l">
                        <a:spcBef>
                          <a:spcPts val="0"/>
                        </a:spcBef>
                        <a:spcAft>
                          <a:spcPts val="0"/>
                        </a:spcAft>
                        <a:buClr>
                          <a:srgbClr val="2F5496"/>
                        </a:buClr>
                        <a:buSzPts val="1000"/>
                        <a:buAutoNum type="arabicPeriod"/>
                      </a:pPr>
                      <a:r>
                        <a:rPr lang="ko-KR" sz="1000">
                          <a:solidFill>
                            <a:srgbClr val="2F5496"/>
                          </a:solidFill>
                        </a:rPr>
                        <a:t>수정하려는 항목의 값을 수정 후, 누르면 기관 정보 수정</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0" lvl="0" marL="0" rtl="0" algn="l">
                        <a:spcBef>
                          <a:spcPts val="0"/>
                        </a:spcBef>
                        <a:spcAft>
                          <a:spcPts val="0"/>
                        </a:spcAft>
                        <a:buNone/>
                      </a:pPr>
                      <a:r>
                        <a:rPr lang="ko-KR" sz="1000">
                          <a:solidFill>
                            <a:srgbClr val="2F5496"/>
                          </a:solidFill>
                        </a:rPr>
                        <a:t>*특이사항</a:t>
                      </a:r>
                      <a:endParaRPr sz="1000">
                        <a:solidFill>
                          <a:srgbClr val="2F5496"/>
                        </a:solidFill>
                      </a:endParaRPr>
                    </a:p>
                    <a:p>
                      <a:pPr indent="0" lvl="0" marL="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기관 등록 시에는 기관등록이라는 등록 버튼과 기관 등록이라는 이름이 출력되지만, 수정 시에는 수정 버튼과 기관 수정이라는 이름이 출력된다.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aphicFrame>
        <p:nvGraphicFramePr>
          <p:cNvPr id="1445" name="Google Shape;1445;p63"/>
          <p:cNvGraphicFramePr/>
          <p:nvPr/>
        </p:nvGraphicFramePr>
        <p:xfrm>
          <a:off x="204900" y="1711044"/>
          <a:ext cx="3000000" cy="3000000"/>
        </p:xfrm>
        <a:graphic>
          <a:graphicData uri="http://schemas.openxmlformats.org/drawingml/2006/table">
            <a:tbl>
              <a:tblPr>
                <a:noFill/>
                <a:tableStyleId>{DABC0C2F-476B-403E-9239-0B67E1F473CF}</a:tableStyleId>
              </a:tblPr>
              <a:tblGrid>
                <a:gridCol w="369650"/>
                <a:gridCol w="466450"/>
                <a:gridCol w="660125"/>
                <a:gridCol w="906525"/>
                <a:gridCol w="766750"/>
                <a:gridCol w="1148400"/>
                <a:gridCol w="1095575"/>
                <a:gridCol w="1095650"/>
                <a:gridCol w="799450"/>
                <a:gridCol w="944850"/>
              </a:tblGrid>
              <a:tr h="316450">
                <a:tc>
                  <a:txBody>
                    <a:bodyPr/>
                    <a:lstStyle/>
                    <a:p>
                      <a:pPr indent="0" lvl="0" marL="0" rtl="0" algn="ctr">
                        <a:spcBef>
                          <a:spcPts val="0"/>
                        </a:spcBef>
                        <a:spcAft>
                          <a:spcPts val="0"/>
                        </a:spcAft>
                        <a:buNone/>
                      </a:pPr>
                      <a:r>
                        <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번호</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기관명</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주소</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연락처</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이메일</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가입일</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종료일</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운영</a:t>
                      </a:r>
                      <a:endParaRPr>
                        <a:solidFill>
                          <a:schemeClr val="lt1"/>
                        </a:solidFill>
                      </a:endParaRPr>
                    </a:p>
                    <a:p>
                      <a:pPr indent="0" lvl="0" marL="0" rtl="0" algn="ctr">
                        <a:spcBef>
                          <a:spcPts val="0"/>
                        </a:spcBef>
                        <a:spcAft>
                          <a:spcPts val="0"/>
                        </a:spcAft>
                        <a:buNone/>
                      </a:pPr>
                      <a:r>
                        <a:rPr lang="ko-KR">
                          <a:solidFill>
                            <a:schemeClr val="lt1"/>
                          </a:solidFill>
                        </a:rPr>
                        <a:t>여부</a:t>
                      </a:r>
                      <a:endParaRPr>
                        <a:solidFill>
                          <a:schemeClr val="lt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ko-KR">
                          <a:solidFill>
                            <a:schemeClr val="lt1"/>
                          </a:solidFill>
                        </a:rPr>
                        <a:t>수정</a:t>
                      </a:r>
                      <a:endParaRPr>
                        <a:solidFill>
                          <a:schemeClr val="lt1"/>
                        </a:solidFill>
                      </a:endParaRPr>
                    </a:p>
                  </a:txBody>
                  <a:tcPr marT="91425" marB="91425" marR="91425" marL="91425" anchor="ctr">
                    <a:solidFill>
                      <a:schemeClr val="accent5"/>
                    </a:solidFill>
                  </a:tcPr>
                </a:tc>
              </a:tr>
              <a:tr h="38100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rPr lang="ko-KR"/>
                        <a:t>1</a:t>
                      </a:r>
                      <a:endParaRPr/>
                    </a:p>
                  </a:txBody>
                  <a:tcPr marT="91425" marB="91425" marR="91425" marL="91425" anchor="ctr"/>
                </a:tc>
                <a:tc>
                  <a:txBody>
                    <a:bodyPr/>
                    <a:lstStyle/>
                    <a:p>
                      <a:pPr indent="0" lvl="0" marL="0" rtl="0" algn="ctr">
                        <a:spcBef>
                          <a:spcPts val="0"/>
                        </a:spcBef>
                        <a:spcAft>
                          <a:spcPts val="0"/>
                        </a:spcAft>
                        <a:buNone/>
                      </a:pPr>
                      <a:r>
                        <a:rPr lang="ko-KR"/>
                        <a:t>기관 A</a:t>
                      </a:r>
                      <a:endParaRPr/>
                    </a:p>
                  </a:txBody>
                  <a:tcPr marT="91425" marB="91425" marR="91425" marL="91425" anchor="ctr"/>
                </a:tc>
                <a:tc>
                  <a:txBody>
                    <a:bodyPr/>
                    <a:lstStyle/>
                    <a:p>
                      <a:pPr indent="0" lvl="0" marL="0" rtl="0" algn="ctr">
                        <a:spcBef>
                          <a:spcPts val="0"/>
                        </a:spcBef>
                        <a:spcAft>
                          <a:spcPts val="0"/>
                        </a:spcAft>
                        <a:buNone/>
                      </a:pPr>
                      <a:r>
                        <a:rPr lang="ko-KR"/>
                        <a:t>1234</a:t>
                      </a:r>
                      <a:endParaRPr/>
                    </a:p>
                  </a:txBody>
                  <a:tcPr marT="91425" marB="91425" marR="91425" marL="91425" anchor="ctr"/>
                </a:tc>
                <a:tc>
                  <a:txBody>
                    <a:bodyPr/>
                    <a:lstStyle/>
                    <a:p>
                      <a:pPr indent="0" lvl="0" marL="0" rtl="0" algn="ctr">
                        <a:spcBef>
                          <a:spcPts val="0"/>
                        </a:spcBef>
                        <a:spcAft>
                          <a:spcPts val="0"/>
                        </a:spcAft>
                        <a:buNone/>
                      </a:pPr>
                      <a:r>
                        <a:rPr lang="ko-KR"/>
                        <a:t>123</a:t>
                      </a:r>
                      <a:endParaRPr/>
                    </a:p>
                  </a:txBody>
                  <a:tcPr marT="91425" marB="91425" marR="91425" marL="91425" anchor="ctr"/>
                </a:tc>
                <a:tc>
                  <a:txBody>
                    <a:bodyPr/>
                    <a:lstStyle/>
                    <a:p>
                      <a:pPr indent="0" lvl="0" marL="0" rtl="0" algn="ctr">
                        <a:spcBef>
                          <a:spcPts val="0"/>
                        </a:spcBef>
                        <a:spcAft>
                          <a:spcPts val="0"/>
                        </a:spcAft>
                        <a:buNone/>
                      </a:pPr>
                      <a:r>
                        <a:rPr lang="ko-KR"/>
                        <a:t>11@111.111</a:t>
                      </a:r>
                      <a:endParaRPr/>
                    </a:p>
                  </a:txBody>
                  <a:tcPr marT="91425" marB="91425" marR="91425" marL="91425" anchor="ctr"/>
                </a:tc>
                <a:tc>
                  <a:txBody>
                    <a:bodyPr/>
                    <a:lstStyle/>
                    <a:p>
                      <a:pPr indent="0" lvl="0" marL="0" rtl="0" algn="ctr">
                        <a:spcBef>
                          <a:spcPts val="0"/>
                        </a:spcBef>
                        <a:spcAft>
                          <a:spcPts val="0"/>
                        </a:spcAft>
                        <a:buNone/>
                      </a:pPr>
                      <a:r>
                        <a:rPr lang="ko-KR"/>
                        <a:t>2020.01.01</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a:solidFill>
                            <a:schemeClr val="dk1"/>
                          </a:solidFill>
                        </a:rPr>
                        <a:t>2029.01.01</a:t>
                      </a:r>
                      <a:endParaRPr/>
                    </a:p>
                  </a:txBody>
                  <a:tcPr marT="91425" marB="91425" marR="91425" marL="91425" anchor="ctr"/>
                </a:tc>
                <a:tc>
                  <a:txBody>
                    <a:bodyPr/>
                    <a:lstStyle/>
                    <a:p>
                      <a:pPr indent="0" lvl="0" marL="0" rtl="0" algn="ctr">
                        <a:spcBef>
                          <a:spcPts val="0"/>
                        </a:spcBef>
                        <a:spcAft>
                          <a:spcPts val="0"/>
                        </a:spcAft>
                        <a:buNone/>
                      </a:pPr>
                      <a:r>
                        <a:rPr lang="ko-KR"/>
                        <a:t>운영</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rPr lang="ko-KR"/>
                        <a:t>2</a:t>
                      </a:r>
                      <a:endParaRPr/>
                    </a:p>
                  </a:txBody>
                  <a:tcPr marT="91425" marB="91425" marR="91425" marL="91425" anchor="ctr"/>
                </a:tc>
                <a:tc>
                  <a:txBody>
                    <a:bodyPr/>
                    <a:lstStyle/>
                    <a:p>
                      <a:pPr indent="0" lvl="0" marL="0" rtl="0" algn="ctr">
                        <a:spcBef>
                          <a:spcPts val="0"/>
                        </a:spcBef>
                        <a:spcAft>
                          <a:spcPts val="0"/>
                        </a:spcAft>
                        <a:buNone/>
                      </a:pPr>
                      <a:r>
                        <a:rPr lang="ko-KR"/>
                        <a:t>기관 B</a:t>
                      </a:r>
                      <a:endParaRPr/>
                    </a:p>
                  </a:txBody>
                  <a:tcPr marT="91425" marB="91425" marR="91425" marL="91425" anchor="ctr"/>
                </a:tc>
                <a:tc>
                  <a:txBody>
                    <a:bodyPr/>
                    <a:lstStyle/>
                    <a:p>
                      <a:pPr indent="0" lvl="0" marL="0" rtl="0" algn="ctr">
                        <a:spcBef>
                          <a:spcPts val="0"/>
                        </a:spcBef>
                        <a:spcAft>
                          <a:spcPts val="0"/>
                        </a:spcAft>
                        <a:buNone/>
                      </a:pPr>
                      <a:r>
                        <a:rPr lang="ko-KR"/>
                        <a:t>5678</a:t>
                      </a:r>
                      <a:endParaRPr/>
                    </a:p>
                  </a:txBody>
                  <a:tcPr marT="91425" marB="91425" marR="91425" marL="91425" anchor="ctr"/>
                </a:tc>
                <a:tc>
                  <a:txBody>
                    <a:bodyPr/>
                    <a:lstStyle/>
                    <a:p>
                      <a:pPr indent="0" lvl="0" marL="0" rtl="0" algn="ctr">
                        <a:spcBef>
                          <a:spcPts val="0"/>
                        </a:spcBef>
                        <a:spcAft>
                          <a:spcPts val="0"/>
                        </a:spcAft>
                        <a:buNone/>
                      </a:pPr>
                      <a:r>
                        <a:rPr lang="ko-KR"/>
                        <a:t>456</a:t>
                      </a:r>
                      <a:endParaRPr/>
                    </a:p>
                  </a:txBody>
                  <a:tcPr marT="91425" marB="91425" marR="91425" marL="91425" anchor="ctr"/>
                </a:tc>
                <a:tc>
                  <a:txBody>
                    <a:bodyPr/>
                    <a:lstStyle/>
                    <a:p>
                      <a:pPr indent="0" lvl="0" marL="0" rtl="0" algn="ctr">
                        <a:spcBef>
                          <a:spcPts val="0"/>
                        </a:spcBef>
                        <a:spcAft>
                          <a:spcPts val="0"/>
                        </a:spcAft>
                        <a:buNone/>
                      </a:pPr>
                      <a:r>
                        <a:rPr lang="ko-KR"/>
                        <a:t>aa@bbb.ccc</a:t>
                      </a:r>
                      <a:endParaRPr/>
                    </a:p>
                  </a:txBody>
                  <a:tcPr marT="91425" marB="91425" marR="91425" marL="91425" anchor="ctr"/>
                </a:tc>
                <a:tc>
                  <a:txBody>
                    <a:bodyPr/>
                    <a:lstStyle/>
                    <a:p>
                      <a:pPr indent="0" lvl="0" marL="0" rtl="0" algn="ctr">
                        <a:spcBef>
                          <a:spcPts val="0"/>
                        </a:spcBef>
                        <a:spcAft>
                          <a:spcPts val="0"/>
                        </a:spcAft>
                        <a:buNone/>
                      </a:pPr>
                      <a:r>
                        <a:rPr lang="ko-KR"/>
                        <a:t>2020.01.02</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a:solidFill>
                            <a:schemeClr val="dk1"/>
                          </a:solidFill>
                        </a:rPr>
                        <a:t>2029.01.01</a:t>
                      </a:r>
                      <a:endParaRPr/>
                    </a:p>
                  </a:txBody>
                  <a:tcPr marT="91425" marB="91425" marR="91425" marL="91425" anchor="ctr"/>
                </a:tc>
                <a:tc>
                  <a:txBody>
                    <a:bodyPr/>
                    <a:lstStyle/>
                    <a:p>
                      <a:pPr indent="0" lvl="0" marL="0" rtl="0" algn="ctr">
                        <a:spcBef>
                          <a:spcPts val="0"/>
                        </a:spcBef>
                        <a:spcAft>
                          <a:spcPts val="0"/>
                        </a:spcAft>
                        <a:buNone/>
                      </a:pPr>
                      <a:r>
                        <a:rPr lang="ko-KR"/>
                        <a:t>운영</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rPr lang="ko-KR"/>
                        <a:t>3</a:t>
                      </a:r>
                      <a:endParaRPr/>
                    </a:p>
                  </a:txBody>
                  <a:tcPr marT="91425" marB="91425" marR="91425" marL="91425" anchor="ctr"/>
                </a:tc>
                <a:tc>
                  <a:txBody>
                    <a:bodyPr/>
                    <a:lstStyle/>
                    <a:p>
                      <a:pPr indent="0" lvl="0" marL="0" rtl="0" algn="ctr">
                        <a:spcBef>
                          <a:spcPts val="0"/>
                        </a:spcBef>
                        <a:spcAft>
                          <a:spcPts val="0"/>
                        </a:spcAft>
                        <a:buNone/>
                      </a:pPr>
                      <a:r>
                        <a:rPr lang="ko-KR"/>
                        <a:t>기관 C</a:t>
                      </a:r>
                      <a:endParaRPr/>
                    </a:p>
                  </a:txBody>
                  <a:tcPr marT="91425" marB="91425" marR="91425" marL="91425" anchor="ctr"/>
                </a:tc>
                <a:tc>
                  <a:txBody>
                    <a:bodyPr/>
                    <a:lstStyle/>
                    <a:p>
                      <a:pPr indent="0" lvl="0" marL="0" rtl="0" algn="ctr">
                        <a:spcBef>
                          <a:spcPts val="0"/>
                        </a:spcBef>
                        <a:spcAft>
                          <a:spcPts val="0"/>
                        </a:spcAft>
                        <a:buNone/>
                      </a:pPr>
                      <a:r>
                        <a:rPr lang="ko-KR"/>
                        <a:t>9012</a:t>
                      </a:r>
                      <a:endParaRPr/>
                    </a:p>
                  </a:txBody>
                  <a:tcPr marT="91425" marB="91425" marR="91425" marL="91425" anchor="ctr"/>
                </a:tc>
                <a:tc>
                  <a:txBody>
                    <a:bodyPr/>
                    <a:lstStyle/>
                    <a:p>
                      <a:pPr indent="0" lvl="0" marL="0" rtl="0" algn="ctr">
                        <a:spcBef>
                          <a:spcPts val="0"/>
                        </a:spcBef>
                        <a:spcAft>
                          <a:spcPts val="0"/>
                        </a:spcAft>
                        <a:buNone/>
                      </a:pPr>
                      <a:r>
                        <a:rPr lang="ko-KR"/>
                        <a:t>789</a:t>
                      </a:r>
                      <a:endParaRPr/>
                    </a:p>
                  </a:txBody>
                  <a:tcPr marT="91425" marB="91425" marR="91425" marL="91425" anchor="ctr"/>
                </a:tc>
                <a:tc>
                  <a:txBody>
                    <a:bodyPr/>
                    <a:lstStyle/>
                    <a:p>
                      <a:pPr indent="0" lvl="0" marL="0" rtl="0" algn="ctr">
                        <a:spcBef>
                          <a:spcPts val="0"/>
                        </a:spcBef>
                        <a:spcAft>
                          <a:spcPts val="0"/>
                        </a:spcAft>
                        <a:buNone/>
                      </a:pPr>
                      <a:r>
                        <a:rPr lang="ko-KR"/>
                        <a:t>ddd@eee.fff</a:t>
                      </a:r>
                      <a:endParaRPr/>
                    </a:p>
                  </a:txBody>
                  <a:tcPr marT="91425" marB="91425" marR="91425" marL="91425" anchor="ctr"/>
                </a:tc>
                <a:tc>
                  <a:txBody>
                    <a:bodyPr/>
                    <a:lstStyle/>
                    <a:p>
                      <a:pPr indent="0" lvl="0" marL="0" rtl="0" algn="ctr">
                        <a:spcBef>
                          <a:spcPts val="0"/>
                        </a:spcBef>
                        <a:spcAft>
                          <a:spcPts val="0"/>
                        </a:spcAft>
                        <a:buNone/>
                      </a:pPr>
                      <a:r>
                        <a:rPr lang="ko-KR"/>
                        <a:t>2020.01.03</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a:solidFill>
                            <a:schemeClr val="dk1"/>
                          </a:solidFill>
                        </a:rPr>
                        <a:t>2029.01.01</a:t>
                      </a:r>
                      <a:endParaRPr/>
                    </a:p>
                  </a:txBody>
                  <a:tcPr marT="91425" marB="91425" marR="91425" marL="91425" anchor="ctr"/>
                </a:tc>
                <a:tc>
                  <a:txBody>
                    <a:bodyPr/>
                    <a:lstStyle/>
                    <a:p>
                      <a:pPr indent="0" lvl="0" marL="0" rtl="0" algn="ctr">
                        <a:spcBef>
                          <a:spcPts val="0"/>
                        </a:spcBef>
                        <a:spcAft>
                          <a:spcPts val="0"/>
                        </a:spcAft>
                        <a:buNone/>
                      </a:pPr>
                      <a:r>
                        <a:rPr lang="ko-KR"/>
                        <a:t>운영</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rPr lang="ko-KR"/>
                        <a:t>4</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기관 D</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3456</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012</a:t>
                      </a:r>
                      <a:endParaRPr/>
                    </a:p>
                  </a:txBody>
                  <a:tcPr marT="91425" marB="91425" marR="91425" marL="91425" anchor="ctr"/>
                </a:tc>
                <a:tc>
                  <a:txBody>
                    <a:bodyPr/>
                    <a:lstStyle/>
                    <a:p>
                      <a:pPr indent="0" lvl="0" marL="0" rtl="0" algn="ctr">
                        <a:spcBef>
                          <a:spcPts val="0"/>
                        </a:spcBef>
                        <a:spcAft>
                          <a:spcPts val="0"/>
                        </a:spcAft>
                        <a:buNone/>
                      </a:pPr>
                      <a:r>
                        <a:rPr lang="ko-KR"/>
                        <a:t>ggg@hhh.iii</a:t>
                      </a:r>
                      <a:endParaRPr/>
                    </a:p>
                  </a:txBody>
                  <a:tcPr marT="91425" marB="91425" marR="91425" marL="91425" anchor="ctr"/>
                </a:tc>
                <a:tc>
                  <a:txBody>
                    <a:bodyPr/>
                    <a:lstStyle/>
                    <a:p>
                      <a:pPr indent="0" lvl="0" marL="0" rtl="0" algn="ctr">
                        <a:spcBef>
                          <a:spcPts val="0"/>
                        </a:spcBef>
                        <a:spcAft>
                          <a:spcPts val="0"/>
                        </a:spcAft>
                        <a:buNone/>
                      </a:pPr>
                      <a:r>
                        <a:rPr lang="ko-KR"/>
                        <a:t>2020.01.04</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a:solidFill>
                            <a:schemeClr val="dk1"/>
                          </a:solidFill>
                        </a:rPr>
                        <a:t>2025.01.01</a:t>
                      </a:r>
                      <a:endParaRPr/>
                    </a:p>
                  </a:txBody>
                  <a:tcPr marT="91425" marB="91425" marR="91425" marL="91425" anchor="ctr"/>
                </a:tc>
                <a:tc>
                  <a:txBody>
                    <a:bodyPr/>
                    <a:lstStyle/>
                    <a:p>
                      <a:pPr indent="0" lvl="0" marL="0" rtl="0" algn="ctr">
                        <a:spcBef>
                          <a:spcPts val="0"/>
                        </a:spcBef>
                        <a:spcAft>
                          <a:spcPts val="0"/>
                        </a:spcAft>
                        <a:buNone/>
                      </a:pPr>
                      <a:r>
                        <a:rPr lang="ko-KR"/>
                        <a:t>종료</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t/>
                      </a:r>
                      <a:endParaRPr/>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ko-KR"/>
                        <a:t>5</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기관 E</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7890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ko-KR"/>
                        <a:t>345</a:t>
                      </a:r>
                      <a:endParaRPr/>
                    </a:p>
                  </a:txBody>
                  <a:tcPr marT="91425" marB="91425" marR="91425" marL="91425" anchor="ctr">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ko-KR"/>
                        <a:t>jjj@kkk.lll</a:t>
                      </a:r>
                      <a:endParaRPr/>
                    </a:p>
                  </a:txBody>
                  <a:tcPr marT="91425" marB="91425" marR="91425" marL="91425" anchor="ctr"/>
                </a:tc>
                <a:tc>
                  <a:txBody>
                    <a:bodyPr/>
                    <a:lstStyle/>
                    <a:p>
                      <a:pPr indent="0" lvl="0" marL="0" rtl="0" algn="ctr">
                        <a:spcBef>
                          <a:spcPts val="0"/>
                        </a:spcBef>
                        <a:spcAft>
                          <a:spcPts val="0"/>
                        </a:spcAft>
                        <a:buNone/>
                      </a:pPr>
                      <a:r>
                        <a:rPr lang="ko-KR"/>
                        <a:t>2020.01.05</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a:solidFill>
                            <a:schemeClr val="dk1"/>
                          </a:solidFill>
                        </a:rPr>
                        <a:t>2029.01.01</a:t>
                      </a:r>
                      <a:endParaRPr/>
                    </a:p>
                  </a:txBody>
                  <a:tcPr marT="91425" marB="91425" marR="91425" marL="91425" anchor="ctr"/>
                </a:tc>
                <a:tc>
                  <a:txBody>
                    <a:bodyPr/>
                    <a:lstStyle/>
                    <a:p>
                      <a:pPr indent="0" lvl="0" marL="0" rtl="0" algn="ctr">
                        <a:spcBef>
                          <a:spcPts val="0"/>
                        </a:spcBef>
                        <a:spcAft>
                          <a:spcPts val="0"/>
                        </a:spcAft>
                        <a:buNone/>
                      </a:pPr>
                      <a:r>
                        <a:rPr lang="ko-KR"/>
                        <a:t>운영</a:t>
                      </a:r>
                      <a:endParaRPr/>
                    </a:p>
                  </a:txBody>
                  <a:tcPr marT="91425" marB="91425" marR="91425" marL="91425" anchor="ctr"/>
                </a:tc>
                <a:tc>
                  <a:txBody>
                    <a:bodyPr/>
                    <a:lstStyle/>
                    <a:p>
                      <a:pPr indent="0" lvl="0" marL="0" rtl="0" algn="ctr">
                        <a:spcBef>
                          <a:spcPts val="0"/>
                        </a:spcBef>
                        <a:spcAft>
                          <a:spcPts val="0"/>
                        </a:spcAft>
                        <a:buNone/>
                      </a:pPr>
                      <a:r>
                        <a:t/>
                      </a:r>
                      <a:endParaRPr/>
                    </a:p>
                  </a:txBody>
                  <a:tcPr marT="91425" marB="91425" marR="91425" marL="91425" anchor="ctr"/>
                </a:tc>
              </a:tr>
            </a:tbl>
          </a:graphicData>
        </a:graphic>
      </p:graphicFrame>
      <p:sp>
        <p:nvSpPr>
          <p:cNvPr id="1446" name="Google Shape;1446;p63"/>
          <p:cNvSpPr/>
          <p:nvPr/>
        </p:nvSpPr>
        <p:spPr>
          <a:xfrm>
            <a:off x="6652475" y="6299044"/>
            <a:ext cx="861000" cy="2718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등록</a:t>
            </a:r>
            <a:endParaRPr b="1" sz="1300">
              <a:solidFill>
                <a:schemeClr val="lt1"/>
              </a:solidFill>
              <a:latin typeface="Malgun Gothic"/>
              <a:ea typeface="Malgun Gothic"/>
              <a:cs typeface="Malgun Gothic"/>
              <a:sym typeface="Malgun Gothic"/>
            </a:endParaRPr>
          </a:p>
        </p:txBody>
      </p:sp>
      <p:graphicFrame>
        <p:nvGraphicFramePr>
          <p:cNvPr id="1447" name="Google Shape;1447;p63"/>
          <p:cNvGraphicFramePr/>
          <p:nvPr/>
        </p:nvGraphicFramePr>
        <p:xfrm>
          <a:off x="572100" y="5547407"/>
          <a:ext cx="3000000" cy="3000000"/>
        </p:xfrm>
        <a:graphic>
          <a:graphicData uri="http://schemas.openxmlformats.org/drawingml/2006/table">
            <a:tbl>
              <a:tblPr>
                <a:noFill/>
                <a:tableStyleId>{DABC0C2F-476B-403E-9239-0B67E1F473CF}</a:tableStyleId>
              </a:tblPr>
              <a:tblGrid>
                <a:gridCol w="1074150"/>
                <a:gridCol w="1074150"/>
                <a:gridCol w="1074150"/>
                <a:gridCol w="1074150"/>
                <a:gridCol w="1074150"/>
                <a:gridCol w="1074150"/>
                <a:gridCol w="1074150"/>
              </a:tblGrid>
              <a:tr h="335075">
                <a:tc>
                  <a:txBody>
                    <a:bodyPr/>
                    <a:lstStyle/>
                    <a:p>
                      <a:pPr indent="0" lvl="0" marL="0" rtl="0" algn="ctr">
                        <a:spcBef>
                          <a:spcPts val="0"/>
                        </a:spcBef>
                        <a:spcAft>
                          <a:spcPts val="0"/>
                        </a:spcAft>
                        <a:buNone/>
                      </a:pPr>
                      <a:r>
                        <a:rPr lang="ko-KR" sz="1700">
                          <a:solidFill>
                            <a:schemeClr val="lt2"/>
                          </a:solidFill>
                        </a:rPr>
                        <a:t>&lt;&lt;</a:t>
                      </a:r>
                      <a:endParaRPr sz="1700">
                        <a:solidFill>
                          <a:schemeClr val="lt2"/>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solidFill>
                            <a:srgbClr val="0000FF"/>
                          </a:solidFill>
                        </a:rPr>
                        <a:t>1</a:t>
                      </a:r>
                      <a:endParaRPr sz="1700">
                        <a:solidFill>
                          <a:srgbClr val="0000FF"/>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2</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3</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4</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5</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ko-KR" sz="1700"/>
                        <a:t>&gt;&gt;</a:t>
                      </a:r>
                      <a:endParaRPr sz="1700"/>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r>
            </a:tbl>
          </a:graphicData>
        </a:graphic>
      </p:graphicFrame>
      <p:sp>
        <p:nvSpPr>
          <p:cNvPr id="1448" name="Google Shape;1448;p63"/>
          <p:cNvSpPr/>
          <p:nvPr/>
        </p:nvSpPr>
        <p:spPr>
          <a:xfrm>
            <a:off x="7597350" y="6299044"/>
            <a:ext cx="861000" cy="2718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300">
                <a:solidFill>
                  <a:schemeClr val="lt1"/>
                </a:solidFill>
                <a:latin typeface="Malgun Gothic"/>
                <a:ea typeface="Malgun Gothic"/>
                <a:cs typeface="Malgun Gothic"/>
                <a:sym typeface="Malgun Gothic"/>
              </a:rPr>
              <a:t>삭제</a:t>
            </a:r>
            <a:endParaRPr b="1" sz="1300">
              <a:solidFill>
                <a:schemeClr val="lt1"/>
              </a:solidFill>
              <a:latin typeface="Malgun Gothic"/>
              <a:ea typeface="Malgun Gothic"/>
              <a:cs typeface="Malgun Gothic"/>
              <a:sym typeface="Malgun Gothic"/>
            </a:endParaRPr>
          </a:p>
        </p:txBody>
      </p:sp>
      <p:sp>
        <p:nvSpPr>
          <p:cNvPr id="1449" name="Google Shape;1449;p63"/>
          <p:cNvSpPr/>
          <p:nvPr/>
        </p:nvSpPr>
        <p:spPr>
          <a:xfrm>
            <a:off x="249193" y="2474144"/>
            <a:ext cx="239100" cy="1893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v</a:t>
            </a:r>
            <a:endParaRPr>
              <a:latin typeface="Malgun Gothic"/>
              <a:ea typeface="Malgun Gothic"/>
              <a:cs typeface="Malgun Gothic"/>
              <a:sym typeface="Malgun Gothic"/>
            </a:endParaRPr>
          </a:p>
        </p:txBody>
      </p:sp>
      <p:sp>
        <p:nvSpPr>
          <p:cNvPr id="1450" name="Google Shape;1450;p63"/>
          <p:cNvSpPr/>
          <p:nvPr/>
        </p:nvSpPr>
        <p:spPr>
          <a:xfrm>
            <a:off x="249193" y="3102276"/>
            <a:ext cx="239100" cy="1893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51" name="Google Shape;1451;p63"/>
          <p:cNvSpPr/>
          <p:nvPr/>
        </p:nvSpPr>
        <p:spPr>
          <a:xfrm>
            <a:off x="249193" y="3659351"/>
            <a:ext cx="239100" cy="1893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52" name="Google Shape;1452;p63"/>
          <p:cNvSpPr/>
          <p:nvPr/>
        </p:nvSpPr>
        <p:spPr>
          <a:xfrm>
            <a:off x="249193" y="4330951"/>
            <a:ext cx="239100" cy="1893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53" name="Google Shape;1453;p63"/>
          <p:cNvSpPr/>
          <p:nvPr/>
        </p:nvSpPr>
        <p:spPr>
          <a:xfrm>
            <a:off x="249193" y="4944226"/>
            <a:ext cx="239100" cy="189300"/>
          </a:xfrm>
          <a:prstGeom prst="flowChartAlternate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54" name="Google Shape;1454;p63"/>
          <p:cNvSpPr/>
          <p:nvPr/>
        </p:nvSpPr>
        <p:spPr>
          <a:xfrm>
            <a:off x="7728900" y="2561994"/>
            <a:ext cx="597900" cy="271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수정</a:t>
            </a:r>
            <a:endParaRPr b="1" sz="1000">
              <a:solidFill>
                <a:schemeClr val="lt1"/>
              </a:solidFill>
              <a:latin typeface="Malgun Gothic"/>
              <a:ea typeface="Malgun Gothic"/>
              <a:cs typeface="Malgun Gothic"/>
              <a:sym typeface="Malgun Gothic"/>
            </a:endParaRPr>
          </a:p>
        </p:txBody>
      </p:sp>
      <p:sp>
        <p:nvSpPr>
          <p:cNvPr id="1455" name="Google Shape;1455;p63"/>
          <p:cNvSpPr/>
          <p:nvPr/>
        </p:nvSpPr>
        <p:spPr>
          <a:xfrm>
            <a:off x="7728900" y="3102269"/>
            <a:ext cx="597900" cy="271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수정</a:t>
            </a:r>
            <a:endParaRPr b="1" sz="1000">
              <a:solidFill>
                <a:schemeClr val="lt1"/>
              </a:solidFill>
              <a:latin typeface="Malgun Gothic"/>
              <a:ea typeface="Malgun Gothic"/>
              <a:cs typeface="Malgun Gothic"/>
              <a:sym typeface="Malgun Gothic"/>
            </a:endParaRPr>
          </a:p>
        </p:txBody>
      </p:sp>
      <p:sp>
        <p:nvSpPr>
          <p:cNvPr id="1456" name="Google Shape;1456;p63"/>
          <p:cNvSpPr/>
          <p:nvPr/>
        </p:nvSpPr>
        <p:spPr>
          <a:xfrm>
            <a:off x="7728900" y="3714494"/>
            <a:ext cx="597900" cy="271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수정</a:t>
            </a:r>
            <a:endParaRPr b="1" sz="1000">
              <a:solidFill>
                <a:schemeClr val="lt1"/>
              </a:solidFill>
              <a:latin typeface="Malgun Gothic"/>
              <a:ea typeface="Malgun Gothic"/>
              <a:cs typeface="Malgun Gothic"/>
              <a:sym typeface="Malgun Gothic"/>
            </a:endParaRPr>
          </a:p>
        </p:txBody>
      </p:sp>
      <p:sp>
        <p:nvSpPr>
          <p:cNvPr id="1457" name="Google Shape;1457;p63"/>
          <p:cNvSpPr/>
          <p:nvPr/>
        </p:nvSpPr>
        <p:spPr>
          <a:xfrm>
            <a:off x="7728900" y="4326707"/>
            <a:ext cx="597900" cy="271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수정</a:t>
            </a:r>
            <a:endParaRPr b="1" sz="1000">
              <a:solidFill>
                <a:schemeClr val="lt1"/>
              </a:solidFill>
              <a:latin typeface="Malgun Gothic"/>
              <a:ea typeface="Malgun Gothic"/>
              <a:cs typeface="Malgun Gothic"/>
              <a:sym typeface="Malgun Gothic"/>
            </a:endParaRPr>
          </a:p>
        </p:txBody>
      </p:sp>
      <p:sp>
        <p:nvSpPr>
          <p:cNvPr id="1458" name="Google Shape;1458;p63"/>
          <p:cNvSpPr/>
          <p:nvPr/>
        </p:nvSpPr>
        <p:spPr>
          <a:xfrm>
            <a:off x="7728900" y="4902969"/>
            <a:ext cx="597900" cy="271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KR" sz="1000">
                <a:solidFill>
                  <a:schemeClr val="lt1"/>
                </a:solidFill>
                <a:latin typeface="Malgun Gothic"/>
                <a:ea typeface="Malgun Gothic"/>
                <a:cs typeface="Malgun Gothic"/>
                <a:sym typeface="Malgun Gothic"/>
              </a:rPr>
              <a:t>수정</a:t>
            </a:r>
            <a:endParaRPr b="1" sz="1000">
              <a:solidFill>
                <a:schemeClr val="lt1"/>
              </a:solidFill>
              <a:latin typeface="Malgun Gothic"/>
              <a:ea typeface="Malgun Gothic"/>
              <a:cs typeface="Malgun Gothic"/>
              <a:sym typeface="Malgun Gothic"/>
            </a:endParaRPr>
          </a:p>
        </p:txBody>
      </p:sp>
      <p:sp>
        <p:nvSpPr>
          <p:cNvPr id="1459" name="Google Shape;1459;p63"/>
          <p:cNvSpPr/>
          <p:nvPr/>
        </p:nvSpPr>
        <p:spPr>
          <a:xfrm>
            <a:off x="7597350" y="2259969"/>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460" name="Google Shape;1460;p63"/>
          <p:cNvSpPr/>
          <p:nvPr/>
        </p:nvSpPr>
        <p:spPr>
          <a:xfrm>
            <a:off x="92000" y="1550444"/>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461" name="Google Shape;1461;p63"/>
          <p:cNvSpPr/>
          <p:nvPr/>
        </p:nvSpPr>
        <p:spPr>
          <a:xfrm>
            <a:off x="92000" y="2118619"/>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462" name="Google Shape;1462;p63"/>
          <p:cNvSpPr/>
          <p:nvPr/>
        </p:nvSpPr>
        <p:spPr>
          <a:xfrm>
            <a:off x="6542075" y="6091444"/>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sp>
        <p:nvSpPr>
          <p:cNvPr id="1463" name="Google Shape;1463;p63"/>
          <p:cNvSpPr/>
          <p:nvPr/>
        </p:nvSpPr>
        <p:spPr>
          <a:xfrm>
            <a:off x="7513475" y="6091444"/>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6</a:t>
            </a:r>
            <a:endParaRPr>
              <a:solidFill>
                <a:srgbClr val="FFFFFF"/>
              </a:solidFill>
              <a:latin typeface="Malgun Gothic"/>
              <a:ea typeface="Malgun Gothic"/>
              <a:cs typeface="Malgun Gothic"/>
              <a:sym typeface="Malgun Gothic"/>
            </a:endParaRPr>
          </a:p>
        </p:txBody>
      </p:sp>
      <p:sp>
        <p:nvSpPr>
          <p:cNvPr id="1464" name="Google Shape;1464;p63"/>
          <p:cNvSpPr/>
          <p:nvPr/>
        </p:nvSpPr>
        <p:spPr>
          <a:xfrm>
            <a:off x="749550" y="5349369"/>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grpSp>
        <p:nvGrpSpPr>
          <p:cNvPr id="1465" name="Google Shape;1465;p63"/>
          <p:cNvGrpSpPr/>
          <p:nvPr/>
        </p:nvGrpSpPr>
        <p:grpSpPr>
          <a:xfrm>
            <a:off x="178125" y="740950"/>
            <a:ext cx="8239800" cy="642300"/>
            <a:chOff x="178125" y="740950"/>
            <a:chExt cx="8239800" cy="642300"/>
          </a:xfrm>
        </p:grpSpPr>
        <p:sp>
          <p:nvSpPr>
            <p:cNvPr id="1466" name="Google Shape;1466;p63"/>
            <p:cNvSpPr/>
            <p:nvPr/>
          </p:nvSpPr>
          <p:spPr>
            <a:xfrm>
              <a:off x="178125" y="740950"/>
              <a:ext cx="8239800" cy="642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67" name="Google Shape;1467;p63"/>
            <p:cNvSpPr/>
            <p:nvPr/>
          </p:nvSpPr>
          <p:spPr>
            <a:xfrm>
              <a:off x="309950" y="831700"/>
              <a:ext cx="13026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사이트명</a:t>
              </a:r>
              <a:endParaRPr b="0" i="0" sz="1400" u="none" cap="none" strike="noStrike">
                <a:solidFill>
                  <a:srgbClr val="000000"/>
                </a:solidFill>
                <a:latin typeface="Malgun Gothic"/>
                <a:ea typeface="Malgun Gothic"/>
                <a:cs typeface="Malgun Gothic"/>
                <a:sym typeface="Malgun Gothic"/>
              </a:endParaRPr>
            </a:p>
          </p:txBody>
        </p:sp>
        <p:sp>
          <p:nvSpPr>
            <p:cNvPr id="1468" name="Google Shape;1468;p63"/>
            <p:cNvSpPr/>
            <p:nvPr/>
          </p:nvSpPr>
          <p:spPr>
            <a:xfrm>
              <a:off x="1641952" y="835350"/>
              <a:ext cx="1051500" cy="4572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기관</a:t>
              </a:r>
              <a:endParaRPr b="0" i="0" sz="1400" u="none" cap="none" strike="noStrike">
                <a:solidFill>
                  <a:srgbClr val="000000"/>
                </a:solidFill>
                <a:latin typeface="Malgun Gothic"/>
                <a:ea typeface="Malgun Gothic"/>
                <a:cs typeface="Malgun Gothic"/>
                <a:sym typeface="Malgun Gothic"/>
              </a:endParaRPr>
            </a:p>
          </p:txBody>
        </p:sp>
        <p:sp>
          <p:nvSpPr>
            <p:cNvPr id="1469" name="Google Shape;1469;p63"/>
            <p:cNvSpPr/>
            <p:nvPr/>
          </p:nvSpPr>
          <p:spPr>
            <a:xfrm>
              <a:off x="2693443" y="838170"/>
              <a:ext cx="11538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기관관리자</a:t>
              </a:r>
              <a:endParaRPr b="0" i="0" sz="1400" u="none" cap="none" strike="noStrike">
                <a:solidFill>
                  <a:srgbClr val="000000"/>
                </a:solidFill>
                <a:latin typeface="Malgun Gothic"/>
                <a:ea typeface="Malgun Gothic"/>
                <a:cs typeface="Malgun Gothic"/>
                <a:sym typeface="Malgun Gothic"/>
              </a:endParaRPr>
            </a:p>
          </p:txBody>
        </p:sp>
        <p:sp>
          <p:nvSpPr>
            <p:cNvPr id="1470" name="Google Shape;1470;p63"/>
            <p:cNvSpPr/>
            <p:nvPr/>
          </p:nvSpPr>
          <p:spPr>
            <a:xfrm>
              <a:off x="3847250" y="816523"/>
              <a:ext cx="11538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기관담당자</a:t>
              </a:r>
              <a:endParaRPr b="0" i="0" sz="1400" u="none" cap="none" strike="noStrike">
                <a:solidFill>
                  <a:srgbClr val="000000"/>
                </a:solidFill>
                <a:latin typeface="Malgun Gothic"/>
                <a:ea typeface="Malgun Gothic"/>
                <a:cs typeface="Malgun Gothic"/>
                <a:sym typeface="Malgun Gothic"/>
              </a:endParaRPr>
            </a:p>
          </p:txBody>
        </p:sp>
        <p:sp>
          <p:nvSpPr>
            <p:cNvPr id="1471" name="Google Shape;1471;p63"/>
            <p:cNvSpPr/>
            <p:nvPr/>
          </p:nvSpPr>
          <p:spPr>
            <a:xfrm>
              <a:off x="5001050" y="828601"/>
              <a:ext cx="8334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지원자</a:t>
              </a:r>
              <a:endParaRPr b="0" i="0" sz="1400" u="none" cap="none" strike="noStrike">
                <a:solidFill>
                  <a:srgbClr val="000000"/>
                </a:solidFill>
                <a:latin typeface="Malgun Gothic"/>
                <a:ea typeface="Malgun Gothic"/>
                <a:cs typeface="Malgun Gothic"/>
                <a:sym typeface="Malgun Gothic"/>
              </a:endParaRPr>
            </a:p>
          </p:txBody>
        </p:sp>
        <p:sp>
          <p:nvSpPr>
            <p:cNvPr id="1472" name="Google Shape;1472;p63"/>
            <p:cNvSpPr/>
            <p:nvPr/>
          </p:nvSpPr>
          <p:spPr>
            <a:xfrm>
              <a:off x="7426675" y="866625"/>
              <a:ext cx="908100" cy="4047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로그아웃</a:t>
              </a:r>
              <a:endParaRPr b="0" i="0" sz="1400" u="none" cap="none" strike="noStrike">
                <a:solidFill>
                  <a:srgbClr val="000000"/>
                </a:solidFill>
                <a:latin typeface="Malgun Gothic"/>
                <a:ea typeface="Malgun Gothic"/>
                <a:cs typeface="Malgun Gothic"/>
                <a:sym typeface="Malgun Gothic"/>
              </a:endParaRPr>
            </a:p>
          </p:txBody>
        </p:sp>
      </p:grpSp>
      <p:sp>
        <p:nvSpPr>
          <p:cNvPr id="1473" name="Google Shape;1473;p63"/>
          <p:cNvSpPr/>
          <p:nvPr/>
        </p:nvSpPr>
        <p:spPr>
          <a:xfrm>
            <a:off x="5848350" y="839426"/>
            <a:ext cx="8334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조사지</a:t>
            </a:r>
            <a:endParaRPr b="0" i="0" sz="1400" u="none" cap="none" strike="noStrike">
              <a:solidFill>
                <a:srgbClr val="000000"/>
              </a:solidFill>
              <a:latin typeface="Malgun Gothic"/>
              <a:ea typeface="Malgun Gothic"/>
              <a:cs typeface="Malgun Gothic"/>
              <a:sym typeface="Malgun Gothic"/>
            </a:endParaRPr>
          </a:p>
        </p:txBody>
      </p:sp>
      <p:pic>
        <p:nvPicPr>
          <p:cNvPr id="1474" name="Google Shape;1474;p63"/>
          <p:cNvPicPr preferRelativeResize="0"/>
          <p:nvPr/>
        </p:nvPicPr>
        <p:blipFill>
          <a:blip r:embed="rId3">
            <a:alphaModFix/>
          </a:blip>
          <a:stretch>
            <a:fillRect/>
          </a:stretch>
        </p:blipFill>
        <p:spPr>
          <a:xfrm>
            <a:off x="140350" y="692071"/>
            <a:ext cx="8503199" cy="6117410"/>
          </a:xfrm>
          <a:prstGeom prst="rect">
            <a:avLst/>
          </a:prstGeom>
          <a:noFill/>
          <a:ln>
            <a:noFill/>
          </a:ln>
        </p:spPr>
      </p:pic>
      <p:sp>
        <p:nvSpPr>
          <p:cNvPr id="1475" name="Google Shape;1475;p63"/>
          <p:cNvSpPr/>
          <p:nvPr/>
        </p:nvSpPr>
        <p:spPr>
          <a:xfrm>
            <a:off x="1915573" y="1126556"/>
            <a:ext cx="4473300" cy="4621800"/>
          </a:xfrm>
          <a:prstGeom prst="roundRect">
            <a:avLst>
              <a:gd fmla="val 577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76" name="Google Shape;1476;p63"/>
          <p:cNvSpPr txBox="1"/>
          <p:nvPr/>
        </p:nvSpPr>
        <p:spPr>
          <a:xfrm>
            <a:off x="1915573" y="1441631"/>
            <a:ext cx="4473300" cy="338700"/>
          </a:xfrm>
          <a:prstGeom prst="rect">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ko-KR" sz="2000">
                <a:solidFill>
                  <a:srgbClr val="D9D9D9"/>
                </a:solidFill>
                <a:latin typeface="Malgun Gothic"/>
                <a:ea typeface="Malgun Gothic"/>
                <a:cs typeface="Malgun Gothic"/>
                <a:sym typeface="Malgun Gothic"/>
              </a:rPr>
              <a:t>기관 등록</a:t>
            </a:r>
            <a:endParaRPr b="1" sz="2000">
              <a:solidFill>
                <a:srgbClr val="D9D9D9"/>
              </a:solidFill>
              <a:latin typeface="Malgun Gothic"/>
              <a:ea typeface="Malgun Gothic"/>
              <a:cs typeface="Malgun Gothic"/>
              <a:sym typeface="Malgun Gothic"/>
            </a:endParaRPr>
          </a:p>
        </p:txBody>
      </p:sp>
      <p:sp>
        <p:nvSpPr>
          <p:cNvPr id="1477" name="Google Shape;1477;p63"/>
          <p:cNvSpPr txBox="1"/>
          <p:nvPr/>
        </p:nvSpPr>
        <p:spPr>
          <a:xfrm>
            <a:off x="5915698" y="1466531"/>
            <a:ext cx="388800" cy="28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sz="1500">
                <a:solidFill>
                  <a:srgbClr val="D9D9D9"/>
                </a:solidFill>
                <a:latin typeface="Malgun Gothic"/>
                <a:ea typeface="Malgun Gothic"/>
                <a:cs typeface="Malgun Gothic"/>
                <a:sym typeface="Malgun Gothic"/>
              </a:rPr>
              <a:t>Ｘ</a:t>
            </a:r>
            <a:endParaRPr sz="1500">
              <a:solidFill>
                <a:srgbClr val="D9D9D9"/>
              </a:solidFill>
              <a:latin typeface="Malgun Gothic"/>
              <a:ea typeface="Malgun Gothic"/>
              <a:cs typeface="Malgun Gothic"/>
              <a:sym typeface="Malgun Gothic"/>
            </a:endParaRPr>
          </a:p>
        </p:txBody>
      </p:sp>
      <p:sp>
        <p:nvSpPr>
          <p:cNvPr id="1478" name="Google Shape;1478;p63"/>
          <p:cNvSpPr txBox="1"/>
          <p:nvPr/>
        </p:nvSpPr>
        <p:spPr>
          <a:xfrm>
            <a:off x="2075073" y="1784606"/>
            <a:ext cx="917100" cy="3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ko-KR">
                <a:solidFill>
                  <a:schemeClr val="dk1"/>
                </a:solidFill>
                <a:latin typeface="Malgun Gothic"/>
                <a:ea typeface="Malgun Gothic"/>
                <a:cs typeface="Malgun Gothic"/>
                <a:sym typeface="Malgun Gothic"/>
              </a:rPr>
              <a:t>기관명</a:t>
            </a:r>
            <a:endParaRPr>
              <a:solidFill>
                <a:schemeClr val="dk1"/>
              </a:solidFill>
              <a:latin typeface="Malgun Gothic"/>
              <a:ea typeface="Malgun Gothic"/>
              <a:cs typeface="Malgun Gothic"/>
              <a:sym typeface="Malgun Gothic"/>
            </a:endParaRPr>
          </a:p>
        </p:txBody>
      </p:sp>
      <p:sp>
        <p:nvSpPr>
          <p:cNvPr id="1479" name="Google Shape;1479;p63"/>
          <p:cNvSpPr txBox="1"/>
          <p:nvPr/>
        </p:nvSpPr>
        <p:spPr>
          <a:xfrm>
            <a:off x="2075073" y="2628556"/>
            <a:ext cx="917100" cy="3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ko-KR">
                <a:solidFill>
                  <a:schemeClr val="dk1"/>
                </a:solidFill>
                <a:latin typeface="Malgun Gothic"/>
                <a:ea typeface="Malgun Gothic"/>
                <a:cs typeface="Malgun Gothic"/>
                <a:sym typeface="Malgun Gothic"/>
              </a:rPr>
              <a:t>주소</a:t>
            </a:r>
            <a:endParaRPr>
              <a:solidFill>
                <a:schemeClr val="dk1"/>
              </a:solidFill>
              <a:latin typeface="Malgun Gothic"/>
              <a:ea typeface="Malgun Gothic"/>
              <a:cs typeface="Malgun Gothic"/>
              <a:sym typeface="Malgun Gothic"/>
            </a:endParaRPr>
          </a:p>
        </p:txBody>
      </p:sp>
      <p:sp>
        <p:nvSpPr>
          <p:cNvPr id="1480" name="Google Shape;1480;p63"/>
          <p:cNvSpPr txBox="1"/>
          <p:nvPr/>
        </p:nvSpPr>
        <p:spPr>
          <a:xfrm>
            <a:off x="2075073" y="3107206"/>
            <a:ext cx="917100" cy="3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ko-KR">
                <a:solidFill>
                  <a:schemeClr val="dk1"/>
                </a:solidFill>
                <a:latin typeface="Malgun Gothic"/>
                <a:ea typeface="Malgun Gothic"/>
                <a:cs typeface="Malgun Gothic"/>
                <a:sym typeface="Malgun Gothic"/>
              </a:rPr>
              <a:t>이메일</a:t>
            </a:r>
            <a:endParaRPr>
              <a:solidFill>
                <a:schemeClr val="dk1"/>
              </a:solidFill>
              <a:latin typeface="Malgun Gothic"/>
              <a:ea typeface="Malgun Gothic"/>
              <a:cs typeface="Malgun Gothic"/>
              <a:sym typeface="Malgun Gothic"/>
            </a:endParaRPr>
          </a:p>
        </p:txBody>
      </p:sp>
      <p:sp>
        <p:nvSpPr>
          <p:cNvPr id="1481" name="Google Shape;1481;p63"/>
          <p:cNvSpPr txBox="1"/>
          <p:nvPr/>
        </p:nvSpPr>
        <p:spPr>
          <a:xfrm>
            <a:off x="2075073" y="3585856"/>
            <a:ext cx="917100" cy="3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ko-KR">
                <a:solidFill>
                  <a:schemeClr val="dk1"/>
                </a:solidFill>
                <a:latin typeface="Malgun Gothic"/>
                <a:ea typeface="Malgun Gothic"/>
                <a:cs typeface="Malgun Gothic"/>
                <a:sym typeface="Malgun Gothic"/>
              </a:rPr>
              <a:t>연락처</a:t>
            </a:r>
            <a:endParaRPr>
              <a:solidFill>
                <a:schemeClr val="dk1"/>
              </a:solidFill>
              <a:latin typeface="Malgun Gothic"/>
              <a:ea typeface="Malgun Gothic"/>
              <a:cs typeface="Malgun Gothic"/>
              <a:sym typeface="Malgun Gothic"/>
            </a:endParaRPr>
          </a:p>
        </p:txBody>
      </p:sp>
      <p:sp>
        <p:nvSpPr>
          <p:cNvPr id="1482" name="Google Shape;1482;p63"/>
          <p:cNvSpPr/>
          <p:nvPr/>
        </p:nvSpPr>
        <p:spPr>
          <a:xfrm>
            <a:off x="3135223" y="1820606"/>
            <a:ext cx="3110100" cy="338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기관이름</a:t>
            </a:r>
            <a:endParaRPr>
              <a:latin typeface="Malgun Gothic"/>
              <a:ea typeface="Malgun Gothic"/>
              <a:cs typeface="Malgun Gothic"/>
              <a:sym typeface="Malgun Gothic"/>
            </a:endParaRPr>
          </a:p>
        </p:txBody>
      </p:sp>
      <p:sp>
        <p:nvSpPr>
          <p:cNvPr id="1483" name="Google Shape;1483;p63"/>
          <p:cNvSpPr/>
          <p:nvPr/>
        </p:nvSpPr>
        <p:spPr>
          <a:xfrm>
            <a:off x="3131623" y="2628556"/>
            <a:ext cx="3110100" cy="338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기관주소</a:t>
            </a:r>
            <a:endParaRPr>
              <a:latin typeface="Malgun Gothic"/>
              <a:ea typeface="Malgun Gothic"/>
              <a:cs typeface="Malgun Gothic"/>
              <a:sym typeface="Malgun Gothic"/>
            </a:endParaRPr>
          </a:p>
        </p:txBody>
      </p:sp>
      <p:sp>
        <p:nvSpPr>
          <p:cNvPr id="1484" name="Google Shape;1484;p63"/>
          <p:cNvSpPr/>
          <p:nvPr/>
        </p:nvSpPr>
        <p:spPr>
          <a:xfrm>
            <a:off x="3131623" y="3107206"/>
            <a:ext cx="3110100" cy="338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기관메일</a:t>
            </a:r>
            <a:endParaRPr>
              <a:latin typeface="Malgun Gothic"/>
              <a:ea typeface="Malgun Gothic"/>
              <a:cs typeface="Malgun Gothic"/>
              <a:sym typeface="Malgun Gothic"/>
            </a:endParaRPr>
          </a:p>
        </p:txBody>
      </p:sp>
      <p:sp>
        <p:nvSpPr>
          <p:cNvPr id="1485" name="Google Shape;1485;p63"/>
          <p:cNvSpPr/>
          <p:nvPr/>
        </p:nvSpPr>
        <p:spPr>
          <a:xfrm>
            <a:off x="3131623" y="3585856"/>
            <a:ext cx="678000" cy="338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02</a:t>
            </a:r>
            <a:endParaRPr>
              <a:latin typeface="Malgun Gothic"/>
              <a:ea typeface="Malgun Gothic"/>
              <a:cs typeface="Malgun Gothic"/>
              <a:sym typeface="Malgun Gothic"/>
            </a:endParaRPr>
          </a:p>
        </p:txBody>
      </p:sp>
      <p:sp>
        <p:nvSpPr>
          <p:cNvPr id="1486" name="Google Shape;1486;p63"/>
          <p:cNvSpPr/>
          <p:nvPr/>
        </p:nvSpPr>
        <p:spPr>
          <a:xfrm>
            <a:off x="3172475" y="5022015"/>
            <a:ext cx="883200" cy="441600"/>
          </a:xfrm>
          <a:prstGeom prst="rect">
            <a:avLst/>
          </a:prstGeom>
          <a:solidFill>
            <a:schemeClr val="accent6"/>
          </a:solidFill>
          <a:ln cap="flat" cmpd="sng" w="12050">
            <a:solidFill>
              <a:schemeClr val="dk2"/>
            </a:solidFill>
            <a:prstDash val="solid"/>
            <a:round/>
            <a:headEnd len="sm" w="sm" type="none"/>
            <a:tailEnd len="sm" w="sm" type="none"/>
          </a:ln>
        </p:spPr>
        <p:txBody>
          <a:bodyPr anchorCtr="0" anchor="ctr" bIns="115675" lIns="115675" spcFirstLastPara="1" rIns="115675" wrap="square" tIns="115675">
            <a:noAutofit/>
          </a:bodyPr>
          <a:lstStyle/>
          <a:p>
            <a:pPr indent="0" lvl="0" marL="0" rtl="0" algn="ctr">
              <a:spcBef>
                <a:spcPts val="0"/>
              </a:spcBef>
              <a:spcAft>
                <a:spcPts val="0"/>
              </a:spcAft>
              <a:buNone/>
            </a:pPr>
            <a:r>
              <a:rPr b="1" lang="ko-KR" sz="1644">
                <a:solidFill>
                  <a:schemeClr val="lt1"/>
                </a:solidFill>
                <a:latin typeface="Malgun Gothic"/>
                <a:ea typeface="Malgun Gothic"/>
                <a:cs typeface="Malgun Gothic"/>
                <a:sym typeface="Malgun Gothic"/>
              </a:rPr>
              <a:t>등록</a:t>
            </a:r>
            <a:endParaRPr b="1" sz="1644">
              <a:solidFill>
                <a:schemeClr val="lt1"/>
              </a:solidFill>
              <a:latin typeface="Malgun Gothic"/>
              <a:ea typeface="Malgun Gothic"/>
              <a:cs typeface="Malgun Gothic"/>
              <a:sym typeface="Malgun Gothic"/>
            </a:endParaRPr>
          </a:p>
        </p:txBody>
      </p:sp>
      <p:sp>
        <p:nvSpPr>
          <p:cNvPr id="1487" name="Google Shape;1487;p63"/>
          <p:cNvSpPr/>
          <p:nvPr/>
        </p:nvSpPr>
        <p:spPr>
          <a:xfrm>
            <a:off x="4248684" y="5021806"/>
            <a:ext cx="883200" cy="441600"/>
          </a:xfrm>
          <a:prstGeom prst="rect">
            <a:avLst/>
          </a:prstGeom>
          <a:solidFill>
            <a:schemeClr val="accent4"/>
          </a:solidFill>
          <a:ln cap="flat" cmpd="sng" w="12050">
            <a:solidFill>
              <a:schemeClr val="dk2"/>
            </a:solidFill>
            <a:prstDash val="solid"/>
            <a:round/>
            <a:headEnd len="sm" w="sm" type="none"/>
            <a:tailEnd len="sm" w="sm" type="none"/>
          </a:ln>
        </p:spPr>
        <p:txBody>
          <a:bodyPr anchorCtr="0" anchor="ctr" bIns="115675" lIns="115675" spcFirstLastPara="1" rIns="115675" wrap="square" tIns="115675">
            <a:noAutofit/>
          </a:bodyPr>
          <a:lstStyle/>
          <a:p>
            <a:pPr indent="0" lvl="0" marL="0" rtl="0" algn="ctr">
              <a:spcBef>
                <a:spcPts val="0"/>
              </a:spcBef>
              <a:spcAft>
                <a:spcPts val="0"/>
              </a:spcAft>
              <a:buNone/>
            </a:pPr>
            <a:r>
              <a:rPr b="1" lang="ko-KR" sz="1644">
                <a:solidFill>
                  <a:schemeClr val="lt1"/>
                </a:solidFill>
                <a:latin typeface="Malgun Gothic"/>
                <a:ea typeface="Malgun Gothic"/>
                <a:cs typeface="Malgun Gothic"/>
                <a:sym typeface="Malgun Gothic"/>
              </a:rPr>
              <a:t>취소</a:t>
            </a:r>
            <a:endParaRPr b="1" sz="1644">
              <a:solidFill>
                <a:schemeClr val="lt1"/>
              </a:solidFill>
              <a:latin typeface="Malgun Gothic"/>
              <a:ea typeface="Malgun Gothic"/>
              <a:cs typeface="Malgun Gothic"/>
              <a:sym typeface="Malgun Gothic"/>
            </a:endParaRPr>
          </a:p>
        </p:txBody>
      </p:sp>
      <p:sp>
        <p:nvSpPr>
          <p:cNvPr id="1488" name="Google Shape;1488;p63"/>
          <p:cNvSpPr txBox="1"/>
          <p:nvPr/>
        </p:nvSpPr>
        <p:spPr>
          <a:xfrm>
            <a:off x="2075073" y="4064606"/>
            <a:ext cx="917100" cy="3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ko-KR">
                <a:solidFill>
                  <a:schemeClr val="dk1"/>
                </a:solidFill>
                <a:latin typeface="Malgun Gothic"/>
                <a:ea typeface="Malgun Gothic"/>
                <a:cs typeface="Malgun Gothic"/>
                <a:sym typeface="Malgun Gothic"/>
              </a:rPr>
              <a:t>운영여부</a:t>
            </a:r>
            <a:endParaRPr>
              <a:solidFill>
                <a:schemeClr val="dk1"/>
              </a:solidFill>
              <a:latin typeface="Malgun Gothic"/>
              <a:ea typeface="Malgun Gothic"/>
              <a:cs typeface="Malgun Gothic"/>
              <a:sym typeface="Malgun Gothic"/>
            </a:endParaRPr>
          </a:p>
        </p:txBody>
      </p:sp>
      <p:sp>
        <p:nvSpPr>
          <p:cNvPr id="1489" name="Google Shape;1489;p63"/>
          <p:cNvSpPr/>
          <p:nvPr/>
        </p:nvSpPr>
        <p:spPr>
          <a:xfrm>
            <a:off x="4122898" y="3585856"/>
            <a:ext cx="867900" cy="338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3456</a:t>
            </a:r>
            <a:endParaRPr>
              <a:latin typeface="Malgun Gothic"/>
              <a:ea typeface="Malgun Gothic"/>
              <a:cs typeface="Malgun Gothic"/>
              <a:sym typeface="Malgun Gothic"/>
            </a:endParaRPr>
          </a:p>
        </p:txBody>
      </p:sp>
      <p:sp>
        <p:nvSpPr>
          <p:cNvPr id="1490" name="Google Shape;1490;p63"/>
          <p:cNvSpPr/>
          <p:nvPr/>
        </p:nvSpPr>
        <p:spPr>
          <a:xfrm>
            <a:off x="5304070" y="3585856"/>
            <a:ext cx="867900" cy="338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7890</a:t>
            </a:r>
            <a:endParaRPr>
              <a:latin typeface="Malgun Gothic"/>
              <a:ea typeface="Malgun Gothic"/>
              <a:cs typeface="Malgun Gothic"/>
              <a:sym typeface="Malgun Gothic"/>
            </a:endParaRPr>
          </a:p>
        </p:txBody>
      </p:sp>
      <p:sp>
        <p:nvSpPr>
          <p:cNvPr id="1491" name="Google Shape;1491;p63"/>
          <p:cNvSpPr txBox="1"/>
          <p:nvPr/>
        </p:nvSpPr>
        <p:spPr>
          <a:xfrm>
            <a:off x="3849373" y="3615231"/>
            <a:ext cx="206400" cy="28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dk1"/>
                </a:solidFill>
                <a:latin typeface="Malgun Gothic"/>
                <a:ea typeface="Malgun Gothic"/>
                <a:cs typeface="Malgun Gothic"/>
                <a:sym typeface="Malgun Gothic"/>
              </a:rPr>
              <a:t>-</a:t>
            </a:r>
            <a:endParaRPr>
              <a:solidFill>
                <a:schemeClr val="dk1"/>
              </a:solidFill>
              <a:latin typeface="Malgun Gothic"/>
              <a:ea typeface="Malgun Gothic"/>
              <a:cs typeface="Malgun Gothic"/>
              <a:sym typeface="Malgun Gothic"/>
            </a:endParaRPr>
          </a:p>
        </p:txBody>
      </p:sp>
      <p:sp>
        <p:nvSpPr>
          <p:cNvPr id="1492" name="Google Shape;1492;p63"/>
          <p:cNvSpPr txBox="1"/>
          <p:nvPr/>
        </p:nvSpPr>
        <p:spPr>
          <a:xfrm>
            <a:off x="5024299" y="3615231"/>
            <a:ext cx="206400" cy="28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dk1"/>
                </a:solidFill>
                <a:latin typeface="Malgun Gothic"/>
                <a:ea typeface="Malgun Gothic"/>
                <a:cs typeface="Malgun Gothic"/>
                <a:sym typeface="Malgun Gothic"/>
              </a:rPr>
              <a:t>-</a:t>
            </a:r>
            <a:endParaRPr>
              <a:solidFill>
                <a:schemeClr val="dk1"/>
              </a:solidFill>
              <a:latin typeface="Malgun Gothic"/>
              <a:ea typeface="Malgun Gothic"/>
              <a:cs typeface="Malgun Gothic"/>
              <a:sym typeface="Malgun Gothic"/>
            </a:endParaRPr>
          </a:p>
        </p:txBody>
      </p:sp>
      <p:sp>
        <p:nvSpPr>
          <p:cNvPr id="1493" name="Google Shape;1493;p63"/>
          <p:cNvSpPr/>
          <p:nvPr/>
        </p:nvSpPr>
        <p:spPr>
          <a:xfrm>
            <a:off x="3140923" y="4134206"/>
            <a:ext cx="206400" cy="1995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94" name="Google Shape;1494;p63"/>
          <p:cNvSpPr/>
          <p:nvPr/>
        </p:nvSpPr>
        <p:spPr>
          <a:xfrm>
            <a:off x="3191473" y="4173431"/>
            <a:ext cx="105300" cy="1053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95" name="Google Shape;1495;p63"/>
          <p:cNvSpPr/>
          <p:nvPr/>
        </p:nvSpPr>
        <p:spPr>
          <a:xfrm>
            <a:off x="4122898" y="4134206"/>
            <a:ext cx="206400" cy="1995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496" name="Google Shape;1496;p63"/>
          <p:cNvSpPr txBox="1"/>
          <p:nvPr/>
        </p:nvSpPr>
        <p:spPr>
          <a:xfrm flipH="1">
            <a:off x="3332823" y="4064606"/>
            <a:ext cx="5625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dk1"/>
                </a:solidFill>
                <a:latin typeface="Malgun Gothic"/>
                <a:ea typeface="Malgun Gothic"/>
                <a:cs typeface="Malgun Gothic"/>
                <a:sym typeface="Malgun Gothic"/>
              </a:rPr>
              <a:t>운영</a:t>
            </a:r>
            <a:endParaRPr>
              <a:solidFill>
                <a:schemeClr val="dk1"/>
              </a:solidFill>
              <a:latin typeface="Malgun Gothic"/>
              <a:ea typeface="Malgun Gothic"/>
              <a:cs typeface="Malgun Gothic"/>
              <a:sym typeface="Malgun Gothic"/>
            </a:endParaRPr>
          </a:p>
        </p:txBody>
      </p:sp>
      <p:sp>
        <p:nvSpPr>
          <p:cNvPr id="1497" name="Google Shape;1497;p63"/>
          <p:cNvSpPr txBox="1"/>
          <p:nvPr/>
        </p:nvSpPr>
        <p:spPr>
          <a:xfrm flipH="1">
            <a:off x="4329298" y="4064606"/>
            <a:ext cx="562500" cy="33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dk1"/>
                </a:solidFill>
                <a:latin typeface="Malgun Gothic"/>
                <a:ea typeface="Malgun Gothic"/>
                <a:cs typeface="Malgun Gothic"/>
                <a:sym typeface="Malgun Gothic"/>
              </a:rPr>
              <a:t>종료</a:t>
            </a:r>
            <a:endParaRPr>
              <a:solidFill>
                <a:schemeClr val="dk1"/>
              </a:solidFill>
              <a:latin typeface="Malgun Gothic"/>
              <a:ea typeface="Malgun Gothic"/>
              <a:cs typeface="Malgun Gothic"/>
              <a:sym typeface="Malgun Gothic"/>
            </a:endParaRPr>
          </a:p>
        </p:txBody>
      </p:sp>
      <p:sp>
        <p:nvSpPr>
          <p:cNvPr id="1498" name="Google Shape;1498;p63"/>
          <p:cNvSpPr/>
          <p:nvPr/>
        </p:nvSpPr>
        <p:spPr>
          <a:xfrm>
            <a:off x="3172475" y="5919315"/>
            <a:ext cx="883200" cy="441600"/>
          </a:xfrm>
          <a:prstGeom prst="rect">
            <a:avLst/>
          </a:prstGeom>
          <a:solidFill>
            <a:schemeClr val="accent1"/>
          </a:solidFill>
          <a:ln cap="flat" cmpd="sng" w="12050">
            <a:solidFill>
              <a:schemeClr val="dk2"/>
            </a:solidFill>
            <a:prstDash val="solid"/>
            <a:round/>
            <a:headEnd len="sm" w="sm" type="none"/>
            <a:tailEnd len="sm" w="sm" type="none"/>
          </a:ln>
        </p:spPr>
        <p:txBody>
          <a:bodyPr anchorCtr="0" anchor="ctr" bIns="115675" lIns="115675" spcFirstLastPara="1" rIns="115675" wrap="square" tIns="115675">
            <a:noAutofit/>
          </a:bodyPr>
          <a:lstStyle/>
          <a:p>
            <a:pPr indent="0" lvl="0" marL="0" rtl="0" algn="ctr">
              <a:spcBef>
                <a:spcPts val="0"/>
              </a:spcBef>
              <a:spcAft>
                <a:spcPts val="0"/>
              </a:spcAft>
              <a:buNone/>
            </a:pPr>
            <a:r>
              <a:rPr b="1" lang="ko-KR" sz="1644">
                <a:solidFill>
                  <a:schemeClr val="lt1"/>
                </a:solidFill>
                <a:latin typeface="Malgun Gothic"/>
                <a:ea typeface="Malgun Gothic"/>
                <a:cs typeface="Malgun Gothic"/>
                <a:sym typeface="Malgun Gothic"/>
              </a:rPr>
              <a:t>수정</a:t>
            </a:r>
            <a:endParaRPr b="1" sz="1644">
              <a:solidFill>
                <a:schemeClr val="lt1"/>
              </a:solidFill>
              <a:latin typeface="Malgun Gothic"/>
              <a:ea typeface="Malgun Gothic"/>
              <a:cs typeface="Malgun Gothic"/>
              <a:sym typeface="Malgun Gothic"/>
            </a:endParaRPr>
          </a:p>
        </p:txBody>
      </p:sp>
      <p:sp>
        <p:nvSpPr>
          <p:cNvPr id="1499" name="Google Shape;1499;p63"/>
          <p:cNvSpPr/>
          <p:nvPr/>
        </p:nvSpPr>
        <p:spPr>
          <a:xfrm>
            <a:off x="1823373" y="1126556"/>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500" name="Google Shape;1500;p63"/>
          <p:cNvSpPr/>
          <p:nvPr/>
        </p:nvSpPr>
        <p:spPr>
          <a:xfrm>
            <a:off x="2992173" y="4870106"/>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501" name="Google Shape;1501;p63"/>
          <p:cNvSpPr/>
          <p:nvPr/>
        </p:nvSpPr>
        <p:spPr>
          <a:xfrm>
            <a:off x="2992173" y="5772281"/>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sp>
        <p:nvSpPr>
          <p:cNvPr id="1502" name="Google Shape;1502;p63"/>
          <p:cNvSpPr/>
          <p:nvPr/>
        </p:nvSpPr>
        <p:spPr>
          <a:xfrm>
            <a:off x="4100248" y="4870106"/>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503" name="Google Shape;1503;p63"/>
          <p:cNvSpPr/>
          <p:nvPr/>
        </p:nvSpPr>
        <p:spPr>
          <a:xfrm>
            <a:off x="3131623" y="2224581"/>
            <a:ext cx="3110100" cy="338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latin typeface="Malgun Gothic"/>
                <a:ea typeface="Malgun Gothic"/>
                <a:cs typeface="Malgun Gothic"/>
                <a:sym typeface="Malgun Gothic"/>
              </a:rPr>
              <a:t>000-000-00000</a:t>
            </a:r>
            <a:endParaRPr>
              <a:latin typeface="Malgun Gothic"/>
              <a:ea typeface="Malgun Gothic"/>
              <a:cs typeface="Malgun Gothic"/>
              <a:sym typeface="Malgun Gothic"/>
            </a:endParaRPr>
          </a:p>
        </p:txBody>
      </p:sp>
      <p:sp>
        <p:nvSpPr>
          <p:cNvPr id="1504" name="Google Shape;1504;p63"/>
          <p:cNvSpPr txBox="1"/>
          <p:nvPr/>
        </p:nvSpPr>
        <p:spPr>
          <a:xfrm>
            <a:off x="1949598" y="2198106"/>
            <a:ext cx="11223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300">
                <a:solidFill>
                  <a:schemeClr val="dk1"/>
                </a:solidFill>
                <a:latin typeface="Malgun Gothic"/>
                <a:ea typeface="Malgun Gothic"/>
                <a:cs typeface="Malgun Gothic"/>
                <a:sym typeface="Malgun Gothic"/>
              </a:rPr>
              <a:t>사업자번호</a:t>
            </a:r>
            <a:endParaRPr sz="1300">
              <a:solidFill>
                <a:schemeClr val="dk1"/>
              </a:solidFill>
              <a:latin typeface="Malgun Gothic"/>
              <a:ea typeface="Malgun Gothic"/>
              <a:cs typeface="Malgun Gothic"/>
              <a:sym typeface="Malgun Gothic"/>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graphicFrame>
        <p:nvGraphicFramePr>
          <p:cNvPr id="1510" name="Google Shape;1510;p64"/>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view-051</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마이페이지 - 지원자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지원자의 정보를 보여주는 마이페이지에서 정보를 수정하고 지원대상자를 등록,삭제,수정하는 화면</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3465A4"/>
                        </a:solidFil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지원자는 자신의 정보(아이디, 연락처, 이메일, 주소, 가입일) 조회 가능하다.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지원대상자 정보 (이름, 생년월일, 성별, 주소, 장애유형, 등록일) 조회 가능하다. 장애유형은 셀렉트박스로 선택하며 + 를 통해 1개이상 등록 가능하다.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지원자는 지원자의 연락처, 이메일, 주소를 수정할수있다.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지원자는 지원대상자의 성별, 주소, 장애유형을 수정할수 있다. </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지원 대상자를 추가 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지원자는 회원 탈퇴를 진행할 수 있다.</a:t>
                      </a:r>
                      <a:endParaRPr sz="1000" u="none" cap="none" strike="noStrike">
                        <a:solidFill>
                          <a:srgbClr val="3465A4"/>
                        </a:solidFill>
                      </a:endParaRPr>
                    </a:p>
                    <a:p>
                      <a:pPr indent="0" lvl="0" marL="0" marR="0" rtl="0" algn="l">
                        <a:spcBef>
                          <a:spcPts val="0"/>
                        </a:spcBef>
                        <a:spcAft>
                          <a:spcPts val="0"/>
                        </a:spcAft>
                        <a:buNone/>
                      </a:pPr>
                      <a:r>
                        <a:t/>
                      </a:r>
                      <a:endParaRPr sz="1000" u="none" cap="none" strike="noStrike">
                        <a:solidFill>
                          <a:srgbClr val="3465A4"/>
                        </a:solidFill>
                      </a:endParaRPr>
                    </a:p>
                    <a:p>
                      <a:pPr indent="0" lvl="0" marL="0" marR="0" rtl="0" algn="l">
                        <a:spcBef>
                          <a:spcPts val="0"/>
                        </a:spcBef>
                        <a:spcAft>
                          <a:spcPts val="0"/>
                        </a:spcAft>
                        <a:buNone/>
                      </a:pPr>
                      <a:r>
                        <a:t/>
                      </a:r>
                      <a:endParaRPr sz="1000" u="none" cap="none" strike="noStrike">
                        <a:solidFill>
                          <a:srgbClr val="3465A4"/>
                        </a:solidFill>
                      </a:endParaRPr>
                    </a:p>
                    <a:p>
                      <a:pPr indent="0" lvl="0" marL="0" marR="0" rtl="0" algn="l">
                        <a:spcBef>
                          <a:spcPts val="0"/>
                        </a:spcBef>
                        <a:spcAft>
                          <a:spcPts val="0"/>
                        </a:spcAft>
                        <a:buNone/>
                      </a:pPr>
                      <a:r>
                        <a:t/>
                      </a:r>
                      <a:endParaRPr sz="1000" u="none" cap="none" strike="noStrike">
                        <a:solidFill>
                          <a:srgbClr val="3465A4"/>
                        </a:solidFill>
                      </a:endParaRPr>
                    </a:p>
                    <a:p>
                      <a:pPr indent="0" lvl="0" marL="0" marR="0" rtl="0" algn="l">
                        <a:spcBef>
                          <a:spcPts val="0"/>
                        </a:spcBef>
                        <a:spcAft>
                          <a:spcPts val="0"/>
                        </a:spcAft>
                        <a:buNone/>
                      </a:pPr>
                      <a:r>
                        <a:t/>
                      </a:r>
                      <a:endParaRPr sz="1000" u="none" cap="none" strike="noStrike">
                        <a:solidFill>
                          <a:srgbClr val="3465A4"/>
                        </a:solidFill>
                      </a:endParaRPr>
                    </a:p>
                    <a:p>
                      <a:pPr indent="0" lvl="0" marL="0" marR="0" rtl="0" algn="l">
                        <a:spcBef>
                          <a:spcPts val="0"/>
                        </a:spcBef>
                        <a:spcAft>
                          <a:spcPts val="0"/>
                        </a:spcAft>
                        <a:buNone/>
                      </a:pPr>
                      <a:r>
                        <a:t/>
                      </a:r>
                      <a:endParaRPr sz="1000" u="none" cap="none" strike="noStrike">
                        <a:solidFill>
                          <a:srgbClr val="3465A4"/>
                        </a:solidFill>
                      </a:endParaRPr>
                    </a:p>
                    <a:p>
                      <a:pPr indent="0" lvl="0" marL="0" marR="0" rtl="0" algn="l">
                        <a:spcBef>
                          <a:spcPts val="0"/>
                        </a:spcBef>
                        <a:spcAft>
                          <a:spcPts val="0"/>
                        </a:spcAft>
                        <a:buNone/>
                      </a:pPr>
                      <a:r>
                        <a:t/>
                      </a:r>
                      <a:endParaRPr sz="1000" u="none" cap="none" strike="noStrike">
                        <a:solidFill>
                          <a:srgbClr val="3465A4"/>
                        </a:solidFill>
                      </a:endParaRPr>
                    </a:p>
                    <a:p>
                      <a:pPr indent="0" lvl="0" marL="0" marR="0" rtl="0" algn="l">
                        <a:spcBef>
                          <a:spcPts val="0"/>
                        </a:spcBef>
                        <a:spcAft>
                          <a:spcPts val="0"/>
                        </a:spcAft>
                        <a:buNone/>
                      </a:pPr>
                      <a:r>
                        <a:t/>
                      </a:r>
                      <a:endParaRPr sz="1000" u="none" cap="none" strike="noStrike">
                        <a:solidFill>
                          <a:srgbClr val="3465A4"/>
                        </a:solidFill>
                      </a:endParaRPr>
                    </a:p>
                    <a:p>
                      <a:pPr indent="0" lvl="0" marL="0" marR="0" rtl="0" algn="l">
                        <a:spcBef>
                          <a:spcPts val="0"/>
                        </a:spcBef>
                        <a:spcAft>
                          <a:spcPts val="0"/>
                        </a:spcAft>
                        <a:buNone/>
                      </a:pPr>
                      <a:r>
                        <a:t/>
                      </a:r>
                      <a:endParaRPr sz="1000" u="none" cap="none" strike="noStrike">
                        <a:solidFill>
                          <a:srgbClr val="3465A4"/>
                        </a:solidFill>
                      </a:endParaRPr>
                    </a:p>
                    <a:p>
                      <a:pPr indent="0" lvl="0" marL="0" marR="0" rtl="0" algn="l">
                        <a:spcBef>
                          <a:spcPts val="0"/>
                        </a:spcBef>
                        <a:spcAft>
                          <a:spcPts val="0"/>
                        </a:spcAft>
                        <a:buNone/>
                      </a:pPr>
                      <a:r>
                        <a:rPr lang="ko-KR" sz="1000" u="none" cap="none" strike="noStrike">
                          <a:solidFill>
                            <a:srgbClr val="3465A4"/>
                          </a:solidFill>
                        </a:rPr>
                        <a:t>*특이사항</a:t>
                      </a:r>
                      <a:endParaRPr sz="1000" u="none" cap="none" strike="noStrike">
                        <a:solidFill>
                          <a:srgbClr val="3465A4"/>
                        </a:solidFill>
                      </a:endParaRPr>
                    </a:p>
                    <a:p>
                      <a:pPr indent="0" lvl="0" marL="0" marR="0" rtl="0" algn="l">
                        <a:spcBef>
                          <a:spcPts val="0"/>
                        </a:spcBef>
                        <a:spcAft>
                          <a:spcPts val="0"/>
                        </a:spcAft>
                        <a:buNone/>
                      </a:pPr>
                      <a:r>
                        <a:t/>
                      </a:r>
                      <a:endParaRPr sz="1000">
                        <a:solidFill>
                          <a:srgbClr val="3465A4"/>
                        </a:solidFill>
                      </a:endParaRPr>
                    </a:p>
                    <a:p>
                      <a:pPr indent="-292100" lvl="0" marL="457200" marR="0" rtl="0" algn="l">
                        <a:spcBef>
                          <a:spcPts val="0"/>
                        </a:spcBef>
                        <a:spcAft>
                          <a:spcPts val="0"/>
                        </a:spcAft>
                        <a:buClr>
                          <a:srgbClr val="3465A4"/>
                        </a:buClr>
                        <a:buSzPts val="1000"/>
                        <a:buChar char="-"/>
                      </a:pPr>
                      <a:r>
                        <a:rPr lang="ko-KR" sz="1000">
                          <a:solidFill>
                            <a:srgbClr val="3465A4"/>
                          </a:solidFill>
                        </a:rPr>
                        <a:t>사이드바 공간을 차지하지 않는다.</a:t>
                      </a:r>
                      <a:endParaRPr sz="1000">
                        <a:solidFill>
                          <a:srgbClr val="3465A4"/>
                        </a:solidFill>
                      </a:endParaRPr>
                    </a:p>
                    <a:p>
                      <a:pPr indent="-292100" lvl="0" marL="457200" rtl="0" algn="l">
                        <a:spcBef>
                          <a:spcPts val="0"/>
                        </a:spcBef>
                        <a:spcAft>
                          <a:spcPts val="0"/>
                        </a:spcAft>
                        <a:buClr>
                          <a:srgbClr val="3465A4"/>
                        </a:buClr>
                        <a:buSzPts val="1000"/>
                        <a:buChar char="-"/>
                      </a:pPr>
                      <a:r>
                        <a:rPr lang="ko-KR" sz="1000">
                          <a:solidFill>
                            <a:srgbClr val="3465A4"/>
                          </a:solidFill>
                          <a:latin typeface="Arial"/>
                          <a:ea typeface="Arial"/>
                          <a:cs typeface="Arial"/>
                          <a:sym typeface="Arial"/>
                        </a:rPr>
                        <a:t>지원자의 등록하는 지원대상자는 10명이하로 제한한다.</a:t>
                      </a:r>
                      <a:endParaRPr sz="1000">
                        <a:solidFill>
                          <a:srgbClr val="3465A4"/>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511" name="Google Shape;1511;p64"/>
          <p:cNvSpPr/>
          <p:nvPr/>
        </p:nvSpPr>
        <p:spPr>
          <a:xfrm>
            <a:off x="178125" y="740950"/>
            <a:ext cx="8239800" cy="64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Header 공간</a:t>
            </a:r>
            <a:endParaRPr>
              <a:latin typeface="Malgun Gothic"/>
              <a:ea typeface="Malgun Gothic"/>
              <a:cs typeface="Malgun Gothic"/>
              <a:sym typeface="Malgun Gothic"/>
            </a:endParaRPr>
          </a:p>
        </p:txBody>
      </p:sp>
      <p:grpSp>
        <p:nvGrpSpPr>
          <p:cNvPr id="1512" name="Google Shape;1512;p64"/>
          <p:cNvGrpSpPr/>
          <p:nvPr/>
        </p:nvGrpSpPr>
        <p:grpSpPr>
          <a:xfrm>
            <a:off x="128749" y="1412489"/>
            <a:ext cx="2820760" cy="5285585"/>
            <a:chOff x="5288826" y="1878771"/>
            <a:chExt cx="3494499" cy="4263600"/>
          </a:xfrm>
        </p:grpSpPr>
        <p:sp>
          <p:nvSpPr>
            <p:cNvPr id="1513" name="Google Shape;1513;p64"/>
            <p:cNvSpPr/>
            <p:nvPr/>
          </p:nvSpPr>
          <p:spPr>
            <a:xfrm>
              <a:off x="5350425" y="1878771"/>
              <a:ext cx="3432900" cy="42636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514" name="Google Shape;1514;p64"/>
            <p:cNvSpPr txBox="1"/>
            <p:nvPr/>
          </p:nvSpPr>
          <p:spPr>
            <a:xfrm>
              <a:off x="5667937" y="1988179"/>
              <a:ext cx="24669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100">
                  <a:solidFill>
                    <a:schemeClr val="dk1"/>
                  </a:solidFill>
                  <a:latin typeface="Malgun Gothic"/>
                  <a:ea typeface="Malgun Gothic"/>
                  <a:cs typeface="Malgun Gothic"/>
                  <a:sym typeface="Malgun Gothic"/>
                </a:rPr>
                <a:t>지원자</a:t>
              </a:r>
              <a:endParaRPr sz="11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b="1" lang="ko-KR" sz="1100" u="sng">
                  <a:solidFill>
                    <a:schemeClr val="dk1"/>
                  </a:solidFill>
                  <a:latin typeface="Malgun Gothic"/>
                  <a:ea typeface="Malgun Gothic"/>
                  <a:cs typeface="Malgun Gothic"/>
                  <a:sym typeface="Malgun Gothic"/>
                </a:rPr>
                <a:t>홍길동</a:t>
              </a:r>
              <a:r>
                <a:rPr lang="ko-KR" sz="1100">
                  <a:solidFill>
                    <a:schemeClr val="dk1"/>
                  </a:solidFill>
                  <a:latin typeface="Malgun Gothic"/>
                  <a:ea typeface="Malgun Gothic"/>
                  <a:cs typeface="Malgun Gothic"/>
                  <a:sym typeface="Malgun Gothic"/>
                </a:rPr>
                <a:t> 님 반갑습니다</a:t>
              </a:r>
              <a:endParaRPr sz="1100">
                <a:solidFill>
                  <a:schemeClr val="dk1"/>
                </a:solidFill>
                <a:latin typeface="Malgun Gothic"/>
                <a:ea typeface="Malgun Gothic"/>
                <a:cs typeface="Malgun Gothic"/>
                <a:sym typeface="Malgun Gothic"/>
              </a:endParaRPr>
            </a:p>
          </p:txBody>
        </p:sp>
        <p:sp>
          <p:nvSpPr>
            <p:cNvPr id="1515" name="Google Shape;1515;p64"/>
            <p:cNvSpPr txBox="1"/>
            <p:nvPr/>
          </p:nvSpPr>
          <p:spPr>
            <a:xfrm>
              <a:off x="5430877" y="2472285"/>
              <a:ext cx="8697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아이디</a:t>
              </a:r>
              <a:endParaRPr b="1" sz="1211">
                <a:solidFill>
                  <a:schemeClr val="dk1"/>
                </a:solidFill>
                <a:latin typeface="Malgun Gothic"/>
                <a:ea typeface="Malgun Gothic"/>
                <a:cs typeface="Malgun Gothic"/>
                <a:sym typeface="Malgun Gothic"/>
              </a:endParaRPr>
            </a:p>
          </p:txBody>
        </p:sp>
        <p:sp>
          <p:nvSpPr>
            <p:cNvPr id="1516" name="Google Shape;1516;p64"/>
            <p:cNvSpPr txBox="1"/>
            <p:nvPr/>
          </p:nvSpPr>
          <p:spPr>
            <a:xfrm>
              <a:off x="5370698" y="2956396"/>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생년월일</a:t>
              </a:r>
              <a:endParaRPr b="1" sz="1211">
                <a:solidFill>
                  <a:schemeClr val="dk1"/>
                </a:solidFill>
                <a:latin typeface="Malgun Gothic"/>
                <a:ea typeface="Malgun Gothic"/>
                <a:cs typeface="Malgun Gothic"/>
                <a:sym typeface="Malgun Gothic"/>
              </a:endParaRPr>
            </a:p>
          </p:txBody>
        </p:sp>
        <p:sp>
          <p:nvSpPr>
            <p:cNvPr id="1517" name="Google Shape;1517;p64"/>
            <p:cNvSpPr txBox="1"/>
            <p:nvPr/>
          </p:nvSpPr>
          <p:spPr>
            <a:xfrm>
              <a:off x="5370683" y="3363665"/>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연락처</a:t>
              </a:r>
              <a:endParaRPr b="1" sz="1211">
                <a:solidFill>
                  <a:schemeClr val="dk1"/>
                </a:solidFill>
                <a:latin typeface="Malgun Gothic"/>
                <a:ea typeface="Malgun Gothic"/>
                <a:cs typeface="Malgun Gothic"/>
                <a:sym typeface="Malgun Gothic"/>
              </a:endParaRPr>
            </a:p>
          </p:txBody>
        </p:sp>
        <p:sp>
          <p:nvSpPr>
            <p:cNvPr id="1518" name="Google Shape;1518;p64"/>
            <p:cNvSpPr txBox="1"/>
            <p:nvPr/>
          </p:nvSpPr>
          <p:spPr>
            <a:xfrm>
              <a:off x="5288826" y="3842357"/>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이메일</a:t>
              </a:r>
              <a:endParaRPr b="1" sz="1211">
                <a:solidFill>
                  <a:schemeClr val="dk1"/>
                </a:solidFill>
                <a:latin typeface="Malgun Gothic"/>
                <a:ea typeface="Malgun Gothic"/>
                <a:cs typeface="Malgun Gothic"/>
                <a:sym typeface="Malgun Gothic"/>
              </a:endParaRPr>
            </a:p>
          </p:txBody>
        </p:sp>
        <p:sp>
          <p:nvSpPr>
            <p:cNvPr id="1519" name="Google Shape;1519;p64"/>
            <p:cNvSpPr/>
            <p:nvPr/>
          </p:nvSpPr>
          <p:spPr>
            <a:xfrm>
              <a:off x="6615500" y="2570978"/>
              <a:ext cx="20340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715">
                  <a:solidFill>
                    <a:schemeClr val="dk1"/>
                  </a:solidFill>
                </a:rPr>
                <a:t>hong8579</a:t>
              </a:r>
              <a:endParaRPr sz="1707">
                <a:latin typeface="Malgun Gothic"/>
                <a:ea typeface="Malgun Gothic"/>
                <a:cs typeface="Malgun Gothic"/>
                <a:sym typeface="Malgun Gothic"/>
              </a:endParaRPr>
            </a:p>
          </p:txBody>
        </p:sp>
        <p:sp>
          <p:nvSpPr>
            <p:cNvPr id="1520" name="Google Shape;1520;p64"/>
            <p:cNvSpPr/>
            <p:nvPr/>
          </p:nvSpPr>
          <p:spPr>
            <a:xfrm>
              <a:off x="6615500" y="3019178"/>
              <a:ext cx="20340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1965.06.05</a:t>
              </a:r>
              <a:endParaRPr sz="1335">
                <a:latin typeface="Malgun Gothic"/>
                <a:ea typeface="Malgun Gothic"/>
                <a:cs typeface="Malgun Gothic"/>
                <a:sym typeface="Malgun Gothic"/>
              </a:endParaRPr>
            </a:p>
          </p:txBody>
        </p:sp>
        <p:sp>
          <p:nvSpPr>
            <p:cNvPr id="1521" name="Google Shape;1521;p64"/>
            <p:cNvSpPr/>
            <p:nvPr/>
          </p:nvSpPr>
          <p:spPr>
            <a:xfrm>
              <a:off x="6615500" y="3474178"/>
              <a:ext cx="20340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215">
                  <a:solidFill>
                    <a:schemeClr val="dk1"/>
                  </a:solidFill>
                </a:rPr>
                <a:t>010-6508-</a:t>
              </a:r>
              <a:r>
                <a:rPr lang="ko-KR" sz="1215">
                  <a:solidFill>
                    <a:schemeClr val="dk1"/>
                  </a:solidFill>
                </a:rPr>
                <a:t>2941</a:t>
              </a:r>
              <a:r>
                <a:rPr lang="ko-KR" sz="1215">
                  <a:solidFill>
                    <a:schemeClr val="dk1"/>
                  </a:solidFill>
                </a:rPr>
                <a:t> </a:t>
              </a:r>
              <a:endParaRPr sz="2207">
                <a:latin typeface="Malgun Gothic"/>
                <a:ea typeface="Malgun Gothic"/>
                <a:cs typeface="Malgun Gothic"/>
                <a:sym typeface="Malgun Gothic"/>
              </a:endParaRPr>
            </a:p>
          </p:txBody>
        </p:sp>
        <p:sp>
          <p:nvSpPr>
            <p:cNvPr id="1522" name="Google Shape;1522;p64"/>
            <p:cNvSpPr/>
            <p:nvPr/>
          </p:nvSpPr>
          <p:spPr>
            <a:xfrm>
              <a:off x="6615500" y="3929178"/>
              <a:ext cx="2034000" cy="3108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115" u="sng">
                  <a:solidFill>
                    <a:schemeClr val="hlink"/>
                  </a:solidFill>
                  <a:hlinkClick r:id="rId3"/>
                </a:rPr>
                <a:t>hongkd@naver.com</a:t>
              </a:r>
              <a:r>
                <a:rPr lang="ko-KR" sz="1115"/>
                <a:t> </a:t>
              </a:r>
              <a:endParaRPr sz="2107">
                <a:latin typeface="Malgun Gothic"/>
                <a:ea typeface="Malgun Gothic"/>
                <a:cs typeface="Malgun Gothic"/>
                <a:sym typeface="Malgun Gothic"/>
              </a:endParaRPr>
            </a:p>
          </p:txBody>
        </p:sp>
        <p:sp>
          <p:nvSpPr>
            <p:cNvPr id="1523" name="Google Shape;1523;p64"/>
            <p:cNvSpPr/>
            <p:nvPr/>
          </p:nvSpPr>
          <p:spPr>
            <a:xfrm>
              <a:off x="6593158" y="4311221"/>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대구 중구 남일동</a:t>
              </a:r>
              <a:endParaRPr sz="1335">
                <a:latin typeface="Malgun Gothic"/>
                <a:ea typeface="Malgun Gothic"/>
                <a:cs typeface="Malgun Gothic"/>
                <a:sym typeface="Malgun Gothic"/>
              </a:endParaRPr>
            </a:p>
          </p:txBody>
        </p:sp>
        <p:sp>
          <p:nvSpPr>
            <p:cNvPr id="1524" name="Google Shape;1524;p64"/>
            <p:cNvSpPr/>
            <p:nvPr/>
          </p:nvSpPr>
          <p:spPr>
            <a:xfrm>
              <a:off x="6593158" y="4583223"/>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135-1 101호</a:t>
              </a:r>
              <a:endParaRPr sz="1335">
                <a:latin typeface="Malgun Gothic"/>
                <a:ea typeface="Malgun Gothic"/>
                <a:cs typeface="Malgun Gothic"/>
                <a:sym typeface="Malgun Gothic"/>
              </a:endParaRPr>
            </a:p>
          </p:txBody>
        </p:sp>
        <p:sp>
          <p:nvSpPr>
            <p:cNvPr id="1525" name="Google Shape;1525;p64"/>
            <p:cNvSpPr/>
            <p:nvPr/>
          </p:nvSpPr>
          <p:spPr>
            <a:xfrm>
              <a:off x="6584475" y="4884526"/>
              <a:ext cx="1302600" cy="209400"/>
            </a:xfrm>
            <a:prstGeom prst="roundRect">
              <a:avLst>
                <a:gd fmla="val 16667" name="adj"/>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087">
                  <a:solidFill>
                    <a:schemeClr val="dk1"/>
                  </a:solidFill>
                  <a:latin typeface="Malgun Gothic"/>
                  <a:ea typeface="Malgun Gothic"/>
                  <a:cs typeface="Malgun Gothic"/>
                  <a:sym typeface="Malgun Gothic"/>
                </a:rPr>
                <a:t>주소 변경</a:t>
              </a:r>
              <a:endParaRPr sz="1087">
                <a:solidFill>
                  <a:schemeClr val="dk1"/>
                </a:solidFill>
                <a:latin typeface="Malgun Gothic"/>
                <a:ea typeface="Malgun Gothic"/>
                <a:cs typeface="Malgun Gothic"/>
                <a:sym typeface="Malgun Gothic"/>
              </a:endParaRPr>
            </a:p>
          </p:txBody>
        </p:sp>
      </p:grpSp>
      <p:sp>
        <p:nvSpPr>
          <p:cNvPr id="1526" name="Google Shape;1526;p64"/>
          <p:cNvSpPr txBox="1"/>
          <p:nvPr/>
        </p:nvSpPr>
        <p:spPr>
          <a:xfrm>
            <a:off x="280478" y="4440175"/>
            <a:ext cx="627900" cy="5835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주소</a:t>
            </a:r>
            <a:endParaRPr b="1" sz="1211">
              <a:solidFill>
                <a:schemeClr val="dk1"/>
              </a:solidFill>
              <a:latin typeface="Malgun Gothic"/>
              <a:ea typeface="Malgun Gothic"/>
              <a:cs typeface="Malgun Gothic"/>
              <a:sym typeface="Malgun Gothic"/>
            </a:endParaRPr>
          </a:p>
        </p:txBody>
      </p:sp>
      <p:grpSp>
        <p:nvGrpSpPr>
          <p:cNvPr id="1527" name="Google Shape;1527;p64"/>
          <p:cNvGrpSpPr/>
          <p:nvPr/>
        </p:nvGrpSpPr>
        <p:grpSpPr>
          <a:xfrm>
            <a:off x="220940" y="5432483"/>
            <a:ext cx="2505061" cy="597812"/>
            <a:chOff x="5546104" y="2941655"/>
            <a:chExt cx="3103396" cy="482223"/>
          </a:xfrm>
        </p:grpSpPr>
        <p:sp>
          <p:nvSpPr>
            <p:cNvPr id="1528" name="Google Shape;1528;p64"/>
            <p:cNvSpPr txBox="1"/>
            <p:nvPr/>
          </p:nvSpPr>
          <p:spPr>
            <a:xfrm>
              <a:off x="5546104" y="2941655"/>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가입일</a:t>
              </a:r>
              <a:endParaRPr b="1" sz="1211">
                <a:solidFill>
                  <a:schemeClr val="dk1"/>
                </a:solidFill>
                <a:latin typeface="Malgun Gothic"/>
                <a:ea typeface="Malgun Gothic"/>
                <a:cs typeface="Malgun Gothic"/>
                <a:sym typeface="Malgun Gothic"/>
              </a:endParaRPr>
            </a:p>
          </p:txBody>
        </p:sp>
        <p:sp>
          <p:nvSpPr>
            <p:cNvPr id="1529" name="Google Shape;1529;p64"/>
            <p:cNvSpPr/>
            <p:nvPr/>
          </p:nvSpPr>
          <p:spPr>
            <a:xfrm>
              <a:off x="6615500" y="3019178"/>
              <a:ext cx="20340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2022</a:t>
              </a:r>
              <a:r>
                <a:rPr lang="ko-KR" sz="1335">
                  <a:latin typeface="Malgun Gothic"/>
                  <a:ea typeface="Malgun Gothic"/>
                  <a:cs typeface="Malgun Gothic"/>
                  <a:sym typeface="Malgun Gothic"/>
                </a:rPr>
                <a:t>.06.05</a:t>
              </a:r>
              <a:endParaRPr sz="1335">
                <a:latin typeface="Malgun Gothic"/>
                <a:ea typeface="Malgun Gothic"/>
                <a:cs typeface="Malgun Gothic"/>
                <a:sym typeface="Malgun Gothic"/>
              </a:endParaRPr>
            </a:p>
          </p:txBody>
        </p:sp>
      </p:grpSp>
      <p:sp>
        <p:nvSpPr>
          <p:cNvPr id="1530" name="Google Shape;1530;p64"/>
          <p:cNvSpPr/>
          <p:nvPr/>
        </p:nvSpPr>
        <p:spPr>
          <a:xfrm>
            <a:off x="2989950" y="1433525"/>
            <a:ext cx="1469100" cy="52857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531" name="Google Shape;1531;p64"/>
          <p:cNvSpPr txBox="1"/>
          <p:nvPr/>
        </p:nvSpPr>
        <p:spPr>
          <a:xfrm>
            <a:off x="3178475" y="1546900"/>
            <a:ext cx="10722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00">
                <a:solidFill>
                  <a:schemeClr val="dk1"/>
                </a:solidFill>
                <a:latin typeface="Malgun Gothic"/>
                <a:ea typeface="Malgun Gothic"/>
                <a:cs typeface="Malgun Gothic"/>
                <a:sym typeface="Malgun Gothic"/>
              </a:rPr>
              <a:t>지원대상자</a:t>
            </a:r>
            <a:endParaRPr b="1" sz="1200">
              <a:solidFill>
                <a:schemeClr val="dk1"/>
              </a:solidFill>
              <a:latin typeface="Malgun Gothic"/>
              <a:ea typeface="Malgun Gothic"/>
              <a:cs typeface="Malgun Gothic"/>
              <a:sym typeface="Malgun Gothic"/>
            </a:endParaRPr>
          </a:p>
        </p:txBody>
      </p:sp>
      <p:sp>
        <p:nvSpPr>
          <p:cNvPr id="1532" name="Google Shape;1532;p64"/>
          <p:cNvSpPr txBox="1"/>
          <p:nvPr/>
        </p:nvSpPr>
        <p:spPr>
          <a:xfrm>
            <a:off x="3038685" y="2322887"/>
            <a:ext cx="1351800" cy="5121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u="sng">
                <a:solidFill>
                  <a:schemeClr val="dk1"/>
                </a:solidFill>
                <a:latin typeface="Malgun Gothic"/>
                <a:ea typeface="Malgun Gothic"/>
                <a:cs typeface="Malgun Gothic"/>
                <a:sym typeface="Malgun Gothic"/>
              </a:rPr>
              <a:t>홍순자 </a:t>
            </a:r>
            <a:endParaRPr b="1" sz="1211" u="sng">
              <a:solidFill>
                <a:schemeClr val="dk1"/>
              </a:solidFill>
              <a:latin typeface="Malgun Gothic"/>
              <a:ea typeface="Malgun Gothic"/>
              <a:cs typeface="Malgun Gothic"/>
              <a:sym typeface="Malgun Gothic"/>
            </a:endParaRPr>
          </a:p>
        </p:txBody>
      </p:sp>
      <p:sp>
        <p:nvSpPr>
          <p:cNvPr id="1533" name="Google Shape;1533;p64"/>
          <p:cNvSpPr txBox="1"/>
          <p:nvPr/>
        </p:nvSpPr>
        <p:spPr>
          <a:xfrm>
            <a:off x="3048604" y="2916725"/>
            <a:ext cx="1351800" cy="5835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홍영희 </a:t>
            </a:r>
            <a:endParaRPr b="1" sz="1211">
              <a:solidFill>
                <a:schemeClr val="dk1"/>
              </a:solidFill>
              <a:latin typeface="Malgun Gothic"/>
              <a:ea typeface="Malgun Gothic"/>
              <a:cs typeface="Malgun Gothic"/>
              <a:sym typeface="Malgun Gothic"/>
            </a:endParaRPr>
          </a:p>
        </p:txBody>
      </p:sp>
      <p:sp>
        <p:nvSpPr>
          <p:cNvPr id="1534" name="Google Shape;1534;p64"/>
          <p:cNvSpPr txBox="1"/>
          <p:nvPr/>
        </p:nvSpPr>
        <p:spPr>
          <a:xfrm>
            <a:off x="2989950" y="3581975"/>
            <a:ext cx="1267200" cy="5121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홍나라 </a:t>
            </a:r>
            <a:endParaRPr b="1" sz="1211">
              <a:solidFill>
                <a:schemeClr val="dk1"/>
              </a:solidFill>
              <a:latin typeface="Malgun Gothic"/>
              <a:ea typeface="Malgun Gothic"/>
              <a:cs typeface="Malgun Gothic"/>
              <a:sym typeface="Malgun Gothic"/>
            </a:endParaRPr>
          </a:p>
        </p:txBody>
      </p:sp>
      <p:sp>
        <p:nvSpPr>
          <p:cNvPr id="1535" name="Google Shape;1535;p64"/>
          <p:cNvSpPr txBox="1"/>
          <p:nvPr/>
        </p:nvSpPr>
        <p:spPr>
          <a:xfrm>
            <a:off x="3694175" y="1951600"/>
            <a:ext cx="696300" cy="2880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900">
                <a:solidFill>
                  <a:schemeClr val="dk1"/>
                </a:solidFill>
                <a:latin typeface="Malgun Gothic"/>
                <a:ea typeface="Malgun Gothic"/>
                <a:cs typeface="Malgun Gothic"/>
                <a:sym typeface="Malgun Gothic"/>
              </a:rPr>
              <a:t>총 3 명</a:t>
            </a:r>
            <a:endParaRPr sz="900">
              <a:solidFill>
                <a:schemeClr val="dk1"/>
              </a:solidFill>
              <a:latin typeface="Malgun Gothic"/>
              <a:ea typeface="Malgun Gothic"/>
              <a:cs typeface="Malgun Gothic"/>
              <a:sym typeface="Malgun Gothic"/>
            </a:endParaRPr>
          </a:p>
        </p:txBody>
      </p:sp>
      <p:sp>
        <p:nvSpPr>
          <p:cNvPr id="1536" name="Google Shape;1536;p64"/>
          <p:cNvSpPr/>
          <p:nvPr/>
        </p:nvSpPr>
        <p:spPr>
          <a:xfrm>
            <a:off x="3080966" y="6155475"/>
            <a:ext cx="1267200" cy="4047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지원대상자</a:t>
            </a:r>
            <a:endParaRPr>
              <a:solidFill>
                <a:schemeClr val="lt1"/>
              </a:solidFill>
              <a:latin typeface="Malgun Gothic"/>
              <a:ea typeface="Malgun Gothic"/>
              <a:cs typeface="Malgun Gothic"/>
              <a:sym typeface="Malgun Gothic"/>
            </a:endParaRPr>
          </a:p>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추가</a:t>
            </a:r>
            <a:endParaRPr>
              <a:solidFill>
                <a:schemeClr val="lt1"/>
              </a:solidFill>
              <a:latin typeface="Malgun Gothic"/>
              <a:ea typeface="Malgun Gothic"/>
              <a:cs typeface="Malgun Gothic"/>
              <a:sym typeface="Malgun Gothic"/>
            </a:endParaRPr>
          </a:p>
        </p:txBody>
      </p:sp>
      <p:grpSp>
        <p:nvGrpSpPr>
          <p:cNvPr id="1537" name="Google Shape;1537;p64"/>
          <p:cNvGrpSpPr/>
          <p:nvPr/>
        </p:nvGrpSpPr>
        <p:grpSpPr>
          <a:xfrm>
            <a:off x="4569653" y="1383254"/>
            <a:ext cx="3915909" cy="5285585"/>
            <a:chOff x="5350425" y="1878771"/>
            <a:chExt cx="3432900" cy="4263600"/>
          </a:xfrm>
        </p:grpSpPr>
        <p:sp>
          <p:nvSpPr>
            <p:cNvPr id="1538" name="Google Shape;1538;p64"/>
            <p:cNvSpPr/>
            <p:nvPr/>
          </p:nvSpPr>
          <p:spPr>
            <a:xfrm>
              <a:off x="5350425" y="1878771"/>
              <a:ext cx="3432900" cy="42636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539" name="Google Shape;1539;p64"/>
            <p:cNvSpPr txBox="1"/>
            <p:nvPr/>
          </p:nvSpPr>
          <p:spPr>
            <a:xfrm>
              <a:off x="5667937" y="1988179"/>
              <a:ext cx="24669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100">
                  <a:solidFill>
                    <a:schemeClr val="dk1"/>
                  </a:solidFill>
                  <a:latin typeface="Malgun Gothic"/>
                  <a:ea typeface="Malgun Gothic"/>
                  <a:cs typeface="Malgun Gothic"/>
                  <a:sym typeface="Malgun Gothic"/>
                </a:rPr>
                <a:t>홍순자 님 상세정보</a:t>
              </a:r>
              <a:endParaRPr sz="1100">
                <a:solidFill>
                  <a:schemeClr val="dk1"/>
                </a:solidFill>
                <a:latin typeface="Malgun Gothic"/>
                <a:ea typeface="Malgun Gothic"/>
                <a:cs typeface="Malgun Gothic"/>
                <a:sym typeface="Malgun Gothic"/>
              </a:endParaRPr>
            </a:p>
          </p:txBody>
        </p:sp>
        <p:sp>
          <p:nvSpPr>
            <p:cNvPr id="1540" name="Google Shape;1540;p64"/>
            <p:cNvSpPr txBox="1"/>
            <p:nvPr/>
          </p:nvSpPr>
          <p:spPr>
            <a:xfrm>
              <a:off x="5469570" y="2569541"/>
              <a:ext cx="869700" cy="3264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이름</a:t>
              </a:r>
              <a:endParaRPr b="1" sz="1211">
                <a:solidFill>
                  <a:schemeClr val="dk1"/>
                </a:solidFill>
                <a:latin typeface="Malgun Gothic"/>
                <a:ea typeface="Malgun Gothic"/>
                <a:cs typeface="Malgun Gothic"/>
                <a:sym typeface="Malgun Gothic"/>
              </a:endParaRPr>
            </a:p>
          </p:txBody>
        </p:sp>
        <p:sp>
          <p:nvSpPr>
            <p:cNvPr id="1541" name="Google Shape;1541;p64"/>
            <p:cNvSpPr txBox="1"/>
            <p:nvPr/>
          </p:nvSpPr>
          <p:spPr>
            <a:xfrm>
              <a:off x="5468366" y="3019187"/>
              <a:ext cx="794700" cy="404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생년월일</a:t>
              </a:r>
              <a:endParaRPr b="1" sz="1211">
                <a:solidFill>
                  <a:schemeClr val="dk1"/>
                </a:solidFill>
                <a:latin typeface="Malgun Gothic"/>
                <a:ea typeface="Malgun Gothic"/>
                <a:cs typeface="Malgun Gothic"/>
                <a:sym typeface="Malgun Gothic"/>
              </a:endParaRPr>
            </a:p>
          </p:txBody>
        </p:sp>
        <p:sp>
          <p:nvSpPr>
            <p:cNvPr id="1542" name="Google Shape;1542;p64"/>
            <p:cNvSpPr txBox="1"/>
            <p:nvPr/>
          </p:nvSpPr>
          <p:spPr>
            <a:xfrm>
              <a:off x="5550577" y="3477714"/>
              <a:ext cx="716400" cy="3108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성별</a:t>
              </a:r>
              <a:endParaRPr b="1" sz="1211">
                <a:solidFill>
                  <a:schemeClr val="dk1"/>
                </a:solidFill>
                <a:latin typeface="Malgun Gothic"/>
                <a:ea typeface="Malgun Gothic"/>
                <a:cs typeface="Malgun Gothic"/>
                <a:sym typeface="Malgun Gothic"/>
              </a:endParaRPr>
            </a:p>
          </p:txBody>
        </p:sp>
        <p:sp>
          <p:nvSpPr>
            <p:cNvPr id="1543" name="Google Shape;1543;p64"/>
            <p:cNvSpPr txBox="1"/>
            <p:nvPr/>
          </p:nvSpPr>
          <p:spPr>
            <a:xfrm>
              <a:off x="5587232" y="3802179"/>
              <a:ext cx="794700" cy="3264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주소</a:t>
              </a:r>
              <a:endParaRPr b="1" sz="1211">
                <a:solidFill>
                  <a:schemeClr val="dk1"/>
                </a:solidFill>
                <a:latin typeface="Malgun Gothic"/>
                <a:ea typeface="Malgun Gothic"/>
                <a:cs typeface="Malgun Gothic"/>
                <a:sym typeface="Malgun Gothic"/>
              </a:endParaRPr>
            </a:p>
          </p:txBody>
        </p:sp>
        <p:sp>
          <p:nvSpPr>
            <p:cNvPr id="1544" name="Google Shape;1544;p64"/>
            <p:cNvSpPr/>
            <p:nvPr/>
          </p:nvSpPr>
          <p:spPr>
            <a:xfrm>
              <a:off x="6615500" y="2570978"/>
              <a:ext cx="20340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15">
                  <a:solidFill>
                    <a:schemeClr val="dk1"/>
                  </a:solidFill>
                </a:rPr>
                <a:t>홍순자</a:t>
              </a:r>
              <a:endParaRPr sz="2307">
                <a:latin typeface="Malgun Gothic"/>
                <a:ea typeface="Malgun Gothic"/>
                <a:cs typeface="Malgun Gothic"/>
                <a:sym typeface="Malgun Gothic"/>
              </a:endParaRPr>
            </a:p>
          </p:txBody>
        </p:sp>
        <p:sp>
          <p:nvSpPr>
            <p:cNvPr id="1545" name="Google Shape;1545;p64"/>
            <p:cNvSpPr/>
            <p:nvPr/>
          </p:nvSpPr>
          <p:spPr>
            <a:xfrm>
              <a:off x="6615500" y="3019178"/>
              <a:ext cx="20340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2011</a:t>
              </a:r>
              <a:r>
                <a:rPr lang="ko-KR" sz="1335">
                  <a:latin typeface="Malgun Gothic"/>
                  <a:ea typeface="Malgun Gothic"/>
                  <a:cs typeface="Malgun Gothic"/>
                  <a:sym typeface="Malgun Gothic"/>
                </a:rPr>
                <a:t>.04.06</a:t>
              </a:r>
              <a:endParaRPr sz="1335">
                <a:latin typeface="Malgun Gothic"/>
                <a:ea typeface="Malgun Gothic"/>
                <a:cs typeface="Malgun Gothic"/>
                <a:sym typeface="Malgun Gothic"/>
              </a:endParaRPr>
            </a:p>
          </p:txBody>
        </p:sp>
        <p:sp>
          <p:nvSpPr>
            <p:cNvPr id="1546" name="Google Shape;1546;p64"/>
            <p:cNvSpPr/>
            <p:nvPr/>
          </p:nvSpPr>
          <p:spPr>
            <a:xfrm>
              <a:off x="6593158" y="3782994"/>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대구 중구 남일동</a:t>
              </a:r>
              <a:endParaRPr sz="1335">
                <a:latin typeface="Malgun Gothic"/>
                <a:ea typeface="Malgun Gothic"/>
                <a:cs typeface="Malgun Gothic"/>
                <a:sym typeface="Malgun Gothic"/>
              </a:endParaRPr>
            </a:p>
          </p:txBody>
        </p:sp>
        <p:sp>
          <p:nvSpPr>
            <p:cNvPr id="1547" name="Google Shape;1547;p64"/>
            <p:cNvSpPr/>
            <p:nvPr/>
          </p:nvSpPr>
          <p:spPr>
            <a:xfrm>
              <a:off x="6593158" y="4054995"/>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135-1 101호</a:t>
              </a:r>
              <a:endParaRPr sz="1335">
                <a:latin typeface="Malgun Gothic"/>
                <a:ea typeface="Malgun Gothic"/>
                <a:cs typeface="Malgun Gothic"/>
                <a:sym typeface="Malgun Gothic"/>
              </a:endParaRPr>
            </a:p>
          </p:txBody>
        </p:sp>
        <p:sp>
          <p:nvSpPr>
            <p:cNvPr id="1548" name="Google Shape;1548;p64"/>
            <p:cNvSpPr/>
            <p:nvPr/>
          </p:nvSpPr>
          <p:spPr>
            <a:xfrm>
              <a:off x="6584475" y="4356299"/>
              <a:ext cx="1302600" cy="209400"/>
            </a:xfrm>
            <a:prstGeom prst="roundRect">
              <a:avLst>
                <a:gd fmla="val 16667" name="adj"/>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087">
                  <a:solidFill>
                    <a:schemeClr val="dk1"/>
                  </a:solidFill>
                  <a:latin typeface="Malgun Gothic"/>
                  <a:ea typeface="Malgun Gothic"/>
                  <a:cs typeface="Malgun Gothic"/>
                  <a:sym typeface="Malgun Gothic"/>
                </a:rPr>
                <a:t>주소 변경</a:t>
              </a:r>
              <a:endParaRPr sz="1087">
                <a:solidFill>
                  <a:schemeClr val="dk1"/>
                </a:solidFill>
                <a:latin typeface="Malgun Gothic"/>
                <a:ea typeface="Malgun Gothic"/>
                <a:cs typeface="Malgun Gothic"/>
                <a:sym typeface="Malgun Gothic"/>
              </a:endParaRPr>
            </a:p>
          </p:txBody>
        </p:sp>
      </p:grpSp>
      <p:sp>
        <p:nvSpPr>
          <p:cNvPr id="1549" name="Google Shape;1549;p64"/>
          <p:cNvSpPr txBox="1"/>
          <p:nvPr/>
        </p:nvSpPr>
        <p:spPr>
          <a:xfrm>
            <a:off x="6022600" y="3411325"/>
            <a:ext cx="1267200" cy="2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200">
                <a:solidFill>
                  <a:schemeClr val="dk1"/>
                </a:solidFill>
                <a:latin typeface="Malgun Gothic"/>
                <a:ea typeface="Malgun Gothic"/>
                <a:cs typeface="Malgun Gothic"/>
                <a:sym typeface="Malgun Gothic"/>
              </a:rPr>
              <a:t>◯ 남   ⦿ 여  </a:t>
            </a:r>
            <a:endParaRPr sz="2800">
              <a:solidFill>
                <a:schemeClr val="dk1"/>
              </a:solidFill>
              <a:latin typeface="Malgun Gothic"/>
              <a:ea typeface="Malgun Gothic"/>
              <a:cs typeface="Malgun Gothic"/>
              <a:sym typeface="Malgun Gothic"/>
            </a:endParaRPr>
          </a:p>
        </p:txBody>
      </p:sp>
      <p:sp>
        <p:nvSpPr>
          <p:cNvPr id="1550" name="Google Shape;1550;p64"/>
          <p:cNvSpPr txBox="1"/>
          <p:nvPr/>
        </p:nvSpPr>
        <p:spPr>
          <a:xfrm>
            <a:off x="4717664" y="4854427"/>
            <a:ext cx="906600" cy="5016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장애유형</a:t>
            </a:r>
            <a:endParaRPr b="1" sz="1211">
              <a:solidFill>
                <a:schemeClr val="dk1"/>
              </a:solidFill>
              <a:latin typeface="Malgun Gothic"/>
              <a:ea typeface="Malgun Gothic"/>
              <a:cs typeface="Malgun Gothic"/>
              <a:sym typeface="Malgun Gothic"/>
            </a:endParaRPr>
          </a:p>
        </p:txBody>
      </p:sp>
      <p:sp>
        <p:nvSpPr>
          <p:cNvPr id="1551" name="Google Shape;1551;p64"/>
          <p:cNvSpPr/>
          <p:nvPr/>
        </p:nvSpPr>
        <p:spPr>
          <a:xfrm>
            <a:off x="5927000" y="4854425"/>
            <a:ext cx="2356500" cy="5835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Clr>
                <a:schemeClr val="dk1"/>
              </a:buClr>
              <a:buSzPts val="1100"/>
              <a:buFont typeface="Arial"/>
              <a:buNone/>
            </a:pPr>
            <a:r>
              <a:rPr lang="ko-KR" sz="800">
                <a:solidFill>
                  <a:schemeClr val="dk1"/>
                </a:solidFill>
                <a:latin typeface="Malgun Gothic"/>
                <a:ea typeface="Malgun Gothic"/>
                <a:cs typeface="Malgun Gothic"/>
                <a:sym typeface="Malgun Gothic"/>
              </a:rPr>
              <a:t>일생생활이 불가한 뇌전증일생생활이 불가한 뇌전증 일생생활이 불가한 뇌전증 일생생활이 불가한 뇌전증 일생생활이 불가한 뇌전증 </a:t>
            </a:r>
            <a:endParaRPr sz="800">
              <a:latin typeface="Malgun Gothic"/>
              <a:ea typeface="Malgun Gothic"/>
              <a:cs typeface="Malgun Gothic"/>
              <a:sym typeface="Malgun Gothic"/>
            </a:endParaRPr>
          </a:p>
        </p:txBody>
      </p:sp>
      <p:sp>
        <p:nvSpPr>
          <p:cNvPr id="1552" name="Google Shape;1552;p64"/>
          <p:cNvSpPr txBox="1"/>
          <p:nvPr/>
        </p:nvSpPr>
        <p:spPr>
          <a:xfrm>
            <a:off x="4810539" y="5480590"/>
            <a:ext cx="906600" cy="5016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등록일</a:t>
            </a:r>
            <a:endParaRPr b="1" sz="1211">
              <a:solidFill>
                <a:schemeClr val="dk1"/>
              </a:solidFill>
              <a:latin typeface="Malgun Gothic"/>
              <a:ea typeface="Malgun Gothic"/>
              <a:cs typeface="Malgun Gothic"/>
              <a:sym typeface="Malgun Gothic"/>
            </a:endParaRPr>
          </a:p>
        </p:txBody>
      </p:sp>
      <p:sp>
        <p:nvSpPr>
          <p:cNvPr id="1553" name="Google Shape;1553;p64"/>
          <p:cNvSpPr/>
          <p:nvPr/>
        </p:nvSpPr>
        <p:spPr>
          <a:xfrm>
            <a:off x="5927006" y="5480588"/>
            <a:ext cx="1641900" cy="5016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2022.06.05</a:t>
            </a:r>
            <a:endParaRPr sz="1335">
              <a:latin typeface="Malgun Gothic"/>
              <a:ea typeface="Malgun Gothic"/>
              <a:cs typeface="Malgun Gothic"/>
              <a:sym typeface="Malgun Gothic"/>
            </a:endParaRPr>
          </a:p>
        </p:txBody>
      </p:sp>
      <p:sp>
        <p:nvSpPr>
          <p:cNvPr id="1554" name="Google Shape;1554;p64"/>
          <p:cNvSpPr/>
          <p:nvPr/>
        </p:nvSpPr>
        <p:spPr>
          <a:xfrm>
            <a:off x="6114347" y="6106775"/>
            <a:ext cx="833400" cy="4047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수정</a:t>
            </a:r>
            <a:endParaRPr>
              <a:solidFill>
                <a:schemeClr val="lt1"/>
              </a:solidFill>
              <a:latin typeface="Malgun Gothic"/>
              <a:ea typeface="Malgun Gothic"/>
              <a:cs typeface="Malgun Gothic"/>
              <a:sym typeface="Malgun Gothic"/>
            </a:endParaRPr>
          </a:p>
        </p:txBody>
      </p:sp>
      <p:sp>
        <p:nvSpPr>
          <p:cNvPr id="1555" name="Google Shape;1555;p64"/>
          <p:cNvSpPr/>
          <p:nvPr/>
        </p:nvSpPr>
        <p:spPr>
          <a:xfrm>
            <a:off x="7169647" y="6106775"/>
            <a:ext cx="833400" cy="4047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삭제</a:t>
            </a:r>
            <a:endParaRPr>
              <a:solidFill>
                <a:schemeClr val="lt1"/>
              </a:solidFill>
              <a:latin typeface="Malgun Gothic"/>
              <a:ea typeface="Malgun Gothic"/>
              <a:cs typeface="Malgun Gothic"/>
              <a:sym typeface="Malgun Gothic"/>
            </a:endParaRPr>
          </a:p>
        </p:txBody>
      </p:sp>
      <p:sp>
        <p:nvSpPr>
          <p:cNvPr id="1556" name="Google Shape;1556;p64"/>
          <p:cNvSpPr/>
          <p:nvPr/>
        </p:nvSpPr>
        <p:spPr>
          <a:xfrm>
            <a:off x="1060466" y="6155475"/>
            <a:ext cx="1267200" cy="4047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회원 탈퇴</a:t>
            </a:r>
            <a:endParaRPr>
              <a:solidFill>
                <a:schemeClr val="lt1"/>
              </a:solidFill>
              <a:latin typeface="Malgun Gothic"/>
              <a:ea typeface="Malgun Gothic"/>
              <a:cs typeface="Malgun Gothic"/>
              <a:sym typeface="Malgun Gothic"/>
            </a:endParaRPr>
          </a:p>
        </p:txBody>
      </p:sp>
      <p:sp>
        <p:nvSpPr>
          <p:cNvPr id="1557" name="Google Shape;1557;p64"/>
          <p:cNvSpPr/>
          <p:nvPr/>
        </p:nvSpPr>
        <p:spPr>
          <a:xfrm>
            <a:off x="280475" y="13832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558" name="Google Shape;1558;p64"/>
          <p:cNvSpPr/>
          <p:nvPr/>
        </p:nvSpPr>
        <p:spPr>
          <a:xfrm>
            <a:off x="4810550" y="143352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559" name="Google Shape;1559;p64"/>
          <p:cNvSpPr/>
          <p:nvPr/>
        </p:nvSpPr>
        <p:spPr>
          <a:xfrm>
            <a:off x="2386567" y="341993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560" name="Google Shape;1560;p64"/>
          <p:cNvSpPr/>
          <p:nvPr/>
        </p:nvSpPr>
        <p:spPr>
          <a:xfrm>
            <a:off x="2989950" y="58446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sp>
        <p:nvSpPr>
          <p:cNvPr id="1561" name="Google Shape;1561;p64"/>
          <p:cNvSpPr/>
          <p:nvPr/>
        </p:nvSpPr>
        <p:spPr>
          <a:xfrm>
            <a:off x="5860944" y="59970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sp>
        <p:nvSpPr>
          <p:cNvPr id="1562" name="Google Shape;1562;p64"/>
          <p:cNvSpPr/>
          <p:nvPr/>
        </p:nvSpPr>
        <p:spPr>
          <a:xfrm>
            <a:off x="850397" y="59970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6</a:t>
            </a:r>
            <a:endParaRPr>
              <a:solidFill>
                <a:srgbClr val="FFFFFF"/>
              </a:solidFill>
              <a:latin typeface="Malgun Gothic"/>
              <a:ea typeface="Malgun Gothic"/>
              <a:cs typeface="Malgun Gothic"/>
              <a:sym typeface="Malgun Gothic"/>
            </a:endParaRPr>
          </a:p>
        </p:txBody>
      </p:sp>
      <p:sp>
        <p:nvSpPr>
          <p:cNvPr id="1563" name="Google Shape;1563;p64"/>
          <p:cNvSpPr txBox="1"/>
          <p:nvPr/>
        </p:nvSpPr>
        <p:spPr>
          <a:xfrm>
            <a:off x="2472550" y="3500225"/>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564" name="Google Shape;1564;p64"/>
          <p:cNvSpPr txBox="1"/>
          <p:nvPr/>
        </p:nvSpPr>
        <p:spPr>
          <a:xfrm>
            <a:off x="2472550" y="3924775"/>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565" name="Google Shape;1565;p64"/>
          <p:cNvSpPr txBox="1"/>
          <p:nvPr/>
        </p:nvSpPr>
        <p:spPr>
          <a:xfrm>
            <a:off x="3983675" y="2931125"/>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566" name="Google Shape;1566;p64"/>
          <p:cNvSpPr txBox="1"/>
          <p:nvPr/>
        </p:nvSpPr>
        <p:spPr>
          <a:xfrm>
            <a:off x="3983675" y="2280263"/>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567" name="Google Shape;1567;p64"/>
          <p:cNvSpPr txBox="1"/>
          <p:nvPr/>
        </p:nvSpPr>
        <p:spPr>
          <a:xfrm>
            <a:off x="3941375" y="3635675"/>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graphicFrame>
        <p:nvGraphicFramePr>
          <p:cNvPr id="1573" name="Google Shape;1573;p65"/>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view-052</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마이페이지 - </a:t>
                      </a:r>
                      <a:r>
                        <a:rPr lang="ko-KR"/>
                        <a:t>지원자- 지원대상자 신규 등록</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지원</a:t>
                      </a:r>
                      <a:r>
                        <a:rPr lang="ko-KR"/>
                        <a:t>대상</a:t>
                      </a:r>
                      <a:r>
                        <a:rPr lang="ko-KR"/>
                        <a:t>자</a:t>
                      </a:r>
                      <a:r>
                        <a:rPr lang="ko-KR"/>
                        <a:t>를 신규로 등록하는 화면</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지원자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지원대상자 정보 (이름, 생년월일, 성별, 주소, 장애유형(select box)) 등록</a:t>
                      </a:r>
                      <a:r>
                        <a:rPr lang="ko-KR" sz="1000">
                          <a:solidFill>
                            <a:srgbClr val="3465A4"/>
                          </a:solidFill>
                          <a:latin typeface="Arial"/>
                          <a:ea typeface="Arial"/>
                          <a:cs typeface="Arial"/>
                          <a:sym typeface="Arial"/>
                        </a:rPr>
                        <a:t>화면.</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등록일은 작성일자 기준으로 고정한다.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장애 유형 추가를 통해 input(select box) 요소가 아래 하나 더 생기고 복합 장애를 선택 할 수 있다.</a:t>
                      </a:r>
                      <a:endParaRPr sz="1000">
                        <a:solidFill>
                          <a:srgbClr val="3465A4"/>
                        </a:solidFill>
                        <a:latin typeface="Arial"/>
                        <a:ea typeface="Arial"/>
                        <a:cs typeface="Arial"/>
                        <a:sym typeface="Arial"/>
                      </a:endParaRPr>
                    </a:p>
                    <a:p>
                      <a:pPr indent="0" lvl="0" marL="0" marR="0" rtl="0" algn="l">
                        <a:spcBef>
                          <a:spcPts val="0"/>
                        </a:spcBef>
                        <a:spcAft>
                          <a:spcPts val="0"/>
                        </a:spcAft>
                        <a:buNone/>
                      </a:pPr>
                      <a:r>
                        <a:t/>
                      </a:r>
                      <a:endParaRPr sz="1000">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사이드바 공간을 차지하지 않는다.</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3465A4"/>
                          </a:solidFill>
                          <a:latin typeface="Arial"/>
                          <a:ea typeface="Arial"/>
                          <a:cs typeface="Arial"/>
                          <a:sym typeface="Arial"/>
                        </a:rPr>
                        <a:t>지원자의 등록하는 지원 대상자는 10명이하로 제한한다.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574" name="Google Shape;1574;p65"/>
          <p:cNvSpPr/>
          <p:nvPr/>
        </p:nvSpPr>
        <p:spPr>
          <a:xfrm>
            <a:off x="178125" y="740950"/>
            <a:ext cx="8239800" cy="64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Header 공간</a:t>
            </a:r>
            <a:endParaRPr>
              <a:latin typeface="Malgun Gothic"/>
              <a:ea typeface="Malgun Gothic"/>
              <a:cs typeface="Malgun Gothic"/>
              <a:sym typeface="Malgun Gothic"/>
            </a:endParaRPr>
          </a:p>
        </p:txBody>
      </p:sp>
      <p:grpSp>
        <p:nvGrpSpPr>
          <p:cNvPr id="1575" name="Google Shape;1575;p65"/>
          <p:cNvGrpSpPr/>
          <p:nvPr/>
        </p:nvGrpSpPr>
        <p:grpSpPr>
          <a:xfrm>
            <a:off x="128749" y="1412489"/>
            <a:ext cx="2820760" cy="5285585"/>
            <a:chOff x="5288826" y="1878771"/>
            <a:chExt cx="3494499" cy="4263600"/>
          </a:xfrm>
        </p:grpSpPr>
        <p:sp>
          <p:nvSpPr>
            <p:cNvPr id="1576" name="Google Shape;1576;p65"/>
            <p:cNvSpPr/>
            <p:nvPr/>
          </p:nvSpPr>
          <p:spPr>
            <a:xfrm>
              <a:off x="5350425" y="1878771"/>
              <a:ext cx="3432900" cy="42636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577" name="Google Shape;1577;p65"/>
            <p:cNvSpPr txBox="1"/>
            <p:nvPr/>
          </p:nvSpPr>
          <p:spPr>
            <a:xfrm>
              <a:off x="5667937" y="1988179"/>
              <a:ext cx="24669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100">
                  <a:solidFill>
                    <a:schemeClr val="dk1"/>
                  </a:solidFill>
                  <a:latin typeface="Malgun Gothic"/>
                  <a:ea typeface="Malgun Gothic"/>
                  <a:cs typeface="Malgun Gothic"/>
                  <a:sym typeface="Malgun Gothic"/>
                </a:rPr>
                <a:t>보호자</a:t>
              </a:r>
              <a:endParaRPr sz="11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b="1" lang="ko-KR" sz="1100" u="sng">
                  <a:solidFill>
                    <a:schemeClr val="dk1"/>
                  </a:solidFill>
                  <a:latin typeface="Malgun Gothic"/>
                  <a:ea typeface="Malgun Gothic"/>
                  <a:cs typeface="Malgun Gothic"/>
                  <a:sym typeface="Malgun Gothic"/>
                </a:rPr>
                <a:t>홍길동</a:t>
              </a:r>
              <a:r>
                <a:rPr lang="ko-KR" sz="1100">
                  <a:solidFill>
                    <a:schemeClr val="dk1"/>
                  </a:solidFill>
                  <a:latin typeface="Malgun Gothic"/>
                  <a:ea typeface="Malgun Gothic"/>
                  <a:cs typeface="Malgun Gothic"/>
                  <a:sym typeface="Malgun Gothic"/>
                </a:rPr>
                <a:t> 님 반갑습니다</a:t>
              </a:r>
              <a:endParaRPr sz="1100">
                <a:solidFill>
                  <a:schemeClr val="dk1"/>
                </a:solidFill>
                <a:latin typeface="Malgun Gothic"/>
                <a:ea typeface="Malgun Gothic"/>
                <a:cs typeface="Malgun Gothic"/>
                <a:sym typeface="Malgun Gothic"/>
              </a:endParaRPr>
            </a:p>
          </p:txBody>
        </p:sp>
        <p:sp>
          <p:nvSpPr>
            <p:cNvPr id="1578" name="Google Shape;1578;p65"/>
            <p:cNvSpPr txBox="1"/>
            <p:nvPr/>
          </p:nvSpPr>
          <p:spPr>
            <a:xfrm>
              <a:off x="5430877" y="2472285"/>
              <a:ext cx="8697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아이디</a:t>
              </a:r>
              <a:endParaRPr b="1" sz="1211">
                <a:solidFill>
                  <a:schemeClr val="dk1"/>
                </a:solidFill>
                <a:latin typeface="Malgun Gothic"/>
                <a:ea typeface="Malgun Gothic"/>
                <a:cs typeface="Malgun Gothic"/>
                <a:sym typeface="Malgun Gothic"/>
              </a:endParaRPr>
            </a:p>
          </p:txBody>
        </p:sp>
        <p:sp>
          <p:nvSpPr>
            <p:cNvPr id="1579" name="Google Shape;1579;p65"/>
            <p:cNvSpPr txBox="1"/>
            <p:nvPr/>
          </p:nvSpPr>
          <p:spPr>
            <a:xfrm>
              <a:off x="5370698" y="2956396"/>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생년월일</a:t>
              </a:r>
              <a:endParaRPr b="1" sz="1211">
                <a:solidFill>
                  <a:schemeClr val="dk1"/>
                </a:solidFill>
                <a:latin typeface="Malgun Gothic"/>
                <a:ea typeface="Malgun Gothic"/>
                <a:cs typeface="Malgun Gothic"/>
                <a:sym typeface="Malgun Gothic"/>
              </a:endParaRPr>
            </a:p>
          </p:txBody>
        </p:sp>
        <p:sp>
          <p:nvSpPr>
            <p:cNvPr id="1580" name="Google Shape;1580;p65"/>
            <p:cNvSpPr txBox="1"/>
            <p:nvPr/>
          </p:nvSpPr>
          <p:spPr>
            <a:xfrm>
              <a:off x="5370683" y="3363665"/>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연락처</a:t>
              </a:r>
              <a:endParaRPr b="1" sz="1211">
                <a:solidFill>
                  <a:schemeClr val="dk1"/>
                </a:solidFill>
                <a:latin typeface="Malgun Gothic"/>
                <a:ea typeface="Malgun Gothic"/>
                <a:cs typeface="Malgun Gothic"/>
                <a:sym typeface="Malgun Gothic"/>
              </a:endParaRPr>
            </a:p>
          </p:txBody>
        </p:sp>
        <p:sp>
          <p:nvSpPr>
            <p:cNvPr id="1581" name="Google Shape;1581;p65"/>
            <p:cNvSpPr txBox="1"/>
            <p:nvPr/>
          </p:nvSpPr>
          <p:spPr>
            <a:xfrm>
              <a:off x="5288826" y="3842357"/>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이메일</a:t>
              </a:r>
              <a:endParaRPr b="1" sz="1211">
                <a:solidFill>
                  <a:schemeClr val="dk1"/>
                </a:solidFill>
                <a:latin typeface="Malgun Gothic"/>
                <a:ea typeface="Malgun Gothic"/>
                <a:cs typeface="Malgun Gothic"/>
                <a:sym typeface="Malgun Gothic"/>
              </a:endParaRPr>
            </a:p>
          </p:txBody>
        </p:sp>
        <p:sp>
          <p:nvSpPr>
            <p:cNvPr id="1582" name="Google Shape;1582;p65"/>
            <p:cNvSpPr/>
            <p:nvPr/>
          </p:nvSpPr>
          <p:spPr>
            <a:xfrm>
              <a:off x="6615500" y="2570978"/>
              <a:ext cx="20340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715">
                  <a:solidFill>
                    <a:schemeClr val="dk1"/>
                  </a:solidFill>
                </a:rPr>
                <a:t>daeguWelfare_908</a:t>
              </a:r>
              <a:endParaRPr sz="1707">
                <a:latin typeface="Malgun Gothic"/>
                <a:ea typeface="Malgun Gothic"/>
                <a:cs typeface="Malgun Gothic"/>
                <a:sym typeface="Malgun Gothic"/>
              </a:endParaRPr>
            </a:p>
          </p:txBody>
        </p:sp>
        <p:sp>
          <p:nvSpPr>
            <p:cNvPr id="1583" name="Google Shape;1583;p65"/>
            <p:cNvSpPr/>
            <p:nvPr/>
          </p:nvSpPr>
          <p:spPr>
            <a:xfrm>
              <a:off x="6615500" y="3019178"/>
              <a:ext cx="20340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1965.06.05</a:t>
              </a:r>
              <a:endParaRPr sz="1335">
                <a:latin typeface="Malgun Gothic"/>
                <a:ea typeface="Malgun Gothic"/>
                <a:cs typeface="Malgun Gothic"/>
                <a:sym typeface="Malgun Gothic"/>
              </a:endParaRPr>
            </a:p>
          </p:txBody>
        </p:sp>
        <p:sp>
          <p:nvSpPr>
            <p:cNvPr id="1584" name="Google Shape;1584;p65"/>
            <p:cNvSpPr/>
            <p:nvPr/>
          </p:nvSpPr>
          <p:spPr>
            <a:xfrm>
              <a:off x="6615500" y="3474178"/>
              <a:ext cx="20340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715">
                  <a:solidFill>
                    <a:schemeClr val="dk1"/>
                  </a:solidFill>
                </a:rPr>
                <a:t>010-6508-2941 </a:t>
              </a:r>
              <a:r>
                <a:rPr b="1" lang="ko-KR" sz="1200">
                  <a:solidFill>
                    <a:srgbClr val="E6E8F0"/>
                  </a:solidFill>
                  <a:highlight>
                    <a:srgbClr val="1F1F1F"/>
                  </a:highlight>
                </a:rPr>
                <a:t>✎</a:t>
              </a:r>
              <a:endParaRPr sz="1707">
                <a:latin typeface="Malgun Gothic"/>
                <a:ea typeface="Malgun Gothic"/>
                <a:cs typeface="Malgun Gothic"/>
                <a:sym typeface="Malgun Gothic"/>
              </a:endParaRPr>
            </a:p>
          </p:txBody>
        </p:sp>
        <p:sp>
          <p:nvSpPr>
            <p:cNvPr id="1585" name="Google Shape;1585;p65"/>
            <p:cNvSpPr/>
            <p:nvPr/>
          </p:nvSpPr>
          <p:spPr>
            <a:xfrm>
              <a:off x="6615500" y="3929178"/>
              <a:ext cx="2034000" cy="3108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715" u="sng">
                  <a:solidFill>
                    <a:schemeClr val="hlink"/>
                  </a:solidFill>
                  <a:hlinkClick r:id="rId3"/>
                </a:rPr>
                <a:t>yejin.han@dreamcare.or.kr</a:t>
              </a:r>
              <a:r>
                <a:rPr lang="ko-KR" sz="715">
                  <a:solidFill>
                    <a:schemeClr val="dk1"/>
                  </a:solidFill>
                </a:rPr>
                <a:t> </a:t>
              </a:r>
              <a:r>
                <a:rPr b="1" lang="ko-KR" sz="1200">
                  <a:solidFill>
                    <a:srgbClr val="E6E8F0"/>
                  </a:solidFill>
                  <a:highlight>
                    <a:srgbClr val="1F1F1F"/>
                  </a:highlight>
                </a:rPr>
                <a:t>✎</a:t>
              </a:r>
              <a:endParaRPr sz="1707">
                <a:latin typeface="Malgun Gothic"/>
                <a:ea typeface="Malgun Gothic"/>
                <a:cs typeface="Malgun Gothic"/>
                <a:sym typeface="Malgun Gothic"/>
              </a:endParaRPr>
            </a:p>
          </p:txBody>
        </p:sp>
        <p:sp>
          <p:nvSpPr>
            <p:cNvPr id="1586" name="Google Shape;1586;p65"/>
            <p:cNvSpPr/>
            <p:nvPr/>
          </p:nvSpPr>
          <p:spPr>
            <a:xfrm>
              <a:off x="6593158" y="4311221"/>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대구 중구 남일동</a:t>
              </a:r>
              <a:endParaRPr sz="1335">
                <a:latin typeface="Malgun Gothic"/>
                <a:ea typeface="Malgun Gothic"/>
                <a:cs typeface="Malgun Gothic"/>
                <a:sym typeface="Malgun Gothic"/>
              </a:endParaRPr>
            </a:p>
          </p:txBody>
        </p:sp>
        <p:sp>
          <p:nvSpPr>
            <p:cNvPr id="1587" name="Google Shape;1587;p65"/>
            <p:cNvSpPr/>
            <p:nvPr/>
          </p:nvSpPr>
          <p:spPr>
            <a:xfrm>
              <a:off x="6593158" y="4583223"/>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135-1 101호</a:t>
              </a:r>
              <a:endParaRPr sz="1335">
                <a:latin typeface="Malgun Gothic"/>
                <a:ea typeface="Malgun Gothic"/>
                <a:cs typeface="Malgun Gothic"/>
                <a:sym typeface="Malgun Gothic"/>
              </a:endParaRPr>
            </a:p>
          </p:txBody>
        </p:sp>
        <p:sp>
          <p:nvSpPr>
            <p:cNvPr id="1588" name="Google Shape;1588;p65"/>
            <p:cNvSpPr/>
            <p:nvPr/>
          </p:nvSpPr>
          <p:spPr>
            <a:xfrm>
              <a:off x="6584475" y="4884526"/>
              <a:ext cx="1302600" cy="209400"/>
            </a:xfrm>
            <a:prstGeom prst="roundRect">
              <a:avLst>
                <a:gd fmla="val 16667" name="adj"/>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087">
                  <a:solidFill>
                    <a:schemeClr val="dk1"/>
                  </a:solidFill>
                  <a:latin typeface="Malgun Gothic"/>
                  <a:ea typeface="Malgun Gothic"/>
                  <a:cs typeface="Malgun Gothic"/>
                  <a:sym typeface="Malgun Gothic"/>
                </a:rPr>
                <a:t>주소 변경</a:t>
              </a:r>
              <a:endParaRPr sz="1087">
                <a:solidFill>
                  <a:schemeClr val="dk1"/>
                </a:solidFill>
                <a:latin typeface="Malgun Gothic"/>
                <a:ea typeface="Malgun Gothic"/>
                <a:cs typeface="Malgun Gothic"/>
                <a:sym typeface="Malgun Gothic"/>
              </a:endParaRPr>
            </a:p>
          </p:txBody>
        </p:sp>
      </p:grpSp>
      <p:sp>
        <p:nvSpPr>
          <p:cNvPr id="1589" name="Google Shape;1589;p65"/>
          <p:cNvSpPr txBox="1"/>
          <p:nvPr/>
        </p:nvSpPr>
        <p:spPr>
          <a:xfrm>
            <a:off x="280478" y="4440175"/>
            <a:ext cx="627900" cy="5835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주소</a:t>
            </a:r>
            <a:endParaRPr b="1" sz="1211">
              <a:solidFill>
                <a:schemeClr val="dk1"/>
              </a:solidFill>
              <a:latin typeface="Malgun Gothic"/>
              <a:ea typeface="Malgun Gothic"/>
              <a:cs typeface="Malgun Gothic"/>
              <a:sym typeface="Malgun Gothic"/>
            </a:endParaRPr>
          </a:p>
        </p:txBody>
      </p:sp>
      <p:grpSp>
        <p:nvGrpSpPr>
          <p:cNvPr id="1590" name="Google Shape;1590;p65"/>
          <p:cNvGrpSpPr/>
          <p:nvPr/>
        </p:nvGrpSpPr>
        <p:grpSpPr>
          <a:xfrm>
            <a:off x="220940" y="5432483"/>
            <a:ext cx="2505061" cy="597812"/>
            <a:chOff x="5546104" y="2941655"/>
            <a:chExt cx="3103396" cy="482223"/>
          </a:xfrm>
        </p:grpSpPr>
        <p:sp>
          <p:nvSpPr>
            <p:cNvPr id="1591" name="Google Shape;1591;p65"/>
            <p:cNvSpPr txBox="1"/>
            <p:nvPr/>
          </p:nvSpPr>
          <p:spPr>
            <a:xfrm>
              <a:off x="5546104" y="2941655"/>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가입일</a:t>
              </a:r>
              <a:endParaRPr b="1" sz="1211">
                <a:solidFill>
                  <a:schemeClr val="dk1"/>
                </a:solidFill>
                <a:latin typeface="Malgun Gothic"/>
                <a:ea typeface="Malgun Gothic"/>
                <a:cs typeface="Malgun Gothic"/>
                <a:sym typeface="Malgun Gothic"/>
              </a:endParaRPr>
            </a:p>
          </p:txBody>
        </p:sp>
        <p:sp>
          <p:nvSpPr>
            <p:cNvPr id="1592" name="Google Shape;1592;p65"/>
            <p:cNvSpPr/>
            <p:nvPr/>
          </p:nvSpPr>
          <p:spPr>
            <a:xfrm>
              <a:off x="6615500" y="3019178"/>
              <a:ext cx="20340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2022.06.05</a:t>
              </a:r>
              <a:endParaRPr sz="1335">
                <a:latin typeface="Malgun Gothic"/>
                <a:ea typeface="Malgun Gothic"/>
                <a:cs typeface="Malgun Gothic"/>
                <a:sym typeface="Malgun Gothic"/>
              </a:endParaRPr>
            </a:p>
          </p:txBody>
        </p:sp>
      </p:grpSp>
      <p:sp>
        <p:nvSpPr>
          <p:cNvPr id="1593" name="Google Shape;1593;p65"/>
          <p:cNvSpPr/>
          <p:nvPr/>
        </p:nvSpPr>
        <p:spPr>
          <a:xfrm>
            <a:off x="2989950" y="1433525"/>
            <a:ext cx="1469100" cy="52857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594" name="Google Shape;1594;p65"/>
          <p:cNvSpPr txBox="1"/>
          <p:nvPr/>
        </p:nvSpPr>
        <p:spPr>
          <a:xfrm>
            <a:off x="3178475" y="1546900"/>
            <a:ext cx="10722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00">
                <a:solidFill>
                  <a:schemeClr val="dk1"/>
                </a:solidFill>
                <a:latin typeface="Malgun Gothic"/>
                <a:ea typeface="Malgun Gothic"/>
                <a:cs typeface="Malgun Gothic"/>
                <a:sym typeface="Malgun Gothic"/>
              </a:rPr>
              <a:t>지원자 목록</a:t>
            </a:r>
            <a:endParaRPr b="1" sz="1200">
              <a:solidFill>
                <a:schemeClr val="dk1"/>
              </a:solidFill>
              <a:latin typeface="Malgun Gothic"/>
              <a:ea typeface="Malgun Gothic"/>
              <a:cs typeface="Malgun Gothic"/>
              <a:sym typeface="Malgun Gothic"/>
            </a:endParaRPr>
          </a:p>
        </p:txBody>
      </p:sp>
      <p:sp>
        <p:nvSpPr>
          <p:cNvPr id="1595" name="Google Shape;1595;p65"/>
          <p:cNvSpPr txBox="1"/>
          <p:nvPr/>
        </p:nvSpPr>
        <p:spPr>
          <a:xfrm>
            <a:off x="3038685" y="2322887"/>
            <a:ext cx="1351800" cy="5121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홍순자 ➡️</a:t>
            </a:r>
            <a:endParaRPr b="1" sz="1211">
              <a:solidFill>
                <a:schemeClr val="dk1"/>
              </a:solidFill>
              <a:latin typeface="Malgun Gothic"/>
              <a:ea typeface="Malgun Gothic"/>
              <a:cs typeface="Malgun Gothic"/>
              <a:sym typeface="Malgun Gothic"/>
            </a:endParaRPr>
          </a:p>
        </p:txBody>
      </p:sp>
      <p:sp>
        <p:nvSpPr>
          <p:cNvPr id="1596" name="Google Shape;1596;p65"/>
          <p:cNvSpPr txBox="1"/>
          <p:nvPr/>
        </p:nvSpPr>
        <p:spPr>
          <a:xfrm>
            <a:off x="3048604" y="2916725"/>
            <a:ext cx="1351800" cy="5835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홍영희 ➡️</a:t>
            </a:r>
            <a:endParaRPr b="1" sz="1211">
              <a:solidFill>
                <a:schemeClr val="dk1"/>
              </a:solidFill>
              <a:latin typeface="Malgun Gothic"/>
              <a:ea typeface="Malgun Gothic"/>
              <a:cs typeface="Malgun Gothic"/>
              <a:sym typeface="Malgun Gothic"/>
            </a:endParaRPr>
          </a:p>
        </p:txBody>
      </p:sp>
      <p:sp>
        <p:nvSpPr>
          <p:cNvPr id="1597" name="Google Shape;1597;p65"/>
          <p:cNvSpPr txBox="1"/>
          <p:nvPr/>
        </p:nvSpPr>
        <p:spPr>
          <a:xfrm>
            <a:off x="2989950" y="3581975"/>
            <a:ext cx="1267200" cy="5121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홍나라 ➡️</a:t>
            </a:r>
            <a:endParaRPr b="1" sz="1211">
              <a:solidFill>
                <a:schemeClr val="dk1"/>
              </a:solidFill>
              <a:latin typeface="Malgun Gothic"/>
              <a:ea typeface="Malgun Gothic"/>
              <a:cs typeface="Malgun Gothic"/>
              <a:sym typeface="Malgun Gothic"/>
            </a:endParaRPr>
          </a:p>
        </p:txBody>
      </p:sp>
      <p:sp>
        <p:nvSpPr>
          <p:cNvPr id="1598" name="Google Shape;1598;p65"/>
          <p:cNvSpPr txBox="1"/>
          <p:nvPr/>
        </p:nvSpPr>
        <p:spPr>
          <a:xfrm>
            <a:off x="3694175" y="1951600"/>
            <a:ext cx="696300" cy="2880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900">
                <a:solidFill>
                  <a:schemeClr val="dk1"/>
                </a:solidFill>
                <a:latin typeface="Malgun Gothic"/>
                <a:ea typeface="Malgun Gothic"/>
                <a:cs typeface="Malgun Gothic"/>
                <a:sym typeface="Malgun Gothic"/>
              </a:rPr>
              <a:t>총 3 명</a:t>
            </a:r>
            <a:endParaRPr sz="900">
              <a:solidFill>
                <a:schemeClr val="dk1"/>
              </a:solidFill>
              <a:latin typeface="Malgun Gothic"/>
              <a:ea typeface="Malgun Gothic"/>
              <a:cs typeface="Malgun Gothic"/>
              <a:sym typeface="Malgun Gothic"/>
            </a:endParaRPr>
          </a:p>
        </p:txBody>
      </p:sp>
      <p:sp>
        <p:nvSpPr>
          <p:cNvPr id="1599" name="Google Shape;1599;p65"/>
          <p:cNvSpPr/>
          <p:nvPr/>
        </p:nvSpPr>
        <p:spPr>
          <a:xfrm>
            <a:off x="3080966" y="6155475"/>
            <a:ext cx="1267200" cy="4047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지원자 추가</a:t>
            </a:r>
            <a:endParaRPr>
              <a:solidFill>
                <a:schemeClr val="lt1"/>
              </a:solidFill>
              <a:latin typeface="Malgun Gothic"/>
              <a:ea typeface="Malgun Gothic"/>
              <a:cs typeface="Malgun Gothic"/>
              <a:sym typeface="Malgun Gothic"/>
            </a:endParaRPr>
          </a:p>
        </p:txBody>
      </p:sp>
      <p:grpSp>
        <p:nvGrpSpPr>
          <p:cNvPr id="1600" name="Google Shape;1600;p65"/>
          <p:cNvGrpSpPr/>
          <p:nvPr/>
        </p:nvGrpSpPr>
        <p:grpSpPr>
          <a:xfrm>
            <a:off x="4569653" y="1383254"/>
            <a:ext cx="3915909" cy="5285585"/>
            <a:chOff x="4569653" y="1383254"/>
            <a:chExt cx="3915909" cy="5285585"/>
          </a:xfrm>
        </p:grpSpPr>
        <p:grpSp>
          <p:nvGrpSpPr>
            <p:cNvPr id="1601" name="Google Shape;1601;p65"/>
            <p:cNvGrpSpPr/>
            <p:nvPr/>
          </p:nvGrpSpPr>
          <p:grpSpPr>
            <a:xfrm>
              <a:off x="4569653" y="1383254"/>
              <a:ext cx="3915909" cy="5285585"/>
              <a:chOff x="5350425" y="1878771"/>
              <a:chExt cx="3432900" cy="4263600"/>
            </a:xfrm>
          </p:grpSpPr>
          <p:sp>
            <p:nvSpPr>
              <p:cNvPr id="1602" name="Google Shape;1602;p65"/>
              <p:cNvSpPr/>
              <p:nvPr/>
            </p:nvSpPr>
            <p:spPr>
              <a:xfrm>
                <a:off x="5350425" y="1878771"/>
                <a:ext cx="3432900" cy="42636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603" name="Google Shape;1603;p65"/>
              <p:cNvSpPr txBox="1"/>
              <p:nvPr/>
            </p:nvSpPr>
            <p:spPr>
              <a:xfrm>
                <a:off x="5667937" y="1988179"/>
                <a:ext cx="24669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100">
                    <a:solidFill>
                      <a:schemeClr val="dk1"/>
                    </a:solidFill>
                    <a:latin typeface="Malgun Gothic"/>
                    <a:ea typeface="Malgun Gothic"/>
                    <a:cs typeface="Malgun Gothic"/>
                    <a:sym typeface="Malgun Gothic"/>
                  </a:rPr>
                  <a:t>홍순자 님 상세정보</a:t>
                </a:r>
                <a:endParaRPr sz="1100">
                  <a:solidFill>
                    <a:schemeClr val="dk1"/>
                  </a:solidFill>
                  <a:latin typeface="Malgun Gothic"/>
                  <a:ea typeface="Malgun Gothic"/>
                  <a:cs typeface="Malgun Gothic"/>
                  <a:sym typeface="Malgun Gothic"/>
                </a:endParaRPr>
              </a:p>
            </p:txBody>
          </p:sp>
          <p:sp>
            <p:nvSpPr>
              <p:cNvPr id="1604" name="Google Shape;1604;p65"/>
              <p:cNvSpPr txBox="1"/>
              <p:nvPr/>
            </p:nvSpPr>
            <p:spPr>
              <a:xfrm>
                <a:off x="5469570" y="2569541"/>
                <a:ext cx="869700" cy="3264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이름</a:t>
                </a:r>
                <a:endParaRPr b="1" sz="1211">
                  <a:solidFill>
                    <a:schemeClr val="dk1"/>
                  </a:solidFill>
                  <a:latin typeface="Malgun Gothic"/>
                  <a:ea typeface="Malgun Gothic"/>
                  <a:cs typeface="Malgun Gothic"/>
                  <a:sym typeface="Malgun Gothic"/>
                </a:endParaRPr>
              </a:p>
            </p:txBody>
          </p:sp>
          <p:sp>
            <p:nvSpPr>
              <p:cNvPr id="1605" name="Google Shape;1605;p65"/>
              <p:cNvSpPr txBox="1"/>
              <p:nvPr/>
            </p:nvSpPr>
            <p:spPr>
              <a:xfrm>
                <a:off x="5468366" y="3019187"/>
                <a:ext cx="794700" cy="404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생년월일</a:t>
                </a:r>
                <a:endParaRPr b="1" sz="1211">
                  <a:solidFill>
                    <a:schemeClr val="dk1"/>
                  </a:solidFill>
                  <a:latin typeface="Malgun Gothic"/>
                  <a:ea typeface="Malgun Gothic"/>
                  <a:cs typeface="Malgun Gothic"/>
                  <a:sym typeface="Malgun Gothic"/>
                </a:endParaRPr>
              </a:p>
            </p:txBody>
          </p:sp>
          <p:sp>
            <p:nvSpPr>
              <p:cNvPr id="1606" name="Google Shape;1606;p65"/>
              <p:cNvSpPr txBox="1"/>
              <p:nvPr/>
            </p:nvSpPr>
            <p:spPr>
              <a:xfrm>
                <a:off x="5550577" y="3477714"/>
                <a:ext cx="716400" cy="3108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성별</a:t>
                </a:r>
                <a:endParaRPr b="1" sz="1211">
                  <a:solidFill>
                    <a:schemeClr val="dk1"/>
                  </a:solidFill>
                  <a:latin typeface="Malgun Gothic"/>
                  <a:ea typeface="Malgun Gothic"/>
                  <a:cs typeface="Malgun Gothic"/>
                  <a:sym typeface="Malgun Gothic"/>
                </a:endParaRPr>
              </a:p>
            </p:txBody>
          </p:sp>
          <p:sp>
            <p:nvSpPr>
              <p:cNvPr id="1607" name="Google Shape;1607;p65"/>
              <p:cNvSpPr txBox="1"/>
              <p:nvPr/>
            </p:nvSpPr>
            <p:spPr>
              <a:xfrm>
                <a:off x="5587232" y="3802179"/>
                <a:ext cx="794700" cy="3264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주소</a:t>
                </a:r>
                <a:endParaRPr b="1" sz="1211">
                  <a:solidFill>
                    <a:schemeClr val="dk1"/>
                  </a:solidFill>
                  <a:latin typeface="Malgun Gothic"/>
                  <a:ea typeface="Malgun Gothic"/>
                  <a:cs typeface="Malgun Gothic"/>
                  <a:sym typeface="Malgun Gothic"/>
                </a:endParaRPr>
              </a:p>
            </p:txBody>
          </p:sp>
          <p:sp>
            <p:nvSpPr>
              <p:cNvPr id="1608" name="Google Shape;1608;p65"/>
              <p:cNvSpPr/>
              <p:nvPr/>
            </p:nvSpPr>
            <p:spPr>
              <a:xfrm>
                <a:off x="6615500" y="2570978"/>
                <a:ext cx="20340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15">
                    <a:solidFill>
                      <a:schemeClr val="dk1"/>
                    </a:solidFill>
                  </a:rPr>
                  <a:t>홍순자</a:t>
                </a:r>
                <a:endParaRPr sz="2307">
                  <a:latin typeface="Malgun Gothic"/>
                  <a:ea typeface="Malgun Gothic"/>
                  <a:cs typeface="Malgun Gothic"/>
                  <a:sym typeface="Malgun Gothic"/>
                </a:endParaRPr>
              </a:p>
            </p:txBody>
          </p:sp>
          <p:sp>
            <p:nvSpPr>
              <p:cNvPr id="1609" name="Google Shape;1609;p65"/>
              <p:cNvSpPr/>
              <p:nvPr/>
            </p:nvSpPr>
            <p:spPr>
              <a:xfrm>
                <a:off x="6615500" y="3019178"/>
                <a:ext cx="20340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2011.04.06</a:t>
                </a:r>
                <a:endParaRPr sz="1335">
                  <a:latin typeface="Malgun Gothic"/>
                  <a:ea typeface="Malgun Gothic"/>
                  <a:cs typeface="Malgun Gothic"/>
                  <a:sym typeface="Malgun Gothic"/>
                </a:endParaRPr>
              </a:p>
            </p:txBody>
          </p:sp>
          <p:sp>
            <p:nvSpPr>
              <p:cNvPr id="1610" name="Google Shape;1610;p65"/>
              <p:cNvSpPr/>
              <p:nvPr/>
            </p:nvSpPr>
            <p:spPr>
              <a:xfrm>
                <a:off x="6593158" y="3782994"/>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대구 중구 남일동</a:t>
                </a:r>
                <a:endParaRPr sz="1335">
                  <a:latin typeface="Malgun Gothic"/>
                  <a:ea typeface="Malgun Gothic"/>
                  <a:cs typeface="Malgun Gothic"/>
                  <a:sym typeface="Malgun Gothic"/>
                </a:endParaRPr>
              </a:p>
            </p:txBody>
          </p:sp>
          <p:sp>
            <p:nvSpPr>
              <p:cNvPr id="1611" name="Google Shape;1611;p65"/>
              <p:cNvSpPr/>
              <p:nvPr/>
            </p:nvSpPr>
            <p:spPr>
              <a:xfrm>
                <a:off x="6593158" y="4054995"/>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135-1 101호</a:t>
                </a:r>
                <a:endParaRPr sz="1335">
                  <a:latin typeface="Malgun Gothic"/>
                  <a:ea typeface="Malgun Gothic"/>
                  <a:cs typeface="Malgun Gothic"/>
                  <a:sym typeface="Malgun Gothic"/>
                </a:endParaRPr>
              </a:p>
            </p:txBody>
          </p:sp>
          <p:sp>
            <p:nvSpPr>
              <p:cNvPr id="1612" name="Google Shape;1612;p65"/>
              <p:cNvSpPr/>
              <p:nvPr/>
            </p:nvSpPr>
            <p:spPr>
              <a:xfrm>
                <a:off x="6584475" y="4356299"/>
                <a:ext cx="1302600" cy="209400"/>
              </a:xfrm>
              <a:prstGeom prst="roundRect">
                <a:avLst>
                  <a:gd fmla="val 16667" name="adj"/>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087">
                    <a:solidFill>
                      <a:schemeClr val="dk1"/>
                    </a:solidFill>
                    <a:latin typeface="Malgun Gothic"/>
                    <a:ea typeface="Malgun Gothic"/>
                    <a:cs typeface="Malgun Gothic"/>
                    <a:sym typeface="Malgun Gothic"/>
                  </a:rPr>
                  <a:t>주소 변경</a:t>
                </a:r>
                <a:endParaRPr sz="1087">
                  <a:solidFill>
                    <a:schemeClr val="dk1"/>
                  </a:solidFill>
                  <a:latin typeface="Malgun Gothic"/>
                  <a:ea typeface="Malgun Gothic"/>
                  <a:cs typeface="Malgun Gothic"/>
                  <a:sym typeface="Malgun Gothic"/>
                </a:endParaRPr>
              </a:p>
            </p:txBody>
          </p:sp>
        </p:grpSp>
        <p:sp>
          <p:nvSpPr>
            <p:cNvPr id="1613" name="Google Shape;1613;p65"/>
            <p:cNvSpPr txBox="1"/>
            <p:nvPr/>
          </p:nvSpPr>
          <p:spPr>
            <a:xfrm>
              <a:off x="6022600" y="3411325"/>
              <a:ext cx="1267200" cy="2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200">
                  <a:solidFill>
                    <a:schemeClr val="dk1"/>
                  </a:solidFill>
                  <a:latin typeface="Malgun Gothic"/>
                  <a:ea typeface="Malgun Gothic"/>
                  <a:cs typeface="Malgun Gothic"/>
                  <a:sym typeface="Malgun Gothic"/>
                </a:rPr>
                <a:t>◯ 남   ⦿ 여  </a:t>
              </a:r>
              <a:endParaRPr sz="2800">
                <a:solidFill>
                  <a:schemeClr val="dk1"/>
                </a:solidFill>
                <a:latin typeface="Malgun Gothic"/>
                <a:ea typeface="Malgun Gothic"/>
                <a:cs typeface="Malgun Gothic"/>
                <a:sym typeface="Malgun Gothic"/>
              </a:endParaRPr>
            </a:p>
          </p:txBody>
        </p:sp>
        <p:sp>
          <p:nvSpPr>
            <p:cNvPr id="1614" name="Google Shape;1614;p65"/>
            <p:cNvSpPr txBox="1"/>
            <p:nvPr/>
          </p:nvSpPr>
          <p:spPr>
            <a:xfrm>
              <a:off x="4717664" y="4854427"/>
              <a:ext cx="906600" cy="5016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장애유형</a:t>
              </a:r>
              <a:endParaRPr b="1" sz="1211">
                <a:solidFill>
                  <a:schemeClr val="dk1"/>
                </a:solidFill>
                <a:latin typeface="Malgun Gothic"/>
                <a:ea typeface="Malgun Gothic"/>
                <a:cs typeface="Malgun Gothic"/>
                <a:sym typeface="Malgun Gothic"/>
              </a:endParaRPr>
            </a:p>
          </p:txBody>
        </p:sp>
        <p:sp>
          <p:nvSpPr>
            <p:cNvPr id="1615" name="Google Shape;1615;p65"/>
            <p:cNvSpPr/>
            <p:nvPr/>
          </p:nvSpPr>
          <p:spPr>
            <a:xfrm>
              <a:off x="5926999" y="4854416"/>
              <a:ext cx="2320200" cy="501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일생생활이 불가한 뇌전증</a:t>
              </a:r>
              <a:endParaRPr sz="1335">
                <a:latin typeface="Malgun Gothic"/>
                <a:ea typeface="Malgun Gothic"/>
                <a:cs typeface="Malgun Gothic"/>
                <a:sym typeface="Malgun Gothic"/>
              </a:endParaRPr>
            </a:p>
          </p:txBody>
        </p:sp>
        <p:sp>
          <p:nvSpPr>
            <p:cNvPr id="1616" name="Google Shape;1616;p65"/>
            <p:cNvSpPr txBox="1"/>
            <p:nvPr/>
          </p:nvSpPr>
          <p:spPr>
            <a:xfrm>
              <a:off x="4810539" y="5480590"/>
              <a:ext cx="906600" cy="5016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등록일</a:t>
              </a:r>
              <a:endParaRPr b="1" sz="1211">
                <a:solidFill>
                  <a:schemeClr val="dk1"/>
                </a:solidFill>
                <a:latin typeface="Malgun Gothic"/>
                <a:ea typeface="Malgun Gothic"/>
                <a:cs typeface="Malgun Gothic"/>
                <a:sym typeface="Malgun Gothic"/>
              </a:endParaRPr>
            </a:p>
          </p:txBody>
        </p:sp>
        <p:sp>
          <p:nvSpPr>
            <p:cNvPr id="1617" name="Google Shape;1617;p65"/>
            <p:cNvSpPr/>
            <p:nvPr/>
          </p:nvSpPr>
          <p:spPr>
            <a:xfrm>
              <a:off x="5927006" y="5480588"/>
              <a:ext cx="1641900" cy="5016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2022.06.05</a:t>
              </a:r>
              <a:endParaRPr sz="1335">
                <a:latin typeface="Malgun Gothic"/>
                <a:ea typeface="Malgun Gothic"/>
                <a:cs typeface="Malgun Gothic"/>
                <a:sym typeface="Malgun Gothic"/>
              </a:endParaRPr>
            </a:p>
          </p:txBody>
        </p:sp>
        <p:sp>
          <p:nvSpPr>
            <p:cNvPr id="1618" name="Google Shape;1618;p65"/>
            <p:cNvSpPr/>
            <p:nvPr/>
          </p:nvSpPr>
          <p:spPr>
            <a:xfrm>
              <a:off x="6114347" y="6106775"/>
              <a:ext cx="833400" cy="4047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수정</a:t>
              </a:r>
              <a:endParaRPr>
                <a:solidFill>
                  <a:schemeClr val="lt1"/>
                </a:solidFill>
                <a:latin typeface="Malgun Gothic"/>
                <a:ea typeface="Malgun Gothic"/>
                <a:cs typeface="Malgun Gothic"/>
                <a:sym typeface="Malgun Gothic"/>
              </a:endParaRPr>
            </a:p>
          </p:txBody>
        </p:sp>
        <p:sp>
          <p:nvSpPr>
            <p:cNvPr id="1619" name="Google Shape;1619;p65"/>
            <p:cNvSpPr/>
            <p:nvPr/>
          </p:nvSpPr>
          <p:spPr>
            <a:xfrm>
              <a:off x="7169647" y="6106775"/>
              <a:ext cx="833400" cy="404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0000"/>
                  </a:solidFill>
                  <a:latin typeface="Malgun Gothic"/>
                  <a:ea typeface="Malgun Gothic"/>
                  <a:cs typeface="Malgun Gothic"/>
                  <a:sym typeface="Malgun Gothic"/>
                </a:rPr>
                <a:t>삭제</a:t>
              </a:r>
              <a:endParaRPr>
                <a:solidFill>
                  <a:srgbClr val="FF0000"/>
                </a:solidFill>
                <a:latin typeface="Malgun Gothic"/>
                <a:ea typeface="Malgun Gothic"/>
                <a:cs typeface="Malgun Gothic"/>
                <a:sym typeface="Malgun Gothic"/>
              </a:endParaRPr>
            </a:p>
          </p:txBody>
        </p:sp>
      </p:grpSp>
      <p:pic>
        <p:nvPicPr>
          <p:cNvPr id="1620" name="Google Shape;1620;p65"/>
          <p:cNvPicPr preferRelativeResize="0"/>
          <p:nvPr/>
        </p:nvPicPr>
        <p:blipFill>
          <a:blip r:embed="rId4">
            <a:alphaModFix/>
          </a:blip>
          <a:stretch>
            <a:fillRect/>
          </a:stretch>
        </p:blipFill>
        <p:spPr>
          <a:xfrm>
            <a:off x="140350" y="692071"/>
            <a:ext cx="8503199" cy="6117410"/>
          </a:xfrm>
          <a:prstGeom prst="rect">
            <a:avLst/>
          </a:prstGeom>
          <a:noFill/>
          <a:ln>
            <a:noFill/>
          </a:ln>
        </p:spPr>
      </p:pic>
      <p:grpSp>
        <p:nvGrpSpPr>
          <p:cNvPr id="1621" name="Google Shape;1621;p65"/>
          <p:cNvGrpSpPr/>
          <p:nvPr/>
        </p:nvGrpSpPr>
        <p:grpSpPr>
          <a:xfrm>
            <a:off x="2434003" y="1195229"/>
            <a:ext cx="3915909" cy="5285585"/>
            <a:chOff x="4569653" y="1383254"/>
            <a:chExt cx="3915909" cy="5285585"/>
          </a:xfrm>
        </p:grpSpPr>
        <p:grpSp>
          <p:nvGrpSpPr>
            <p:cNvPr id="1622" name="Google Shape;1622;p65"/>
            <p:cNvGrpSpPr/>
            <p:nvPr/>
          </p:nvGrpSpPr>
          <p:grpSpPr>
            <a:xfrm>
              <a:off x="4569653" y="1383254"/>
              <a:ext cx="3915909" cy="5285585"/>
              <a:chOff x="5350425" y="1878771"/>
              <a:chExt cx="3432900" cy="4263600"/>
            </a:xfrm>
          </p:grpSpPr>
          <p:sp>
            <p:nvSpPr>
              <p:cNvPr id="1623" name="Google Shape;1623;p65"/>
              <p:cNvSpPr/>
              <p:nvPr/>
            </p:nvSpPr>
            <p:spPr>
              <a:xfrm>
                <a:off x="5350425" y="1878771"/>
                <a:ext cx="3432900" cy="42636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624" name="Google Shape;1624;p65"/>
              <p:cNvSpPr txBox="1"/>
              <p:nvPr/>
            </p:nvSpPr>
            <p:spPr>
              <a:xfrm>
                <a:off x="5667937" y="1988179"/>
                <a:ext cx="24669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300">
                    <a:solidFill>
                      <a:schemeClr val="dk1"/>
                    </a:solidFill>
                    <a:latin typeface="Malgun Gothic"/>
                    <a:ea typeface="Malgun Gothic"/>
                    <a:cs typeface="Malgun Gothic"/>
                    <a:sym typeface="Malgun Gothic"/>
                  </a:rPr>
                  <a:t>신규 지원대상자 등록</a:t>
                </a:r>
                <a:endParaRPr b="1" sz="1300">
                  <a:solidFill>
                    <a:schemeClr val="dk1"/>
                  </a:solidFill>
                  <a:latin typeface="Malgun Gothic"/>
                  <a:ea typeface="Malgun Gothic"/>
                  <a:cs typeface="Malgun Gothic"/>
                  <a:sym typeface="Malgun Gothic"/>
                </a:endParaRPr>
              </a:p>
            </p:txBody>
          </p:sp>
          <p:sp>
            <p:nvSpPr>
              <p:cNvPr id="1625" name="Google Shape;1625;p65"/>
              <p:cNvSpPr txBox="1"/>
              <p:nvPr/>
            </p:nvSpPr>
            <p:spPr>
              <a:xfrm>
                <a:off x="5469570" y="2569541"/>
                <a:ext cx="869700" cy="3264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이름</a:t>
                </a:r>
                <a:endParaRPr b="1" sz="1211">
                  <a:solidFill>
                    <a:schemeClr val="dk1"/>
                  </a:solidFill>
                  <a:latin typeface="Malgun Gothic"/>
                  <a:ea typeface="Malgun Gothic"/>
                  <a:cs typeface="Malgun Gothic"/>
                  <a:sym typeface="Malgun Gothic"/>
                </a:endParaRPr>
              </a:p>
            </p:txBody>
          </p:sp>
          <p:sp>
            <p:nvSpPr>
              <p:cNvPr id="1626" name="Google Shape;1626;p65"/>
              <p:cNvSpPr txBox="1"/>
              <p:nvPr/>
            </p:nvSpPr>
            <p:spPr>
              <a:xfrm>
                <a:off x="5468366" y="3019187"/>
                <a:ext cx="794700" cy="404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생년월일</a:t>
                </a:r>
                <a:endParaRPr b="1" sz="1211">
                  <a:solidFill>
                    <a:schemeClr val="dk1"/>
                  </a:solidFill>
                  <a:latin typeface="Malgun Gothic"/>
                  <a:ea typeface="Malgun Gothic"/>
                  <a:cs typeface="Malgun Gothic"/>
                  <a:sym typeface="Malgun Gothic"/>
                </a:endParaRPr>
              </a:p>
            </p:txBody>
          </p:sp>
          <p:sp>
            <p:nvSpPr>
              <p:cNvPr id="1627" name="Google Shape;1627;p65"/>
              <p:cNvSpPr txBox="1"/>
              <p:nvPr/>
            </p:nvSpPr>
            <p:spPr>
              <a:xfrm>
                <a:off x="5550577" y="3477714"/>
                <a:ext cx="716400" cy="3108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성별</a:t>
                </a:r>
                <a:endParaRPr b="1" sz="1211">
                  <a:solidFill>
                    <a:schemeClr val="dk1"/>
                  </a:solidFill>
                  <a:latin typeface="Malgun Gothic"/>
                  <a:ea typeface="Malgun Gothic"/>
                  <a:cs typeface="Malgun Gothic"/>
                  <a:sym typeface="Malgun Gothic"/>
                </a:endParaRPr>
              </a:p>
            </p:txBody>
          </p:sp>
          <p:sp>
            <p:nvSpPr>
              <p:cNvPr id="1628" name="Google Shape;1628;p65"/>
              <p:cNvSpPr txBox="1"/>
              <p:nvPr/>
            </p:nvSpPr>
            <p:spPr>
              <a:xfrm>
                <a:off x="5587232" y="3802179"/>
                <a:ext cx="794700" cy="3264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주소</a:t>
                </a:r>
                <a:endParaRPr b="1" sz="1211">
                  <a:solidFill>
                    <a:schemeClr val="dk1"/>
                  </a:solidFill>
                  <a:latin typeface="Malgun Gothic"/>
                  <a:ea typeface="Malgun Gothic"/>
                  <a:cs typeface="Malgun Gothic"/>
                  <a:sym typeface="Malgun Gothic"/>
                </a:endParaRPr>
              </a:p>
            </p:txBody>
          </p:sp>
          <p:sp>
            <p:nvSpPr>
              <p:cNvPr id="1629" name="Google Shape;1629;p65"/>
              <p:cNvSpPr/>
              <p:nvPr/>
            </p:nvSpPr>
            <p:spPr>
              <a:xfrm>
                <a:off x="6615500" y="2570978"/>
                <a:ext cx="20340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15">
                    <a:solidFill>
                      <a:schemeClr val="dk1"/>
                    </a:solidFill>
                  </a:rPr>
                  <a:t>홍순자</a:t>
                </a:r>
                <a:endParaRPr sz="2307">
                  <a:latin typeface="Malgun Gothic"/>
                  <a:ea typeface="Malgun Gothic"/>
                  <a:cs typeface="Malgun Gothic"/>
                  <a:sym typeface="Malgun Gothic"/>
                </a:endParaRPr>
              </a:p>
            </p:txBody>
          </p:sp>
          <p:sp>
            <p:nvSpPr>
              <p:cNvPr id="1630" name="Google Shape;1630;p65"/>
              <p:cNvSpPr/>
              <p:nvPr/>
            </p:nvSpPr>
            <p:spPr>
              <a:xfrm>
                <a:off x="6615500" y="3019178"/>
                <a:ext cx="20340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2011.04.06</a:t>
                </a:r>
                <a:endParaRPr sz="1335">
                  <a:latin typeface="Malgun Gothic"/>
                  <a:ea typeface="Malgun Gothic"/>
                  <a:cs typeface="Malgun Gothic"/>
                  <a:sym typeface="Malgun Gothic"/>
                </a:endParaRPr>
              </a:p>
            </p:txBody>
          </p:sp>
          <p:sp>
            <p:nvSpPr>
              <p:cNvPr id="1631" name="Google Shape;1631;p65"/>
              <p:cNvSpPr/>
              <p:nvPr/>
            </p:nvSpPr>
            <p:spPr>
              <a:xfrm>
                <a:off x="6593158" y="3782994"/>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대구 중구 남일동</a:t>
                </a:r>
                <a:endParaRPr sz="1335">
                  <a:latin typeface="Malgun Gothic"/>
                  <a:ea typeface="Malgun Gothic"/>
                  <a:cs typeface="Malgun Gothic"/>
                  <a:sym typeface="Malgun Gothic"/>
                </a:endParaRPr>
              </a:p>
            </p:txBody>
          </p:sp>
          <p:sp>
            <p:nvSpPr>
              <p:cNvPr id="1632" name="Google Shape;1632;p65"/>
              <p:cNvSpPr/>
              <p:nvPr/>
            </p:nvSpPr>
            <p:spPr>
              <a:xfrm>
                <a:off x="6593158" y="4054995"/>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135-1 101호</a:t>
                </a:r>
                <a:endParaRPr sz="1335">
                  <a:latin typeface="Malgun Gothic"/>
                  <a:ea typeface="Malgun Gothic"/>
                  <a:cs typeface="Malgun Gothic"/>
                  <a:sym typeface="Malgun Gothic"/>
                </a:endParaRPr>
              </a:p>
            </p:txBody>
          </p:sp>
          <p:sp>
            <p:nvSpPr>
              <p:cNvPr id="1633" name="Google Shape;1633;p65"/>
              <p:cNvSpPr/>
              <p:nvPr/>
            </p:nvSpPr>
            <p:spPr>
              <a:xfrm>
                <a:off x="6584475" y="4356299"/>
                <a:ext cx="1302600" cy="209400"/>
              </a:xfrm>
              <a:prstGeom prst="roundRect">
                <a:avLst>
                  <a:gd fmla="val 16667" name="adj"/>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087">
                    <a:solidFill>
                      <a:schemeClr val="dk1"/>
                    </a:solidFill>
                    <a:latin typeface="Malgun Gothic"/>
                    <a:ea typeface="Malgun Gothic"/>
                    <a:cs typeface="Malgun Gothic"/>
                    <a:sym typeface="Malgun Gothic"/>
                  </a:rPr>
                  <a:t>주소 </a:t>
                </a:r>
                <a:r>
                  <a:rPr lang="ko-KR" sz="1087">
                    <a:solidFill>
                      <a:schemeClr val="dk1"/>
                    </a:solidFill>
                    <a:latin typeface="Malgun Gothic"/>
                    <a:ea typeface="Malgun Gothic"/>
                    <a:cs typeface="Malgun Gothic"/>
                    <a:sym typeface="Malgun Gothic"/>
                  </a:rPr>
                  <a:t>찾기</a:t>
                </a:r>
                <a:endParaRPr sz="1087">
                  <a:solidFill>
                    <a:schemeClr val="dk1"/>
                  </a:solidFill>
                  <a:latin typeface="Malgun Gothic"/>
                  <a:ea typeface="Malgun Gothic"/>
                  <a:cs typeface="Malgun Gothic"/>
                  <a:sym typeface="Malgun Gothic"/>
                </a:endParaRPr>
              </a:p>
            </p:txBody>
          </p:sp>
        </p:grpSp>
        <p:sp>
          <p:nvSpPr>
            <p:cNvPr id="1634" name="Google Shape;1634;p65"/>
            <p:cNvSpPr txBox="1"/>
            <p:nvPr/>
          </p:nvSpPr>
          <p:spPr>
            <a:xfrm>
              <a:off x="6022600" y="3411325"/>
              <a:ext cx="1267200" cy="2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200">
                  <a:solidFill>
                    <a:schemeClr val="dk1"/>
                  </a:solidFill>
                  <a:latin typeface="Malgun Gothic"/>
                  <a:ea typeface="Malgun Gothic"/>
                  <a:cs typeface="Malgun Gothic"/>
                  <a:sym typeface="Malgun Gothic"/>
                </a:rPr>
                <a:t>◯ 남   ⦿ 여  </a:t>
              </a:r>
              <a:endParaRPr sz="2800">
                <a:solidFill>
                  <a:schemeClr val="dk1"/>
                </a:solidFill>
                <a:latin typeface="Malgun Gothic"/>
                <a:ea typeface="Malgun Gothic"/>
                <a:cs typeface="Malgun Gothic"/>
                <a:sym typeface="Malgun Gothic"/>
              </a:endParaRPr>
            </a:p>
          </p:txBody>
        </p:sp>
        <p:sp>
          <p:nvSpPr>
            <p:cNvPr id="1635" name="Google Shape;1635;p65"/>
            <p:cNvSpPr txBox="1"/>
            <p:nvPr/>
          </p:nvSpPr>
          <p:spPr>
            <a:xfrm>
              <a:off x="4717664" y="4854427"/>
              <a:ext cx="906600" cy="5016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장애유형</a:t>
              </a:r>
              <a:endParaRPr b="1" sz="1211">
                <a:solidFill>
                  <a:schemeClr val="dk1"/>
                </a:solidFill>
                <a:latin typeface="Malgun Gothic"/>
                <a:ea typeface="Malgun Gothic"/>
                <a:cs typeface="Malgun Gothic"/>
                <a:sym typeface="Malgun Gothic"/>
              </a:endParaRPr>
            </a:p>
          </p:txBody>
        </p:sp>
        <p:sp>
          <p:nvSpPr>
            <p:cNvPr id="1636" name="Google Shape;1636;p65"/>
            <p:cNvSpPr/>
            <p:nvPr/>
          </p:nvSpPr>
          <p:spPr>
            <a:xfrm>
              <a:off x="5927000" y="4854425"/>
              <a:ext cx="2122800" cy="501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일생생활이 불가한 뇌전증</a:t>
              </a:r>
              <a:endParaRPr sz="1335">
                <a:latin typeface="Malgun Gothic"/>
                <a:ea typeface="Malgun Gothic"/>
                <a:cs typeface="Malgun Gothic"/>
                <a:sym typeface="Malgun Gothic"/>
              </a:endParaRPr>
            </a:p>
          </p:txBody>
        </p:sp>
        <p:sp>
          <p:nvSpPr>
            <p:cNvPr id="1637" name="Google Shape;1637;p65"/>
            <p:cNvSpPr txBox="1"/>
            <p:nvPr/>
          </p:nvSpPr>
          <p:spPr>
            <a:xfrm>
              <a:off x="4810539" y="5480590"/>
              <a:ext cx="906600" cy="5016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등록일</a:t>
              </a:r>
              <a:endParaRPr b="1" sz="1211">
                <a:solidFill>
                  <a:schemeClr val="dk1"/>
                </a:solidFill>
                <a:latin typeface="Malgun Gothic"/>
                <a:ea typeface="Malgun Gothic"/>
                <a:cs typeface="Malgun Gothic"/>
                <a:sym typeface="Malgun Gothic"/>
              </a:endParaRPr>
            </a:p>
          </p:txBody>
        </p:sp>
        <p:sp>
          <p:nvSpPr>
            <p:cNvPr id="1638" name="Google Shape;1638;p65"/>
            <p:cNvSpPr/>
            <p:nvPr/>
          </p:nvSpPr>
          <p:spPr>
            <a:xfrm>
              <a:off x="5927006" y="5480588"/>
              <a:ext cx="1641900" cy="5016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2022.06.05</a:t>
              </a:r>
              <a:endParaRPr sz="1335">
                <a:latin typeface="Malgun Gothic"/>
                <a:ea typeface="Malgun Gothic"/>
                <a:cs typeface="Malgun Gothic"/>
                <a:sym typeface="Malgun Gothic"/>
              </a:endParaRPr>
            </a:p>
          </p:txBody>
        </p:sp>
        <p:sp>
          <p:nvSpPr>
            <p:cNvPr id="1639" name="Google Shape;1639;p65"/>
            <p:cNvSpPr/>
            <p:nvPr/>
          </p:nvSpPr>
          <p:spPr>
            <a:xfrm>
              <a:off x="6114347" y="6106775"/>
              <a:ext cx="833400" cy="4047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저장</a:t>
              </a:r>
              <a:endParaRPr>
                <a:solidFill>
                  <a:schemeClr val="lt1"/>
                </a:solidFill>
                <a:latin typeface="Malgun Gothic"/>
                <a:ea typeface="Malgun Gothic"/>
                <a:cs typeface="Malgun Gothic"/>
                <a:sym typeface="Malgun Gothic"/>
              </a:endParaRPr>
            </a:p>
          </p:txBody>
        </p:sp>
        <p:sp>
          <p:nvSpPr>
            <p:cNvPr id="1640" name="Google Shape;1640;p65"/>
            <p:cNvSpPr/>
            <p:nvPr/>
          </p:nvSpPr>
          <p:spPr>
            <a:xfrm>
              <a:off x="7169647" y="6106775"/>
              <a:ext cx="833400" cy="4047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취소</a:t>
              </a:r>
              <a:endParaRPr>
                <a:solidFill>
                  <a:schemeClr val="lt1"/>
                </a:solidFill>
                <a:latin typeface="Malgun Gothic"/>
                <a:ea typeface="Malgun Gothic"/>
                <a:cs typeface="Malgun Gothic"/>
                <a:sym typeface="Malgun Gothic"/>
              </a:endParaRPr>
            </a:p>
          </p:txBody>
        </p:sp>
      </p:grpSp>
      <p:sp>
        <p:nvSpPr>
          <p:cNvPr id="1641" name="Google Shape;1641;p65"/>
          <p:cNvSpPr/>
          <p:nvPr/>
        </p:nvSpPr>
        <p:spPr>
          <a:xfrm>
            <a:off x="2532750" y="119522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642" name="Google Shape;1642;p65"/>
          <p:cNvSpPr/>
          <p:nvPr/>
        </p:nvSpPr>
        <p:spPr>
          <a:xfrm>
            <a:off x="3598647" y="5150628"/>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643" name="Google Shape;1643;p65"/>
          <p:cNvSpPr/>
          <p:nvPr/>
        </p:nvSpPr>
        <p:spPr>
          <a:xfrm>
            <a:off x="5970150" y="4735675"/>
            <a:ext cx="251700" cy="288000"/>
          </a:xfrm>
          <a:prstGeom prst="plus">
            <a:avLst>
              <a:gd fmla="val 45828" name="adj"/>
            </a:avLst>
          </a:prstGeom>
          <a:solidFill>
            <a:srgbClr val="0000FF"/>
          </a:solidFill>
          <a:ln cap="flat" cmpd="sng" w="118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644" name="Google Shape;1644;p65"/>
          <p:cNvSpPr/>
          <p:nvPr/>
        </p:nvSpPr>
        <p:spPr>
          <a:xfrm>
            <a:off x="6015064" y="502368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9" name="Shape 1649"/>
        <p:cNvGrpSpPr/>
        <p:nvPr/>
      </p:nvGrpSpPr>
      <p:grpSpPr>
        <a:xfrm>
          <a:off x="0" y="0"/>
          <a:ext cx="0" cy="0"/>
          <a:chOff x="0" y="0"/>
          <a:chExt cx="0" cy="0"/>
        </a:xfrm>
      </p:grpSpPr>
      <p:graphicFrame>
        <p:nvGraphicFramePr>
          <p:cNvPr id="1650" name="Google Shape;1650;p66"/>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view-053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마이페이지 - </a:t>
                      </a:r>
                      <a:r>
                        <a:rPr lang="ko-KR"/>
                        <a:t>기관담당자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기관담당자</a:t>
                      </a:r>
                      <a:r>
                        <a:rPr lang="ko-KR"/>
                        <a:t>의 정보를 보여주는 마이페이지에서 정보를 수정하고 지원대상자를 등록 </a:t>
                      </a:r>
                      <a:r>
                        <a:rPr lang="ko-KR"/>
                        <a:t>조회</a:t>
                      </a:r>
                      <a:r>
                        <a:rPr lang="ko-KR"/>
                        <a:t>하는 화면</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기관담당자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담당자는 자신의 정보(아이디, 소속기관, 연락처, 이메일, 주소, 가입일) 조회</a:t>
                      </a:r>
                      <a:r>
                        <a:rPr lang="ko-KR" sz="1000">
                          <a:solidFill>
                            <a:srgbClr val="3465A4"/>
                          </a:solidFill>
                          <a:latin typeface="Arial"/>
                          <a:ea typeface="Arial"/>
                          <a:cs typeface="Arial"/>
                          <a:sym typeface="Arial"/>
                        </a:rPr>
                        <a:t>한다.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담당자는 소속기관, 연락처, 이메일, 주소를 </a:t>
                      </a:r>
                      <a:r>
                        <a:rPr lang="ko-KR" sz="1000">
                          <a:solidFill>
                            <a:srgbClr val="3465A4"/>
                          </a:solidFill>
                          <a:latin typeface="Arial"/>
                          <a:ea typeface="Arial"/>
                          <a:cs typeface="Arial"/>
                          <a:sym typeface="Arial"/>
                        </a:rPr>
                        <a:t>수정</a:t>
                      </a:r>
                      <a:r>
                        <a:rPr lang="ko-KR" sz="1000">
                          <a:solidFill>
                            <a:srgbClr val="3465A4"/>
                          </a:solidFill>
                          <a:latin typeface="Arial"/>
                          <a:ea typeface="Arial"/>
                          <a:cs typeface="Arial"/>
                          <a:sym typeface="Arial"/>
                        </a:rPr>
                        <a:t>할수 있다.</a:t>
                      </a:r>
                      <a:endParaRPr sz="1000" u="none" cap="none" strike="noStrike">
                        <a:solidFill>
                          <a:srgbClr val="3465A4"/>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사이드바 공간을 차지하지 않는다.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651" name="Google Shape;1651;p66"/>
          <p:cNvSpPr/>
          <p:nvPr/>
        </p:nvSpPr>
        <p:spPr>
          <a:xfrm>
            <a:off x="178125" y="740950"/>
            <a:ext cx="8239800" cy="64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Header 공간</a:t>
            </a:r>
            <a:endParaRPr>
              <a:latin typeface="Malgun Gothic"/>
              <a:ea typeface="Malgun Gothic"/>
              <a:cs typeface="Malgun Gothic"/>
              <a:sym typeface="Malgun Gothic"/>
            </a:endParaRPr>
          </a:p>
        </p:txBody>
      </p:sp>
      <p:grpSp>
        <p:nvGrpSpPr>
          <p:cNvPr id="1652" name="Google Shape;1652;p66"/>
          <p:cNvGrpSpPr/>
          <p:nvPr/>
        </p:nvGrpSpPr>
        <p:grpSpPr>
          <a:xfrm>
            <a:off x="261395" y="1412504"/>
            <a:ext cx="7391720" cy="5285585"/>
            <a:chOff x="5350425" y="1878771"/>
            <a:chExt cx="3432900" cy="4263600"/>
          </a:xfrm>
        </p:grpSpPr>
        <p:sp>
          <p:nvSpPr>
            <p:cNvPr id="1653" name="Google Shape;1653;p66"/>
            <p:cNvSpPr/>
            <p:nvPr/>
          </p:nvSpPr>
          <p:spPr>
            <a:xfrm>
              <a:off x="5350425" y="1878771"/>
              <a:ext cx="3432900" cy="42636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654" name="Google Shape;1654;p66"/>
            <p:cNvSpPr txBox="1"/>
            <p:nvPr/>
          </p:nvSpPr>
          <p:spPr>
            <a:xfrm>
              <a:off x="5905502" y="1924152"/>
              <a:ext cx="24669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100">
                  <a:solidFill>
                    <a:schemeClr val="dk1"/>
                  </a:solidFill>
                  <a:latin typeface="Malgun Gothic"/>
                  <a:ea typeface="Malgun Gothic"/>
                  <a:cs typeface="Malgun Gothic"/>
                  <a:sym typeface="Malgun Gothic"/>
                </a:rPr>
                <a:t>기관담당자</a:t>
              </a:r>
              <a:endParaRPr sz="11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b="1" lang="ko-KR" sz="1100" u="sng">
                  <a:solidFill>
                    <a:schemeClr val="dk1"/>
                  </a:solidFill>
                  <a:latin typeface="Malgun Gothic"/>
                  <a:ea typeface="Malgun Gothic"/>
                  <a:cs typeface="Malgun Gothic"/>
                  <a:sym typeface="Malgun Gothic"/>
                </a:rPr>
                <a:t>김민호</a:t>
              </a:r>
              <a:r>
                <a:rPr lang="ko-KR" sz="1100">
                  <a:solidFill>
                    <a:schemeClr val="dk1"/>
                  </a:solidFill>
                  <a:latin typeface="Malgun Gothic"/>
                  <a:ea typeface="Malgun Gothic"/>
                  <a:cs typeface="Malgun Gothic"/>
                  <a:sym typeface="Malgun Gothic"/>
                </a:rPr>
                <a:t> 님 반갑습니다</a:t>
              </a:r>
              <a:endParaRPr sz="1100">
                <a:solidFill>
                  <a:schemeClr val="dk1"/>
                </a:solidFill>
                <a:latin typeface="Malgun Gothic"/>
                <a:ea typeface="Malgun Gothic"/>
                <a:cs typeface="Malgun Gothic"/>
                <a:sym typeface="Malgun Gothic"/>
              </a:endParaRPr>
            </a:p>
          </p:txBody>
        </p:sp>
        <p:sp>
          <p:nvSpPr>
            <p:cNvPr id="1655" name="Google Shape;1655;p66"/>
            <p:cNvSpPr txBox="1"/>
            <p:nvPr/>
          </p:nvSpPr>
          <p:spPr>
            <a:xfrm>
              <a:off x="6045227" y="3068804"/>
              <a:ext cx="4143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아이디</a:t>
              </a:r>
              <a:endParaRPr b="1" sz="1211">
                <a:solidFill>
                  <a:schemeClr val="dk1"/>
                </a:solidFill>
                <a:latin typeface="Malgun Gothic"/>
                <a:ea typeface="Malgun Gothic"/>
                <a:cs typeface="Malgun Gothic"/>
                <a:sym typeface="Malgun Gothic"/>
              </a:endParaRPr>
            </a:p>
          </p:txBody>
        </p:sp>
        <p:sp>
          <p:nvSpPr>
            <p:cNvPr id="1656" name="Google Shape;1656;p66"/>
            <p:cNvSpPr txBox="1"/>
            <p:nvPr/>
          </p:nvSpPr>
          <p:spPr>
            <a:xfrm>
              <a:off x="5987931" y="2548486"/>
              <a:ext cx="4716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소속기관</a:t>
              </a:r>
              <a:endParaRPr b="1" sz="1211">
                <a:solidFill>
                  <a:schemeClr val="dk1"/>
                </a:solidFill>
                <a:latin typeface="Malgun Gothic"/>
                <a:ea typeface="Malgun Gothic"/>
                <a:cs typeface="Malgun Gothic"/>
                <a:sym typeface="Malgun Gothic"/>
              </a:endParaRPr>
            </a:p>
          </p:txBody>
        </p:sp>
        <p:sp>
          <p:nvSpPr>
            <p:cNvPr id="1657" name="Google Shape;1657;p66"/>
            <p:cNvSpPr txBox="1"/>
            <p:nvPr/>
          </p:nvSpPr>
          <p:spPr>
            <a:xfrm>
              <a:off x="6075972" y="3441172"/>
              <a:ext cx="352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연락처</a:t>
              </a:r>
              <a:endParaRPr b="1" sz="1211">
                <a:solidFill>
                  <a:schemeClr val="dk1"/>
                </a:solidFill>
                <a:latin typeface="Malgun Gothic"/>
                <a:ea typeface="Malgun Gothic"/>
                <a:cs typeface="Malgun Gothic"/>
                <a:sym typeface="Malgun Gothic"/>
              </a:endParaRPr>
            </a:p>
          </p:txBody>
        </p:sp>
        <p:sp>
          <p:nvSpPr>
            <p:cNvPr id="1658" name="Google Shape;1658;p66"/>
            <p:cNvSpPr txBox="1"/>
            <p:nvPr/>
          </p:nvSpPr>
          <p:spPr>
            <a:xfrm>
              <a:off x="6074178" y="3929183"/>
              <a:ext cx="4347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이메일</a:t>
              </a:r>
              <a:endParaRPr b="1" sz="1211">
                <a:solidFill>
                  <a:schemeClr val="dk1"/>
                </a:solidFill>
                <a:latin typeface="Malgun Gothic"/>
                <a:ea typeface="Malgun Gothic"/>
                <a:cs typeface="Malgun Gothic"/>
                <a:sym typeface="Malgun Gothic"/>
              </a:endParaRPr>
            </a:p>
          </p:txBody>
        </p:sp>
        <p:sp>
          <p:nvSpPr>
            <p:cNvPr id="1659" name="Google Shape;1659;p66"/>
            <p:cNvSpPr/>
            <p:nvPr/>
          </p:nvSpPr>
          <p:spPr>
            <a:xfrm>
              <a:off x="6593154" y="3019191"/>
              <a:ext cx="20340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215">
                  <a:solidFill>
                    <a:schemeClr val="dk1"/>
                  </a:solidFill>
                </a:rPr>
                <a:t>daeguWelfare_908</a:t>
              </a:r>
              <a:endParaRPr sz="2207">
                <a:latin typeface="Malgun Gothic"/>
                <a:ea typeface="Malgun Gothic"/>
                <a:cs typeface="Malgun Gothic"/>
                <a:sym typeface="Malgun Gothic"/>
              </a:endParaRPr>
            </a:p>
          </p:txBody>
        </p:sp>
        <p:sp>
          <p:nvSpPr>
            <p:cNvPr id="1660" name="Google Shape;1660;p66"/>
            <p:cNvSpPr/>
            <p:nvPr/>
          </p:nvSpPr>
          <p:spPr>
            <a:xfrm>
              <a:off x="6615503" y="2503680"/>
              <a:ext cx="20340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035">
                  <a:latin typeface="Malgun Gothic"/>
                  <a:ea typeface="Malgun Gothic"/>
                  <a:cs typeface="Malgun Gothic"/>
                  <a:sym typeface="Malgun Gothic"/>
                </a:rPr>
                <a:t>대구 남구 지원센터 </a:t>
              </a:r>
              <a:endParaRPr sz="1035">
                <a:latin typeface="Malgun Gothic"/>
                <a:ea typeface="Malgun Gothic"/>
                <a:cs typeface="Malgun Gothic"/>
                <a:sym typeface="Malgun Gothic"/>
              </a:endParaRPr>
            </a:p>
          </p:txBody>
        </p:sp>
        <p:sp>
          <p:nvSpPr>
            <p:cNvPr id="1661" name="Google Shape;1661;p66"/>
            <p:cNvSpPr/>
            <p:nvPr/>
          </p:nvSpPr>
          <p:spPr>
            <a:xfrm>
              <a:off x="6615500" y="3474178"/>
              <a:ext cx="20340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115">
                  <a:solidFill>
                    <a:schemeClr val="dk1"/>
                  </a:solidFill>
                </a:rPr>
                <a:t>010-6508-2941 </a:t>
              </a:r>
              <a:endParaRPr sz="2107">
                <a:latin typeface="Malgun Gothic"/>
                <a:ea typeface="Malgun Gothic"/>
                <a:cs typeface="Malgun Gothic"/>
                <a:sym typeface="Malgun Gothic"/>
              </a:endParaRPr>
            </a:p>
          </p:txBody>
        </p:sp>
        <p:sp>
          <p:nvSpPr>
            <p:cNvPr id="1662" name="Google Shape;1662;p66"/>
            <p:cNvSpPr/>
            <p:nvPr/>
          </p:nvSpPr>
          <p:spPr>
            <a:xfrm>
              <a:off x="6615500" y="3929178"/>
              <a:ext cx="2034000" cy="3108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215" u="sng">
                  <a:solidFill>
                    <a:schemeClr val="hlink"/>
                  </a:solidFill>
                  <a:hlinkClick r:id="rId3"/>
                </a:rPr>
                <a:t>yejin.han@dreamcare.or.kr</a:t>
              </a:r>
              <a:r>
                <a:rPr lang="ko-KR" sz="1215">
                  <a:solidFill>
                    <a:schemeClr val="dk1"/>
                  </a:solidFill>
                </a:rPr>
                <a:t> </a:t>
              </a:r>
              <a:endParaRPr sz="2207">
                <a:latin typeface="Malgun Gothic"/>
                <a:ea typeface="Malgun Gothic"/>
                <a:cs typeface="Malgun Gothic"/>
                <a:sym typeface="Malgun Gothic"/>
              </a:endParaRPr>
            </a:p>
          </p:txBody>
        </p:sp>
        <p:sp>
          <p:nvSpPr>
            <p:cNvPr id="1663" name="Google Shape;1663;p66"/>
            <p:cNvSpPr/>
            <p:nvPr/>
          </p:nvSpPr>
          <p:spPr>
            <a:xfrm>
              <a:off x="6593158" y="4311221"/>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대구 중구 남일동</a:t>
              </a:r>
              <a:endParaRPr sz="1335">
                <a:latin typeface="Malgun Gothic"/>
                <a:ea typeface="Malgun Gothic"/>
                <a:cs typeface="Malgun Gothic"/>
                <a:sym typeface="Malgun Gothic"/>
              </a:endParaRPr>
            </a:p>
          </p:txBody>
        </p:sp>
        <p:sp>
          <p:nvSpPr>
            <p:cNvPr id="1664" name="Google Shape;1664;p66"/>
            <p:cNvSpPr/>
            <p:nvPr/>
          </p:nvSpPr>
          <p:spPr>
            <a:xfrm>
              <a:off x="6593158" y="4583223"/>
              <a:ext cx="2034000" cy="2481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135-1 101호</a:t>
              </a:r>
              <a:endParaRPr sz="1335">
                <a:latin typeface="Malgun Gothic"/>
                <a:ea typeface="Malgun Gothic"/>
                <a:cs typeface="Malgun Gothic"/>
                <a:sym typeface="Malgun Gothic"/>
              </a:endParaRPr>
            </a:p>
          </p:txBody>
        </p:sp>
        <p:sp>
          <p:nvSpPr>
            <p:cNvPr id="1665" name="Google Shape;1665;p66"/>
            <p:cNvSpPr/>
            <p:nvPr/>
          </p:nvSpPr>
          <p:spPr>
            <a:xfrm>
              <a:off x="6584475" y="4884526"/>
              <a:ext cx="1302600" cy="209400"/>
            </a:xfrm>
            <a:prstGeom prst="roundRect">
              <a:avLst>
                <a:gd fmla="val 16667" name="adj"/>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087">
                  <a:solidFill>
                    <a:schemeClr val="dk1"/>
                  </a:solidFill>
                  <a:latin typeface="Malgun Gothic"/>
                  <a:ea typeface="Malgun Gothic"/>
                  <a:cs typeface="Malgun Gothic"/>
                  <a:sym typeface="Malgun Gothic"/>
                </a:rPr>
                <a:t>주소 변경</a:t>
              </a:r>
              <a:endParaRPr sz="1087">
                <a:solidFill>
                  <a:schemeClr val="dk1"/>
                </a:solidFill>
                <a:latin typeface="Malgun Gothic"/>
                <a:ea typeface="Malgun Gothic"/>
                <a:cs typeface="Malgun Gothic"/>
                <a:sym typeface="Malgun Gothic"/>
              </a:endParaRPr>
            </a:p>
          </p:txBody>
        </p:sp>
      </p:grpSp>
      <p:sp>
        <p:nvSpPr>
          <p:cNvPr id="1666" name="Google Shape;1666;p66"/>
          <p:cNvSpPr txBox="1"/>
          <p:nvPr/>
        </p:nvSpPr>
        <p:spPr>
          <a:xfrm>
            <a:off x="1973828" y="4493100"/>
            <a:ext cx="627900" cy="5835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주소</a:t>
            </a:r>
            <a:endParaRPr b="1" sz="1211">
              <a:solidFill>
                <a:schemeClr val="dk1"/>
              </a:solidFill>
              <a:latin typeface="Malgun Gothic"/>
              <a:ea typeface="Malgun Gothic"/>
              <a:cs typeface="Malgun Gothic"/>
              <a:sym typeface="Malgun Gothic"/>
            </a:endParaRPr>
          </a:p>
        </p:txBody>
      </p:sp>
      <p:sp>
        <p:nvSpPr>
          <p:cNvPr id="1667" name="Google Shape;1667;p66"/>
          <p:cNvSpPr txBox="1"/>
          <p:nvPr/>
        </p:nvSpPr>
        <p:spPr>
          <a:xfrm>
            <a:off x="1737865" y="5549383"/>
            <a:ext cx="931200" cy="5835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가입일</a:t>
            </a:r>
            <a:endParaRPr b="1" sz="1211">
              <a:solidFill>
                <a:schemeClr val="dk1"/>
              </a:solidFill>
              <a:latin typeface="Malgun Gothic"/>
              <a:ea typeface="Malgun Gothic"/>
              <a:cs typeface="Malgun Gothic"/>
              <a:sym typeface="Malgun Gothic"/>
            </a:endParaRPr>
          </a:p>
        </p:txBody>
      </p:sp>
      <p:sp>
        <p:nvSpPr>
          <p:cNvPr id="1668" name="Google Shape;1668;p66"/>
          <p:cNvSpPr/>
          <p:nvPr/>
        </p:nvSpPr>
        <p:spPr>
          <a:xfrm>
            <a:off x="2918606" y="5590350"/>
            <a:ext cx="1641900" cy="5016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2022.06.05</a:t>
            </a:r>
            <a:endParaRPr sz="1335">
              <a:latin typeface="Malgun Gothic"/>
              <a:ea typeface="Malgun Gothic"/>
              <a:cs typeface="Malgun Gothic"/>
              <a:sym typeface="Malgun Gothic"/>
            </a:endParaRPr>
          </a:p>
        </p:txBody>
      </p:sp>
      <p:sp>
        <p:nvSpPr>
          <p:cNvPr id="1669" name="Google Shape;1669;p66"/>
          <p:cNvSpPr/>
          <p:nvPr/>
        </p:nvSpPr>
        <p:spPr>
          <a:xfrm>
            <a:off x="280475" y="13832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670" name="Google Shape;1670;p66"/>
          <p:cNvSpPr/>
          <p:nvPr/>
        </p:nvSpPr>
        <p:spPr>
          <a:xfrm>
            <a:off x="6817000" y="21082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671" name="Google Shape;1671;p66"/>
          <p:cNvSpPr txBox="1"/>
          <p:nvPr/>
        </p:nvSpPr>
        <p:spPr>
          <a:xfrm>
            <a:off x="6895892" y="3467900"/>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672" name="Google Shape;1672;p66"/>
          <p:cNvSpPr txBox="1"/>
          <p:nvPr/>
        </p:nvSpPr>
        <p:spPr>
          <a:xfrm>
            <a:off x="6924850" y="2244475"/>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673" name="Google Shape;1673;p66"/>
          <p:cNvSpPr txBox="1"/>
          <p:nvPr/>
        </p:nvSpPr>
        <p:spPr>
          <a:xfrm>
            <a:off x="6898392" y="3940275"/>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8" name="Shape 1678"/>
        <p:cNvGrpSpPr/>
        <p:nvPr/>
      </p:nvGrpSpPr>
      <p:grpSpPr>
        <a:xfrm>
          <a:off x="0" y="0"/>
          <a:ext cx="0" cy="0"/>
          <a:chOff x="0" y="0"/>
          <a:chExt cx="0" cy="0"/>
        </a:xfrm>
      </p:grpSpPr>
      <p:graphicFrame>
        <p:nvGraphicFramePr>
          <p:cNvPr id="1679" name="Google Shape;1679;p67"/>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view-054</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마이페이지 - </a:t>
                      </a:r>
                      <a:r>
                        <a:rPr lang="ko-KR"/>
                        <a:t>기관관리자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res-13</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기관</a:t>
                      </a:r>
                      <a:r>
                        <a:rPr lang="ko-KR"/>
                        <a:t>관리자</a:t>
                      </a:r>
                      <a:r>
                        <a:rPr lang="ko-KR"/>
                        <a:t>의 정보를 보여주는 마이페이지에서 정보를 수정하고 </a:t>
                      </a:r>
                      <a:r>
                        <a:rPr lang="ko-KR"/>
                        <a:t>소속기관의 정보를 조회 및 수정</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기관관리자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관리자는 자신의 정보(아이디, 소속기관, 연락처, 이메일, 가입일) 조회 및 수정</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소속 기관의 정보(기관명, 사업자번호, 주소, 대표번호, 소속 담당자 인원수 ) 조회 기능</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보기를 클릭하여 해당 기관 소속 담당자 조회기능    </a:t>
                      </a:r>
                      <a:endParaRPr sz="1000">
                        <a:solidFill>
                          <a:srgbClr val="3465A4"/>
                        </a:solidFill>
                        <a:latin typeface="Arial"/>
                        <a:ea typeface="Arial"/>
                        <a:cs typeface="Arial"/>
                        <a:sym typeface="Arial"/>
                      </a:endParaRPr>
                    </a:p>
                    <a:p>
                      <a:pPr indent="0" lvl="0" marL="457200" rtl="0" algn="l">
                        <a:spcBef>
                          <a:spcPts val="0"/>
                        </a:spcBef>
                        <a:spcAft>
                          <a:spcPts val="0"/>
                        </a:spcAft>
                        <a:buNone/>
                      </a:pPr>
                      <a:r>
                        <a:rPr lang="ko-KR" sz="1000">
                          <a:solidFill>
                            <a:srgbClr val="3465A4"/>
                          </a:solidFill>
                          <a:latin typeface="Arial"/>
                          <a:ea typeface="Arial"/>
                          <a:cs typeface="Arial"/>
                          <a:sym typeface="Arial"/>
                        </a:rPr>
                        <a:t>( 담당자 조회 페이지로 이동)</a:t>
                      </a:r>
                      <a:endParaRPr sz="1000">
                        <a:solidFill>
                          <a:srgbClr val="3465A4"/>
                        </a:solidFill>
                        <a:latin typeface="Arial"/>
                        <a:ea typeface="Arial"/>
                        <a:cs typeface="Arial"/>
                        <a:sym typeface="Aria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사이드바 공간을 차지하지 않는다.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pSp>
        <p:nvGrpSpPr>
          <p:cNvPr id="1680" name="Google Shape;1680;p67"/>
          <p:cNvGrpSpPr/>
          <p:nvPr/>
        </p:nvGrpSpPr>
        <p:grpSpPr>
          <a:xfrm>
            <a:off x="128749" y="1412489"/>
            <a:ext cx="2820760" cy="5285585"/>
            <a:chOff x="5288826" y="1878771"/>
            <a:chExt cx="3494499" cy="4263600"/>
          </a:xfrm>
        </p:grpSpPr>
        <p:sp>
          <p:nvSpPr>
            <p:cNvPr id="1681" name="Google Shape;1681;p67"/>
            <p:cNvSpPr/>
            <p:nvPr/>
          </p:nvSpPr>
          <p:spPr>
            <a:xfrm>
              <a:off x="5350425" y="1878771"/>
              <a:ext cx="3432900" cy="42636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682" name="Google Shape;1682;p67"/>
            <p:cNvSpPr txBox="1"/>
            <p:nvPr/>
          </p:nvSpPr>
          <p:spPr>
            <a:xfrm>
              <a:off x="5667937" y="1988179"/>
              <a:ext cx="24669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100">
                  <a:solidFill>
                    <a:schemeClr val="dk1"/>
                  </a:solidFill>
                  <a:latin typeface="Malgun Gothic"/>
                  <a:ea typeface="Malgun Gothic"/>
                  <a:cs typeface="Malgun Gothic"/>
                  <a:sym typeface="Malgun Gothic"/>
                </a:rPr>
                <a:t>기관</a:t>
              </a:r>
              <a:r>
                <a:rPr lang="ko-KR" sz="1100">
                  <a:solidFill>
                    <a:schemeClr val="dk1"/>
                  </a:solidFill>
                  <a:latin typeface="Malgun Gothic"/>
                  <a:ea typeface="Malgun Gothic"/>
                  <a:cs typeface="Malgun Gothic"/>
                  <a:sym typeface="Malgun Gothic"/>
                </a:rPr>
                <a:t>관리자</a:t>
              </a:r>
              <a:endParaRPr sz="1100">
                <a:solidFill>
                  <a:schemeClr val="dk1"/>
                </a:solidFill>
                <a:latin typeface="Malgun Gothic"/>
                <a:ea typeface="Malgun Gothic"/>
                <a:cs typeface="Malgun Gothic"/>
                <a:sym typeface="Malgun Gothic"/>
              </a:endParaRPr>
            </a:p>
            <a:p>
              <a:pPr indent="0" lvl="0" marL="0" rtl="0" algn="ctr">
                <a:spcBef>
                  <a:spcPts val="0"/>
                </a:spcBef>
                <a:spcAft>
                  <a:spcPts val="0"/>
                </a:spcAft>
                <a:buNone/>
              </a:pPr>
              <a:r>
                <a:rPr b="1" lang="ko-KR" sz="1100" u="sng">
                  <a:solidFill>
                    <a:schemeClr val="dk1"/>
                  </a:solidFill>
                  <a:latin typeface="Malgun Gothic"/>
                  <a:ea typeface="Malgun Gothic"/>
                  <a:cs typeface="Malgun Gothic"/>
                  <a:sym typeface="Malgun Gothic"/>
                </a:rPr>
                <a:t>이석민</a:t>
              </a:r>
              <a:r>
                <a:rPr lang="ko-KR" sz="1100">
                  <a:solidFill>
                    <a:schemeClr val="dk1"/>
                  </a:solidFill>
                  <a:latin typeface="Malgun Gothic"/>
                  <a:ea typeface="Malgun Gothic"/>
                  <a:cs typeface="Malgun Gothic"/>
                  <a:sym typeface="Malgun Gothic"/>
                </a:rPr>
                <a:t>님 반갑습니다</a:t>
              </a:r>
              <a:endParaRPr sz="1100">
                <a:solidFill>
                  <a:schemeClr val="dk1"/>
                </a:solidFill>
                <a:latin typeface="Malgun Gothic"/>
                <a:ea typeface="Malgun Gothic"/>
                <a:cs typeface="Malgun Gothic"/>
                <a:sym typeface="Malgun Gothic"/>
              </a:endParaRPr>
            </a:p>
          </p:txBody>
        </p:sp>
        <p:sp>
          <p:nvSpPr>
            <p:cNvPr id="1683" name="Google Shape;1683;p67"/>
            <p:cNvSpPr txBox="1"/>
            <p:nvPr/>
          </p:nvSpPr>
          <p:spPr>
            <a:xfrm>
              <a:off x="5444536" y="3011115"/>
              <a:ext cx="8697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아이디</a:t>
              </a:r>
              <a:endParaRPr b="1" sz="1211">
                <a:solidFill>
                  <a:schemeClr val="dk1"/>
                </a:solidFill>
                <a:latin typeface="Malgun Gothic"/>
                <a:ea typeface="Malgun Gothic"/>
                <a:cs typeface="Malgun Gothic"/>
                <a:sym typeface="Malgun Gothic"/>
              </a:endParaRPr>
            </a:p>
          </p:txBody>
        </p:sp>
        <p:sp>
          <p:nvSpPr>
            <p:cNvPr id="1684" name="Google Shape;1684;p67"/>
            <p:cNvSpPr txBox="1"/>
            <p:nvPr/>
          </p:nvSpPr>
          <p:spPr>
            <a:xfrm>
              <a:off x="5370698" y="2466651"/>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소속기관</a:t>
              </a:r>
              <a:endParaRPr b="1" sz="1211">
                <a:solidFill>
                  <a:schemeClr val="dk1"/>
                </a:solidFill>
                <a:latin typeface="Malgun Gothic"/>
                <a:ea typeface="Malgun Gothic"/>
                <a:cs typeface="Malgun Gothic"/>
                <a:sym typeface="Malgun Gothic"/>
              </a:endParaRPr>
            </a:p>
          </p:txBody>
        </p:sp>
        <p:sp>
          <p:nvSpPr>
            <p:cNvPr id="1685" name="Google Shape;1685;p67"/>
            <p:cNvSpPr txBox="1"/>
            <p:nvPr/>
          </p:nvSpPr>
          <p:spPr>
            <a:xfrm>
              <a:off x="5370683" y="3363665"/>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연락처</a:t>
              </a:r>
              <a:endParaRPr b="1" sz="1211">
                <a:solidFill>
                  <a:schemeClr val="dk1"/>
                </a:solidFill>
                <a:latin typeface="Malgun Gothic"/>
                <a:ea typeface="Malgun Gothic"/>
                <a:cs typeface="Malgun Gothic"/>
                <a:sym typeface="Malgun Gothic"/>
              </a:endParaRPr>
            </a:p>
          </p:txBody>
        </p:sp>
        <p:sp>
          <p:nvSpPr>
            <p:cNvPr id="1686" name="Google Shape;1686;p67"/>
            <p:cNvSpPr txBox="1"/>
            <p:nvPr/>
          </p:nvSpPr>
          <p:spPr>
            <a:xfrm>
              <a:off x="5288826" y="3842357"/>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이메일</a:t>
              </a:r>
              <a:endParaRPr b="1" sz="1211">
                <a:solidFill>
                  <a:schemeClr val="dk1"/>
                </a:solidFill>
                <a:latin typeface="Malgun Gothic"/>
                <a:ea typeface="Malgun Gothic"/>
                <a:cs typeface="Malgun Gothic"/>
                <a:sym typeface="Malgun Gothic"/>
              </a:endParaRPr>
            </a:p>
          </p:txBody>
        </p:sp>
        <p:sp>
          <p:nvSpPr>
            <p:cNvPr id="1687" name="Google Shape;1687;p67"/>
            <p:cNvSpPr/>
            <p:nvPr/>
          </p:nvSpPr>
          <p:spPr>
            <a:xfrm>
              <a:off x="6593154" y="3019191"/>
              <a:ext cx="20340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115">
                  <a:solidFill>
                    <a:schemeClr val="dk1"/>
                  </a:solidFill>
                </a:rPr>
                <a:t>dgwellfare</a:t>
              </a:r>
              <a:r>
                <a:rPr lang="ko-KR" sz="1115">
                  <a:solidFill>
                    <a:schemeClr val="dk1"/>
                  </a:solidFill>
                </a:rPr>
                <a:t>_master</a:t>
              </a:r>
              <a:endParaRPr sz="2107">
                <a:latin typeface="Malgun Gothic"/>
                <a:ea typeface="Malgun Gothic"/>
                <a:cs typeface="Malgun Gothic"/>
                <a:sym typeface="Malgun Gothic"/>
              </a:endParaRPr>
            </a:p>
          </p:txBody>
        </p:sp>
        <p:sp>
          <p:nvSpPr>
            <p:cNvPr id="1688" name="Google Shape;1688;p67"/>
            <p:cNvSpPr/>
            <p:nvPr/>
          </p:nvSpPr>
          <p:spPr>
            <a:xfrm>
              <a:off x="6524475" y="2503690"/>
              <a:ext cx="20340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035">
                  <a:latin typeface="Malgun Gothic"/>
                  <a:ea typeface="Malgun Gothic"/>
                  <a:cs typeface="Malgun Gothic"/>
                  <a:sym typeface="Malgun Gothic"/>
                </a:rPr>
                <a:t>대구 </a:t>
              </a:r>
              <a:r>
                <a:rPr lang="ko-KR" sz="1035">
                  <a:latin typeface="Malgun Gothic"/>
                  <a:ea typeface="Malgun Gothic"/>
                  <a:cs typeface="Malgun Gothic"/>
                  <a:sym typeface="Malgun Gothic"/>
                </a:rPr>
                <a:t>남구 </a:t>
              </a:r>
              <a:r>
                <a:rPr lang="ko-KR" sz="1035">
                  <a:latin typeface="Malgun Gothic"/>
                  <a:ea typeface="Malgun Gothic"/>
                  <a:cs typeface="Malgun Gothic"/>
                  <a:sym typeface="Malgun Gothic"/>
                </a:rPr>
                <a:t>지원센터</a:t>
              </a:r>
              <a:endParaRPr sz="1035">
                <a:latin typeface="Malgun Gothic"/>
                <a:ea typeface="Malgun Gothic"/>
                <a:cs typeface="Malgun Gothic"/>
                <a:sym typeface="Malgun Gothic"/>
              </a:endParaRPr>
            </a:p>
          </p:txBody>
        </p:sp>
        <p:sp>
          <p:nvSpPr>
            <p:cNvPr id="1689" name="Google Shape;1689;p67"/>
            <p:cNvSpPr/>
            <p:nvPr/>
          </p:nvSpPr>
          <p:spPr>
            <a:xfrm>
              <a:off x="6615500" y="3474178"/>
              <a:ext cx="20340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115">
                  <a:solidFill>
                    <a:schemeClr val="dk1"/>
                  </a:solidFill>
                </a:rPr>
                <a:t>010-4567-8910 </a:t>
              </a:r>
              <a:endParaRPr sz="2107">
                <a:latin typeface="Malgun Gothic"/>
                <a:ea typeface="Malgun Gothic"/>
                <a:cs typeface="Malgun Gothic"/>
                <a:sym typeface="Malgun Gothic"/>
              </a:endParaRPr>
            </a:p>
          </p:txBody>
        </p:sp>
        <p:sp>
          <p:nvSpPr>
            <p:cNvPr id="1690" name="Google Shape;1690;p67"/>
            <p:cNvSpPr/>
            <p:nvPr/>
          </p:nvSpPr>
          <p:spPr>
            <a:xfrm>
              <a:off x="6615500" y="3929178"/>
              <a:ext cx="2034000" cy="3108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715"/>
                <a:t>seokmin.lee</a:t>
              </a:r>
              <a:r>
                <a:rPr lang="ko-KR" sz="715" u="sng">
                  <a:solidFill>
                    <a:schemeClr val="hlink"/>
                  </a:solidFill>
                  <a:hlinkClick r:id="rId3"/>
                </a:rPr>
                <a:t>@dreamcare.or.kr</a:t>
              </a:r>
              <a:endParaRPr sz="1707">
                <a:latin typeface="Malgun Gothic"/>
                <a:ea typeface="Malgun Gothic"/>
                <a:cs typeface="Malgun Gothic"/>
                <a:sym typeface="Malgun Gothic"/>
              </a:endParaRPr>
            </a:p>
          </p:txBody>
        </p:sp>
      </p:grpSp>
      <p:grpSp>
        <p:nvGrpSpPr>
          <p:cNvPr id="1691" name="Google Shape;1691;p67"/>
          <p:cNvGrpSpPr/>
          <p:nvPr/>
        </p:nvGrpSpPr>
        <p:grpSpPr>
          <a:xfrm>
            <a:off x="178115" y="4417270"/>
            <a:ext cx="2616011" cy="583527"/>
            <a:chOff x="5493050" y="2122737"/>
            <a:chExt cx="3240846" cy="470700"/>
          </a:xfrm>
        </p:grpSpPr>
        <p:sp>
          <p:nvSpPr>
            <p:cNvPr id="1692" name="Google Shape;1692;p67"/>
            <p:cNvSpPr txBox="1"/>
            <p:nvPr/>
          </p:nvSpPr>
          <p:spPr>
            <a:xfrm>
              <a:off x="5493050" y="2122737"/>
              <a:ext cx="1153800" cy="4707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가입일</a:t>
              </a:r>
              <a:endParaRPr b="1" sz="1211">
                <a:solidFill>
                  <a:schemeClr val="dk1"/>
                </a:solidFill>
                <a:latin typeface="Malgun Gothic"/>
                <a:ea typeface="Malgun Gothic"/>
                <a:cs typeface="Malgun Gothic"/>
                <a:sym typeface="Malgun Gothic"/>
              </a:endParaRPr>
            </a:p>
          </p:txBody>
        </p:sp>
        <p:sp>
          <p:nvSpPr>
            <p:cNvPr id="1693" name="Google Shape;1693;p67"/>
            <p:cNvSpPr/>
            <p:nvPr/>
          </p:nvSpPr>
          <p:spPr>
            <a:xfrm>
              <a:off x="6699897" y="2155723"/>
              <a:ext cx="20340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2022.06.05</a:t>
              </a:r>
              <a:endParaRPr sz="1335">
                <a:latin typeface="Malgun Gothic"/>
                <a:ea typeface="Malgun Gothic"/>
                <a:cs typeface="Malgun Gothic"/>
                <a:sym typeface="Malgun Gothic"/>
              </a:endParaRPr>
            </a:p>
          </p:txBody>
        </p:sp>
      </p:grpSp>
      <p:sp>
        <p:nvSpPr>
          <p:cNvPr id="1694" name="Google Shape;1694;p67"/>
          <p:cNvSpPr/>
          <p:nvPr/>
        </p:nvSpPr>
        <p:spPr>
          <a:xfrm>
            <a:off x="280475" y="13832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695" name="Google Shape;1695;p67"/>
          <p:cNvSpPr/>
          <p:nvPr/>
        </p:nvSpPr>
        <p:spPr>
          <a:xfrm>
            <a:off x="3059726" y="1475656"/>
            <a:ext cx="5457900" cy="52857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696" name="Google Shape;1696;p67"/>
          <p:cNvSpPr txBox="1"/>
          <p:nvPr/>
        </p:nvSpPr>
        <p:spPr>
          <a:xfrm>
            <a:off x="3564538" y="1525914"/>
            <a:ext cx="3922200" cy="5016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100">
                <a:solidFill>
                  <a:schemeClr val="dk1"/>
                </a:solidFill>
                <a:latin typeface="Malgun Gothic"/>
                <a:ea typeface="Malgun Gothic"/>
                <a:cs typeface="Malgun Gothic"/>
                <a:sym typeface="Malgun Gothic"/>
              </a:rPr>
              <a:t>대구 남구 지원센터 상세정보</a:t>
            </a:r>
            <a:endParaRPr sz="1100">
              <a:solidFill>
                <a:schemeClr val="dk1"/>
              </a:solidFill>
              <a:latin typeface="Malgun Gothic"/>
              <a:ea typeface="Malgun Gothic"/>
              <a:cs typeface="Malgun Gothic"/>
              <a:sym typeface="Malgun Gothic"/>
            </a:endParaRPr>
          </a:p>
        </p:txBody>
      </p:sp>
      <p:sp>
        <p:nvSpPr>
          <p:cNvPr id="1697" name="Google Shape;1697;p67"/>
          <p:cNvSpPr txBox="1"/>
          <p:nvPr/>
        </p:nvSpPr>
        <p:spPr>
          <a:xfrm>
            <a:off x="3446510" y="1893990"/>
            <a:ext cx="13827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기관명</a:t>
            </a:r>
            <a:endParaRPr b="1" sz="1211">
              <a:solidFill>
                <a:schemeClr val="dk1"/>
              </a:solidFill>
              <a:latin typeface="Malgun Gothic"/>
              <a:ea typeface="Malgun Gothic"/>
              <a:cs typeface="Malgun Gothic"/>
              <a:sym typeface="Malgun Gothic"/>
            </a:endParaRPr>
          </a:p>
        </p:txBody>
      </p:sp>
      <p:sp>
        <p:nvSpPr>
          <p:cNvPr id="1698" name="Google Shape;1698;p67"/>
          <p:cNvSpPr txBox="1"/>
          <p:nvPr/>
        </p:nvSpPr>
        <p:spPr>
          <a:xfrm>
            <a:off x="3446503" y="2921879"/>
            <a:ext cx="12636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주소</a:t>
            </a:r>
            <a:endParaRPr b="1" sz="1211">
              <a:solidFill>
                <a:schemeClr val="dk1"/>
              </a:solidFill>
              <a:latin typeface="Malgun Gothic"/>
              <a:ea typeface="Malgun Gothic"/>
              <a:cs typeface="Malgun Gothic"/>
              <a:sym typeface="Malgun Gothic"/>
            </a:endParaRPr>
          </a:p>
        </p:txBody>
      </p:sp>
      <p:sp>
        <p:nvSpPr>
          <p:cNvPr id="1699" name="Google Shape;1699;p67"/>
          <p:cNvSpPr/>
          <p:nvPr/>
        </p:nvSpPr>
        <p:spPr>
          <a:xfrm>
            <a:off x="4793575" y="1903753"/>
            <a:ext cx="3234000" cy="3852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15">
                <a:solidFill>
                  <a:schemeClr val="dk1"/>
                </a:solidFill>
              </a:rPr>
              <a:t>대구 </a:t>
            </a:r>
            <a:r>
              <a:rPr lang="ko-KR" sz="1315">
                <a:solidFill>
                  <a:schemeClr val="dk1"/>
                </a:solidFill>
              </a:rPr>
              <a:t>남구</a:t>
            </a:r>
            <a:r>
              <a:rPr lang="ko-KR" sz="1315">
                <a:solidFill>
                  <a:schemeClr val="dk1"/>
                </a:solidFill>
              </a:rPr>
              <a:t> 지원센터</a:t>
            </a:r>
            <a:endParaRPr sz="2307">
              <a:latin typeface="Malgun Gothic"/>
              <a:ea typeface="Malgun Gothic"/>
              <a:cs typeface="Malgun Gothic"/>
              <a:sym typeface="Malgun Gothic"/>
            </a:endParaRPr>
          </a:p>
        </p:txBody>
      </p:sp>
      <p:sp>
        <p:nvSpPr>
          <p:cNvPr id="1700" name="Google Shape;1700;p67"/>
          <p:cNvSpPr/>
          <p:nvPr/>
        </p:nvSpPr>
        <p:spPr>
          <a:xfrm>
            <a:off x="4793572" y="2921870"/>
            <a:ext cx="3234000" cy="3075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대구 중구 남일동</a:t>
            </a:r>
            <a:endParaRPr sz="1335">
              <a:latin typeface="Malgun Gothic"/>
              <a:ea typeface="Malgun Gothic"/>
              <a:cs typeface="Malgun Gothic"/>
              <a:sym typeface="Malgun Gothic"/>
            </a:endParaRPr>
          </a:p>
        </p:txBody>
      </p:sp>
      <p:sp>
        <p:nvSpPr>
          <p:cNvPr id="1701" name="Google Shape;1701;p67"/>
          <p:cNvSpPr/>
          <p:nvPr/>
        </p:nvSpPr>
        <p:spPr>
          <a:xfrm>
            <a:off x="4793572" y="3375283"/>
            <a:ext cx="3234000" cy="3075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335">
                <a:latin typeface="Malgun Gothic"/>
                <a:ea typeface="Malgun Gothic"/>
                <a:cs typeface="Malgun Gothic"/>
                <a:sym typeface="Malgun Gothic"/>
              </a:rPr>
              <a:t>135-1 101호</a:t>
            </a:r>
            <a:endParaRPr sz="1335">
              <a:latin typeface="Malgun Gothic"/>
              <a:ea typeface="Malgun Gothic"/>
              <a:cs typeface="Malgun Gothic"/>
              <a:sym typeface="Malgun Gothic"/>
            </a:endParaRPr>
          </a:p>
        </p:txBody>
      </p:sp>
      <p:sp>
        <p:nvSpPr>
          <p:cNvPr id="1702" name="Google Shape;1702;p67"/>
          <p:cNvSpPr/>
          <p:nvPr/>
        </p:nvSpPr>
        <p:spPr>
          <a:xfrm>
            <a:off x="3194800" y="143742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703" name="Google Shape;1703;p67"/>
          <p:cNvSpPr txBox="1"/>
          <p:nvPr/>
        </p:nvSpPr>
        <p:spPr>
          <a:xfrm>
            <a:off x="3352265" y="4684588"/>
            <a:ext cx="1126800" cy="3480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기관담당자</a:t>
            </a:r>
            <a:endParaRPr b="1" sz="1211">
              <a:solidFill>
                <a:schemeClr val="dk1"/>
              </a:solidFill>
              <a:latin typeface="Malgun Gothic"/>
              <a:ea typeface="Malgun Gothic"/>
              <a:cs typeface="Malgun Gothic"/>
              <a:sym typeface="Malgun Gothic"/>
            </a:endParaRPr>
          </a:p>
        </p:txBody>
      </p:sp>
      <p:sp>
        <p:nvSpPr>
          <p:cNvPr id="1704" name="Google Shape;1704;p67"/>
          <p:cNvSpPr/>
          <p:nvPr/>
        </p:nvSpPr>
        <p:spPr>
          <a:xfrm>
            <a:off x="4881827" y="4684600"/>
            <a:ext cx="697200" cy="3480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35">
                <a:latin typeface="Malgun Gothic"/>
                <a:ea typeface="Malgun Gothic"/>
                <a:cs typeface="Malgun Gothic"/>
                <a:sym typeface="Malgun Gothic"/>
              </a:rPr>
              <a:t>20명</a:t>
            </a:r>
            <a:endParaRPr sz="1335">
              <a:latin typeface="Malgun Gothic"/>
              <a:ea typeface="Malgun Gothic"/>
              <a:cs typeface="Malgun Gothic"/>
              <a:sym typeface="Malgun Gothic"/>
            </a:endParaRPr>
          </a:p>
        </p:txBody>
      </p:sp>
      <p:sp>
        <p:nvSpPr>
          <p:cNvPr id="1705" name="Google Shape;1705;p67"/>
          <p:cNvSpPr txBox="1"/>
          <p:nvPr/>
        </p:nvSpPr>
        <p:spPr>
          <a:xfrm>
            <a:off x="3518550" y="4069276"/>
            <a:ext cx="906600" cy="3480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대표번호</a:t>
            </a:r>
            <a:endParaRPr b="1" sz="1211">
              <a:solidFill>
                <a:schemeClr val="dk1"/>
              </a:solidFill>
              <a:latin typeface="Malgun Gothic"/>
              <a:ea typeface="Malgun Gothic"/>
              <a:cs typeface="Malgun Gothic"/>
              <a:sym typeface="Malgun Gothic"/>
            </a:endParaRPr>
          </a:p>
        </p:txBody>
      </p:sp>
      <p:sp>
        <p:nvSpPr>
          <p:cNvPr id="1706" name="Google Shape;1706;p67"/>
          <p:cNvSpPr/>
          <p:nvPr/>
        </p:nvSpPr>
        <p:spPr>
          <a:xfrm>
            <a:off x="4829188" y="4039122"/>
            <a:ext cx="2320200" cy="3480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215">
                <a:solidFill>
                  <a:schemeClr val="dk1"/>
                </a:solidFill>
              </a:rPr>
              <a:t>053-905-9595</a:t>
            </a:r>
            <a:endParaRPr sz="1835">
              <a:latin typeface="Malgun Gothic"/>
              <a:ea typeface="Malgun Gothic"/>
              <a:cs typeface="Malgun Gothic"/>
              <a:sym typeface="Malgun Gothic"/>
            </a:endParaRPr>
          </a:p>
        </p:txBody>
      </p:sp>
      <p:sp>
        <p:nvSpPr>
          <p:cNvPr id="1707" name="Google Shape;1707;p67"/>
          <p:cNvSpPr/>
          <p:nvPr/>
        </p:nvSpPr>
        <p:spPr>
          <a:xfrm>
            <a:off x="4829198" y="3749448"/>
            <a:ext cx="1051500" cy="259500"/>
          </a:xfrm>
          <a:prstGeom prst="roundRect">
            <a:avLst>
              <a:gd fmla="val 16667" name="adj"/>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087">
                <a:solidFill>
                  <a:schemeClr val="dk1"/>
                </a:solidFill>
                <a:latin typeface="Malgun Gothic"/>
                <a:ea typeface="Malgun Gothic"/>
                <a:cs typeface="Malgun Gothic"/>
                <a:sym typeface="Malgun Gothic"/>
              </a:rPr>
              <a:t>주소 변경</a:t>
            </a:r>
            <a:endParaRPr sz="1087">
              <a:solidFill>
                <a:schemeClr val="dk1"/>
              </a:solidFill>
              <a:latin typeface="Malgun Gothic"/>
              <a:ea typeface="Malgun Gothic"/>
              <a:cs typeface="Malgun Gothic"/>
              <a:sym typeface="Malgun Gothic"/>
            </a:endParaRPr>
          </a:p>
        </p:txBody>
      </p:sp>
      <p:sp>
        <p:nvSpPr>
          <p:cNvPr id="1708" name="Google Shape;1708;p67"/>
          <p:cNvSpPr/>
          <p:nvPr/>
        </p:nvSpPr>
        <p:spPr>
          <a:xfrm>
            <a:off x="5776966" y="4656250"/>
            <a:ext cx="1267200" cy="4047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보기</a:t>
            </a:r>
            <a:endParaRPr>
              <a:solidFill>
                <a:schemeClr val="lt1"/>
              </a:solidFill>
              <a:latin typeface="Malgun Gothic"/>
              <a:ea typeface="Malgun Gothic"/>
              <a:cs typeface="Malgun Gothic"/>
              <a:sym typeface="Malgun Gothic"/>
            </a:endParaRPr>
          </a:p>
        </p:txBody>
      </p:sp>
      <p:sp>
        <p:nvSpPr>
          <p:cNvPr id="1709" name="Google Shape;1709;p67"/>
          <p:cNvSpPr/>
          <p:nvPr/>
        </p:nvSpPr>
        <p:spPr>
          <a:xfrm>
            <a:off x="5249466" y="5901050"/>
            <a:ext cx="1267200" cy="4047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수정하기</a:t>
            </a:r>
            <a:endParaRPr>
              <a:solidFill>
                <a:schemeClr val="lt1"/>
              </a:solidFill>
              <a:latin typeface="Malgun Gothic"/>
              <a:ea typeface="Malgun Gothic"/>
              <a:cs typeface="Malgun Gothic"/>
              <a:sym typeface="Malgun Gothic"/>
            </a:endParaRPr>
          </a:p>
        </p:txBody>
      </p:sp>
      <p:sp>
        <p:nvSpPr>
          <p:cNvPr id="1710" name="Google Shape;1710;p67"/>
          <p:cNvSpPr/>
          <p:nvPr/>
        </p:nvSpPr>
        <p:spPr>
          <a:xfrm>
            <a:off x="6613497" y="5901050"/>
            <a:ext cx="833400" cy="4047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취소</a:t>
            </a:r>
            <a:endParaRPr>
              <a:solidFill>
                <a:schemeClr val="lt1"/>
              </a:solidFill>
              <a:latin typeface="Malgun Gothic"/>
              <a:ea typeface="Malgun Gothic"/>
              <a:cs typeface="Malgun Gothic"/>
              <a:sym typeface="Malgun Gothic"/>
            </a:endParaRPr>
          </a:p>
        </p:txBody>
      </p:sp>
      <p:sp>
        <p:nvSpPr>
          <p:cNvPr id="1711" name="Google Shape;1711;p67"/>
          <p:cNvSpPr/>
          <p:nvPr/>
        </p:nvSpPr>
        <p:spPr>
          <a:xfrm>
            <a:off x="5399800" y="441727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712" name="Google Shape;1712;p67"/>
          <p:cNvSpPr/>
          <p:nvPr/>
        </p:nvSpPr>
        <p:spPr>
          <a:xfrm>
            <a:off x="4793575" y="2417691"/>
            <a:ext cx="3234000" cy="3852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15">
                <a:solidFill>
                  <a:schemeClr val="dk1"/>
                </a:solidFill>
              </a:rPr>
              <a:t>000-00-0000</a:t>
            </a:r>
            <a:endParaRPr sz="2307">
              <a:latin typeface="Malgun Gothic"/>
              <a:ea typeface="Malgun Gothic"/>
              <a:cs typeface="Malgun Gothic"/>
              <a:sym typeface="Malgun Gothic"/>
            </a:endParaRPr>
          </a:p>
        </p:txBody>
      </p:sp>
      <p:sp>
        <p:nvSpPr>
          <p:cNvPr id="1713" name="Google Shape;1713;p67"/>
          <p:cNvSpPr txBox="1"/>
          <p:nvPr/>
        </p:nvSpPr>
        <p:spPr>
          <a:xfrm>
            <a:off x="3352285" y="2407940"/>
            <a:ext cx="13827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사업자번호</a:t>
            </a:r>
            <a:endParaRPr b="1" sz="1211">
              <a:solidFill>
                <a:schemeClr val="dk1"/>
              </a:solidFill>
              <a:latin typeface="Malgun Gothic"/>
              <a:ea typeface="Malgun Gothic"/>
              <a:cs typeface="Malgun Gothic"/>
              <a:sym typeface="Malgun Gothic"/>
            </a:endParaRPr>
          </a:p>
        </p:txBody>
      </p:sp>
      <p:sp>
        <p:nvSpPr>
          <p:cNvPr id="1714" name="Google Shape;1714;p67"/>
          <p:cNvSpPr txBox="1"/>
          <p:nvPr/>
        </p:nvSpPr>
        <p:spPr>
          <a:xfrm>
            <a:off x="2459725" y="3916150"/>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15" name="Google Shape;1715;p67"/>
          <p:cNvSpPr txBox="1"/>
          <p:nvPr/>
        </p:nvSpPr>
        <p:spPr>
          <a:xfrm>
            <a:off x="2459725" y="3485550"/>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16" name="Google Shape;1716;p67"/>
          <p:cNvSpPr txBox="1"/>
          <p:nvPr/>
        </p:nvSpPr>
        <p:spPr>
          <a:xfrm>
            <a:off x="2422603" y="2232050"/>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17" name="Google Shape;1717;p67"/>
          <p:cNvSpPr/>
          <p:nvPr/>
        </p:nvSpPr>
        <p:spPr>
          <a:xfrm>
            <a:off x="178125" y="740950"/>
            <a:ext cx="8239800" cy="64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Header 공간</a:t>
            </a:r>
            <a:endParaRPr>
              <a:latin typeface="Malgun Gothic"/>
              <a:ea typeface="Malgun Gothic"/>
              <a:cs typeface="Malgun Gothic"/>
              <a:sym typeface="Malgun Gothic"/>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2" name="Shape 1722"/>
        <p:cNvGrpSpPr/>
        <p:nvPr/>
      </p:nvGrpSpPr>
      <p:grpSpPr>
        <a:xfrm>
          <a:off x="0" y="0"/>
          <a:ext cx="0" cy="0"/>
          <a:chOff x="0" y="0"/>
          <a:chExt cx="0" cy="0"/>
        </a:xfrm>
      </p:grpSpPr>
      <p:graphicFrame>
        <p:nvGraphicFramePr>
          <p:cNvPr id="1723" name="Google Shape;1723;p68"/>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view-055</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조사지 </a:t>
                      </a:r>
                      <a:r>
                        <a:rPr lang="ko-KR"/>
                        <a:t>관리</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res-14</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300"/>
                        <a:t>시스템 관리자가 조사지에 대해 조회화는 화면</a:t>
                      </a:r>
                      <a:endParaRPr sz="13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시스템관리자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시스템 관리자는 </a:t>
                      </a:r>
                      <a:r>
                        <a:rPr lang="ko-KR" sz="1000">
                          <a:solidFill>
                            <a:srgbClr val="3465A4"/>
                          </a:solidFill>
                          <a:latin typeface="Arial"/>
                          <a:ea typeface="Arial"/>
                          <a:cs typeface="Arial"/>
                          <a:sym typeface="Arial"/>
                        </a:rPr>
                        <a:t>조사지 이력과 현황을 조회할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새로운 조사지 등록이 필요하면 조사지 등록을 눌러 새로운 VER의 </a:t>
                      </a:r>
                      <a:r>
                        <a:rPr lang="ko-KR" sz="1000">
                          <a:solidFill>
                            <a:srgbClr val="3465A4"/>
                          </a:solidFill>
                          <a:latin typeface="Arial"/>
                          <a:ea typeface="Arial"/>
                          <a:cs typeface="Arial"/>
                          <a:sym typeface="Arial"/>
                        </a:rPr>
                        <a:t>지원서</a:t>
                      </a:r>
                      <a:r>
                        <a:rPr lang="ko-KR" sz="1000">
                          <a:solidFill>
                            <a:srgbClr val="3465A4"/>
                          </a:solidFill>
                          <a:latin typeface="Arial"/>
                          <a:ea typeface="Arial"/>
                          <a:cs typeface="Arial"/>
                          <a:sym typeface="Arial"/>
                        </a:rPr>
                        <a:t>를 등록할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조사지명으로 특정 조사지를 검색할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기존 조사지 내용을 상세히 보거나 수정할 수 있다.</a:t>
                      </a:r>
                      <a:endParaRPr sz="1000">
                        <a:solidFill>
                          <a:srgbClr val="3465A4"/>
                        </a:solidFill>
                        <a:latin typeface="Arial"/>
                        <a:ea typeface="Arial"/>
                        <a:cs typeface="Arial"/>
                        <a:sym typeface="Aria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사이드바 공간을 차지하지 않는다.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724" name="Google Shape;1724;p68"/>
          <p:cNvSpPr/>
          <p:nvPr/>
        </p:nvSpPr>
        <p:spPr>
          <a:xfrm>
            <a:off x="278075" y="1477800"/>
            <a:ext cx="8094300" cy="5100600"/>
          </a:xfrm>
          <a:prstGeom prst="roundRect">
            <a:avLst>
              <a:gd fmla="val 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725" name="Google Shape;1725;p68"/>
          <p:cNvSpPr/>
          <p:nvPr/>
        </p:nvSpPr>
        <p:spPr>
          <a:xfrm>
            <a:off x="371375" y="1532225"/>
            <a:ext cx="1656300" cy="357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 조사지 등록</a:t>
            </a:r>
            <a:endParaRPr>
              <a:latin typeface="Malgun Gothic"/>
              <a:ea typeface="Malgun Gothic"/>
              <a:cs typeface="Malgun Gothic"/>
              <a:sym typeface="Malgun Gothic"/>
            </a:endParaRPr>
          </a:p>
        </p:txBody>
      </p:sp>
      <p:sp>
        <p:nvSpPr>
          <p:cNvPr id="1726" name="Google Shape;1726;p68"/>
          <p:cNvSpPr/>
          <p:nvPr/>
        </p:nvSpPr>
        <p:spPr>
          <a:xfrm>
            <a:off x="4811200" y="1544648"/>
            <a:ext cx="3394800" cy="357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 </a:t>
            </a:r>
            <a:r>
              <a:rPr lang="ko-KR">
                <a:solidFill>
                  <a:schemeClr val="accent3"/>
                </a:solidFill>
                <a:latin typeface="Malgun Gothic"/>
                <a:ea typeface="Malgun Gothic"/>
                <a:cs typeface="Malgun Gothic"/>
                <a:sym typeface="Malgun Gothic"/>
              </a:rPr>
              <a:t>Search</a:t>
            </a:r>
            <a:endParaRPr>
              <a:solidFill>
                <a:schemeClr val="accent3"/>
              </a:solidFill>
              <a:latin typeface="Malgun Gothic"/>
              <a:ea typeface="Malgun Gothic"/>
              <a:cs typeface="Malgun Gothic"/>
              <a:sym typeface="Malgun Gothic"/>
            </a:endParaRPr>
          </a:p>
        </p:txBody>
      </p:sp>
      <p:graphicFrame>
        <p:nvGraphicFramePr>
          <p:cNvPr id="1727" name="Google Shape;1727;p68"/>
          <p:cNvGraphicFramePr/>
          <p:nvPr/>
        </p:nvGraphicFramePr>
        <p:xfrm>
          <a:off x="371363" y="1998300"/>
          <a:ext cx="3000000" cy="3000000"/>
        </p:xfrm>
        <a:graphic>
          <a:graphicData uri="http://schemas.openxmlformats.org/drawingml/2006/table">
            <a:tbl>
              <a:tblPr>
                <a:noFill/>
                <a:tableStyleId>{DABC0C2F-476B-403E-9239-0B67E1F473CF}</a:tableStyleId>
              </a:tblPr>
              <a:tblGrid>
                <a:gridCol w="800375"/>
                <a:gridCol w="2977500"/>
                <a:gridCol w="714850"/>
                <a:gridCol w="1025825"/>
                <a:gridCol w="1010325"/>
                <a:gridCol w="1305775"/>
              </a:tblGrid>
              <a:tr h="542125">
                <a:tc>
                  <a:txBody>
                    <a:bodyPr/>
                    <a:lstStyle/>
                    <a:p>
                      <a:pPr indent="0" lvl="0" marL="0" rtl="0" algn="ctr">
                        <a:spcBef>
                          <a:spcPts val="0"/>
                        </a:spcBef>
                        <a:spcAft>
                          <a:spcPts val="0"/>
                        </a:spcAft>
                        <a:buNone/>
                      </a:pPr>
                      <a:r>
                        <a:rPr lang="ko-KR"/>
                        <a:t>조사지</a:t>
                      </a:r>
                      <a:endParaRPr/>
                    </a:p>
                    <a:p>
                      <a:pPr indent="0" lvl="0" marL="0" rtl="0" algn="ctr">
                        <a:spcBef>
                          <a:spcPts val="0"/>
                        </a:spcBef>
                        <a:spcAft>
                          <a:spcPts val="0"/>
                        </a:spcAft>
                        <a:buNone/>
                      </a:pPr>
                      <a:r>
                        <a:rPr lang="ko-KR"/>
                        <a:t>Ver</a:t>
                      </a:r>
                      <a:endParaRPr/>
                    </a:p>
                  </a:txBody>
                  <a:tcPr marT="91425" marB="91425" marR="91425" marL="91425" anchor="ctr">
                    <a:solidFill>
                      <a:srgbClr val="C9DAF8"/>
                    </a:solidFill>
                  </a:tcPr>
                </a:tc>
                <a:tc>
                  <a:txBody>
                    <a:bodyPr/>
                    <a:lstStyle/>
                    <a:p>
                      <a:pPr indent="0" lvl="0" marL="0" rtl="0" algn="ctr">
                        <a:spcBef>
                          <a:spcPts val="0"/>
                        </a:spcBef>
                        <a:spcAft>
                          <a:spcPts val="0"/>
                        </a:spcAft>
                        <a:buNone/>
                      </a:pPr>
                      <a:r>
                        <a:rPr lang="ko-KR"/>
                        <a:t>조사지명</a:t>
                      </a:r>
                      <a:endParaRPr/>
                    </a:p>
                  </a:txBody>
                  <a:tcPr marT="91425" marB="91425" marR="91425" marL="91425" anchor="ctr">
                    <a:solidFill>
                      <a:srgbClr val="C9DAF8"/>
                    </a:solidFill>
                  </a:tcPr>
                </a:tc>
                <a:tc>
                  <a:txBody>
                    <a:bodyPr/>
                    <a:lstStyle/>
                    <a:p>
                      <a:pPr indent="0" lvl="0" marL="0" rtl="0" algn="ctr">
                        <a:spcBef>
                          <a:spcPts val="0"/>
                        </a:spcBef>
                        <a:spcAft>
                          <a:spcPts val="0"/>
                        </a:spcAft>
                        <a:buNone/>
                      </a:pPr>
                      <a:r>
                        <a:rPr lang="ko-KR"/>
                        <a:t>작성자</a:t>
                      </a:r>
                      <a:endParaRPr/>
                    </a:p>
                  </a:txBody>
                  <a:tcPr marT="91425" marB="91425" marR="91425" marL="91425" anchor="ctr">
                    <a:solidFill>
                      <a:srgbClr val="C9DAF8"/>
                    </a:solidFill>
                  </a:tcPr>
                </a:tc>
                <a:tc>
                  <a:txBody>
                    <a:bodyPr/>
                    <a:lstStyle/>
                    <a:p>
                      <a:pPr indent="0" lvl="0" marL="0" rtl="0" algn="ctr">
                        <a:spcBef>
                          <a:spcPts val="0"/>
                        </a:spcBef>
                        <a:spcAft>
                          <a:spcPts val="0"/>
                        </a:spcAft>
                        <a:buNone/>
                      </a:pPr>
                      <a:r>
                        <a:rPr lang="ko-KR"/>
                        <a:t>유효시작일</a:t>
                      </a:r>
                      <a:endParaRPr/>
                    </a:p>
                  </a:txBody>
                  <a:tcPr marT="91425" marB="91425" marR="91425" marL="91425" anchor="ctr">
                    <a:solidFill>
                      <a:srgbClr val="C9DAF8"/>
                    </a:solidFill>
                  </a:tcPr>
                </a:tc>
                <a:tc>
                  <a:txBody>
                    <a:bodyPr/>
                    <a:lstStyle/>
                    <a:p>
                      <a:pPr indent="0" lvl="0" marL="0" rtl="0" algn="ctr">
                        <a:spcBef>
                          <a:spcPts val="0"/>
                        </a:spcBef>
                        <a:spcAft>
                          <a:spcPts val="0"/>
                        </a:spcAft>
                        <a:buNone/>
                      </a:pPr>
                      <a:r>
                        <a:rPr lang="ko-KR"/>
                        <a:t>유효종료일</a:t>
                      </a:r>
                      <a:endParaRPr/>
                    </a:p>
                  </a:txBody>
                  <a:tcPr marT="91425" marB="91425" marR="91425" marL="91425" anchor="ctr">
                    <a:solidFill>
                      <a:srgbClr val="C9DAF8"/>
                    </a:solidFill>
                  </a:tcPr>
                </a:tc>
                <a:tc>
                  <a:txBody>
                    <a:bodyPr/>
                    <a:lstStyle/>
                    <a:p>
                      <a:pPr indent="0" lvl="0" marL="0" rtl="0" algn="ctr">
                        <a:spcBef>
                          <a:spcPts val="0"/>
                        </a:spcBef>
                        <a:spcAft>
                          <a:spcPts val="0"/>
                        </a:spcAft>
                        <a:buNone/>
                      </a:pPr>
                      <a:r>
                        <a:rPr lang="ko-KR"/>
                        <a:t>상세보기/</a:t>
                      </a:r>
                      <a:endParaRPr/>
                    </a:p>
                    <a:p>
                      <a:pPr indent="0" lvl="0" marL="0" rtl="0" algn="ctr">
                        <a:spcBef>
                          <a:spcPts val="0"/>
                        </a:spcBef>
                        <a:spcAft>
                          <a:spcPts val="0"/>
                        </a:spcAft>
                        <a:buNone/>
                      </a:pPr>
                      <a:r>
                        <a:rPr lang="ko-KR"/>
                        <a:t>수정하기</a:t>
                      </a:r>
                      <a:endParaRPr/>
                    </a:p>
                  </a:txBody>
                  <a:tcPr marT="91425" marB="91425" marR="91425" marL="91425" anchor="ctr">
                    <a:solidFill>
                      <a:srgbClr val="C9DAF8"/>
                    </a:solidFill>
                  </a:tcPr>
                </a:tc>
              </a:tr>
              <a:tr h="715700">
                <a:tc>
                  <a:txBody>
                    <a:bodyPr/>
                    <a:lstStyle/>
                    <a:p>
                      <a:pPr indent="0" lvl="0" marL="0" rtl="0" algn="ctr">
                        <a:spcBef>
                          <a:spcPts val="0"/>
                        </a:spcBef>
                        <a:spcAft>
                          <a:spcPts val="0"/>
                        </a:spcAft>
                        <a:buNone/>
                      </a:pPr>
                      <a:r>
                        <a:rPr lang="ko-KR" sz="1100"/>
                        <a:t>5</a:t>
                      </a:r>
                      <a:endParaRPr sz="1100"/>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sz="1100">
                          <a:solidFill>
                            <a:schemeClr val="dk1"/>
                          </a:solidFill>
                        </a:rPr>
                        <a:t>발달 장애인 지원신청서 기본 조사지_개정판2_항목추가</a:t>
                      </a:r>
                      <a:endParaRPr sz="1100"/>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sz="1100">
                          <a:solidFill>
                            <a:schemeClr val="dk1"/>
                          </a:solidFill>
                        </a:rPr>
                        <a:t>시스템</a:t>
                      </a:r>
                      <a:endParaRPr sz="1100">
                        <a:solidFill>
                          <a:schemeClr val="dk1"/>
                        </a:solidFill>
                      </a:endParaRPr>
                    </a:p>
                    <a:p>
                      <a:pPr indent="0" lvl="0" marL="0" rtl="0" algn="ctr">
                        <a:spcBef>
                          <a:spcPts val="0"/>
                        </a:spcBef>
                        <a:spcAft>
                          <a:spcPts val="0"/>
                        </a:spcAft>
                        <a:buClr>
                          <a:schemeClr val="dk1"/>
                        </a:buClr>
                        <a:buSzPts val="1100"/>
                        <a:buFont typeface="Arial"/>
                        <a:buNone/>
                      </a:pPr>
                      <a:r>
                        <a:rPr lang="ko-KR" sz="1100">
                          <a:solidFill>
                            <a:schemeClr val="dk1"/>
                          </a:solidFill>
                        </a:rPr>
                        <a:t>관리자</a:t>
                      </a:r>
                      <a:endParaRPr sz="1100"/>
                    </a:p>
                  </a:txBody>
                  <a:tcPr marT="91425" marB="91425" marR="91425" marL="91425" anchor="ctr"/>
                </a:tc>
                <a:tc>
                  <a:txBody>
                    <a:bodyPr/>
                    <a:lstStyle/>
                    <a:p>
                      <a:pPr indent="0" lvl="0" marL="0" rtl="0" algn="ctr">
                        <a:spcBef>
                          <a:spcPts val="0"/>
                        </a:spcBef>
                        <a:spcAft>
                          <a:spcPts val="0"/>
                        </a:spcAft>
                        <a:buNone/>
                      </a:pPr>
                      <a:r>
                        <a:rPr lang="ko-KR" sz="1100"/>
                        <a:t>2026.01.01</a:t>
                      </a:r>
                      <a:endParaRPr sz="1100"/>
                    </a:p>
                  </a:txBody>
                  <a:tcPr marT="91425" marB="91425" marR="91425" marL="91425" anchor="ctr"/>
                </a:tc>
                <a:tc>
                  <a:txBody>
                    <a:bodyPr/>
                    <a:lstStyle/>
                    <a:p>
                      <a:pPr indent="0" lvl="0" marL="0" rtl="0" algn="ctr">
                        <a:spcBef>
                          <a:spcPts val="0"/>
                        </a:spcBef>
                        <a:spcAft>
                          <a:spcPts val="0"/>
                        </a:spcAft>
                        <a:buNone/>
                      </a:pPr>
                      <a:r>
                        <a:rPr lang="ko-KR" sz="1100"/>
                        <a:t>2999.12.31</a:t>
                      </a:r>
                      <a:endParaRPr sz="1100"/>
                    </a:p>
                  </a:txBody>
                  <a:tcPr marT="91425" marB="91425" marR="91425" marL="91425" anchor="ctr"/>
                </a:tc>
                <a:tc>
                  <a:txBody>
                    <a:bodyPr/>
                    <a:lstStyle/>
                    <a:p>
                      <a:pPr indent="0" lvl="0" marL="0" rtl="0" algn="ctr">
                        <a:spcBef>
                          <a:spcPts val="0"/>
                        </a:spcBef>
                        <a:spcAft>
                          <a:spcPts val="0"/>
                        </a:spcAft>
                        <a:buNone/>
                      </a:pPr>
                      <a:r>
                        <a:t/>
                      </a:r>
                      <a:endParaRPr sz="1100"/>
                    </a:p>
                  </a:txBody>
                  <a:tcPr marT="91425" marB="91425" marR="91425" marL="91425" anchor="ctr"/>
                </a:tc>
              </a:tr>
              <a:tr h="715700">
                <a:tc>
                  <a:txBody>
                    <a:bodyPr/>
                    <a:lstStyle/>
                    <a:p>
                      <a:pPr indent="0" lvl="0" marL="0" rtl="0" algn="ctr">
                        <a:spcBef>
                          <a:spcPts val="0"/>
                        </a:spcBef>
                        <a:spcAft>
                          <a:spcPts val="0"/>
                        </a:spcAft>
                        <a:buNone/>
                      </a:pPr>
                      <a:r>
                        <a:rPr lang="ko-KR" sz="1100"/>
                        <a:t>4</a:t>
                      </a:r>
                      <a:endParaRPr sz="1100"/>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sz="1100">
                          <a:solidFill>
                            <a:schemeClr val="dk1"/>
                          </a:solidFill>
                        </a:rPr>
                        <a:t>발달 장애인 지원신청서 기본 조사지_개정판2</a:t>
                      </a:r>
                      <a:endParaRPr sz="1100"/>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sz="1100">
                          <a:solidFill>
                            <a:schemeClr val="dk1"/>
                          </a:solidFill>
                        </a:rPr>
                        <a:t>시스템</a:t>
                      </a:r>
                      <a:endParaRPr sz="1100">
                        <a:solidFill>
                          <a:schemeClr val="dk1"/>
                        </a:solidFill>
                      </a:endParaRPr>
                    </a:p>
                    <a:p>
                      <a:pPr indent="0" lvl="0" marL="0" rtl="0" algn="ctr">
                        <a:spcBef>
                          <a:spcPts val="0"/>
                        </a:spcBef>
                        <a:spcAft>
                          <a:spcPts val="0"/>
                        </a:spcAft>
                        <a:buClr>
                          <a:schemeClr val="dk1"/>
                        </a:buClr>
                        <a:buSzPts val="1100"/>
                        <a:buFont typeface="Arial"/>
                        <a:buNone/>
                      </a:pPr>
                      <a:r>
                        <a:rPr lang="ko-KR" sz="1100">
                          <a:solidFill>
                            <a:schemeClr val="dk1"/>
                          </a:solidFill>
                        </a:rPr>
                        <a:t>관리자</a:t>
                      </a:r>
                      <a:endParaRPr sz="1100"/>
                    </a:p>
                  </a:txBody>
                  <a:tcPr marT="91425" marB="91425" marR="91425" marL="91425" anchor="ctr"/>
                </a:tc>
                <a:tc>
                  <a:txBody>
                    <a:bodyPr/>
                    <a:lstStyle/>
                    <a:p>
                      <a:pPr indent="0" lvl="0" marL="0" rtl="0" algn="ctr">
                        <a:spcBef>
                          <a:spcPts val="0"/>
                        </a:spcBef>
                        <a:spcAft>
                          <a:spcPts val="0"/>
                        </a:spcAft>
                        <a:buNone/>
                      </a:pPr>
                      <a:r>
                        <a:rPr lang="ko-KR" sz="1100"/>
                        <a:t>2022.07.01</a:t>
                      </a:r>
                      <a:endParaRPr sz="1100"/>
                    </a:p>
                  </a:txBody>
                  <a:tcPr marT="91425" marB="91425" marR="91425" marL="91425" anchor="ctr"/>
                </a:tc>
                <a:tc>
                  <a:txBody>
                    <a:bodyPr/>
                    <a:lstStyle/>
                    <a:p>
                      <a:pPr indent="0" lvl="0" marL="0" rtl="0" algn="ctr">
                        <a:spcBef>
                          <a:spcPts val="0"/>
                        </a:spcBef>
                        <a:spcAft>
                          <a:spcPts val="0"/>
                        </a:spcAft>
                        <a:buNone/>
                      </a:pPr>
                      <a:r>
                        <a:rPr lang="ko-KR" sz="1100"/>
                        <a:t>2025.12.31</a:t>
                      </a:r>
                      <a:endParaRPr sz="1100"/>
                    </a:p>
                  </a:txBody>
                  <a:tcPr marT="91425" marB="91425" marR="91425" marL="91425" anchor="ctr"/>
                </a:tc>
                <a:tc>
                  <a:txBody>
                    <a:bodyPr/>
                    <a:lstStyle/>
                    <a:p>
                      <a:pPr indent="0" lvl="0" marL="0" rtl="0" algn="ctr">
                        <a:spcBef>
                          <a:spcPts val="0"/>
                        </a:spcBef>
                        <a:spcAft>
                          <a:spcPts val="0"/>
                        </a:spcAft>
                        <a:buNone/>
                      </a:pPr>
                      <a:r>
                        <a:t/>
                      </a:r>
                      <a:endParaRPr sz="1100"/>
                    </a:p>
                  </a:txBody>
                  <a:tcPr marT="91425" marB="91425" marR="91425" marL="91425" anchor="ctr"/>
                </a:tc>
              </a:tr>
              <a:tr h="715700">
                <a:tc>
                  <a:txBody>
                    <a:bodyPr/>
                    <a:lstStyle/>
                    <a:p>
                      <a:pPr indent="0" lvl="0" marL="0" rtl="0" algn="ctr">
                        <a:spcBef>
                          <a:spcPts val="0"/>
                        </a:spcBef>
                        <a:spcAft>
                          <a:spcPts val="0"/>
                        </a:spcAft>
                        <a:buNone/>
                      </a:pPr>
                      <a:r>
                        <a:rPr lang="ko-KR" sz="1100"/>
                        <a:t>3</a:t>
                      </a:r>
                      <a:endParaRPr sz="1100"/>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sz="1100">
                          <a:solidFill>
                            <a:schemeClr val="dk1"/>
                          </a:solidFill>
                        </a:rPr>
                        <a:t>발달 장애인 지원신청서 기본 조사지_개정판</a:t>
                      </a:r>
                      <a:endParaRPr sz="1100"/>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sz="1100">
                          <a:solidFill>
                            <a:schemeClr val="dk1"/>
                          </a:solidFill>
                        </a:rPr>
                        <a:t>시스템</a:t>
                      </a:r>
                      <a:endParaRPr sz="1100">
                        <a:solidFill>
                          <a:schemeClr val="dk1"/>
                        </a:solidFill>
                      </a:endParaRPr>
                    </a:p>
                    <a:p>
                      <a:pPr indent="0" lvl="0" marL="0" rtl="0" algn="ctr">
                        <a:spcBef>
                          <a:spcPts val="0"/>
                        </a:spcBef>
                        <a:spcAft>
                          <a:spcPts val="0"/>
                        </a:spcAft>
                        <a:buClr>
                          <a:schemeClr val="dk1"/>
                        </a:buClr>
                        <a:buSzPts val="1100"/>
                        <a:buFont typeface="Arial"/>
                        <a:buNone/>
                      </a:pPr>
                      <a:r>
                        <a:rPr lang="ko-KR" sz="1100">
                          <a:solidFill>
                            <a:schemeClr val="dk1"/>
                          </a:solidFill>
                        </a:rPr>
                        <a:t>관리자</a:t>
                      </a:r>
                      <a:endParaRPr sz="1100"/>
                    </a:p>
                  </a:txBody>
                  <a:tcPr marT="91425" marB="91425" marR="91425" marL="91425" anchor="ctr"/>
                </a:tc>
                <a:tc>
                  <a:txBody>
                    <a:bodyPr/>
                    <a:lstStyle/>
                    <a:p>
                      <a:pPr indent="0" lvl="0" marL="0" rtl="0" algn="ctr">
                        <a:spcBef>
                          <a:spcPts val="0"/>
                        </a:spcBef>
                        <a:spcAft>
                          <a:spcPts val="0"/>
                        </a:spcAft>
                        <a:buNone/>
                      </a:pPr>
                      <a:r>
                        <a:rPr lang="ko-KR" sz="1100"/>
                        <a:t>2018.01.01</a:t>
                      </a:r>
                      <a:endParaRPr sz="1100"/>
                    </a:p>
                  </a:txBody>
                  <a:tcPr marT="91425" marB="91425" marR="91425" marL="91425" anchor="ctr"/>
                </a:tc>
                <a:tc>
                  <a:txBody>
                    <a:bodyPr/>
                    <a:lstStyle/>
                    <a:p>
                      <a:pPr indent="0" lvl="0" marL="0" rtl="0" algn="ctr">
                        <a:spcBef>
                          <a:spcPts val="0"/>
                        </a:spcBef>
                        <a:spcAft>
                          <a:spcPts val="0"/>
                        </a:spcAft>
                        <a:buNone/>
                      </a:pPr>
                      <a:r>
                        <a:rPr lang="ko-KR" sz="1100"/>
                        <a:t>2022.06.30</a:t>
                      </a:r>
                      <a:endParaRPr sz="1100"/>
                    </a:p>
                  </a:txBody>
                  <a:tcPr marT="91425" marB="91425" marR="91425" marL="91425" anchor="ctr"/>
                </a:tc>
                <a:tc>
                  <a:txBody>
                    <a:bodyPr/>
                    <a:lstStyle/>
                    <a:p>
                      <a:pPr indent="0" lvl="0" marL="0" rtl="0" algn="ctr">
                        <a:spcBef>
                          <a:spcPts val="0"/>
                        </a:spcBef>
                        <a:spcAft>
                          <a:spcPts val="0"/>
                        </a:spcAft>
                        <a:buNone/>
                      </a:pPr>
                      <a:r>
                        <a:t/>
                      </a:r>
                      <a:endParaRPr sz="1100"/>
                    </a:p>
                  </a:txBody>
                  <a:tcPr marT="91425" marB="91425" marR="91425" marL="91425" anchor="ctr"/>
                </a:tc>
              </a:tr>
              <a:tr h="715700">
                <a:tc>
                  <a:txBody>
                    <a:bodyPr/>
                    <a:lstStyle/>
                    <a:p>
                      <a:pPr indent="0" lvl="0" marL="0" rtl="0" algn="ctr">
                        <a:spcBef>
                          <a:spcPts val="0"/>
                        </a:spcBef>
                        <a:spcAft>
                          <a:spcPts val="0"/>
                        </a:spcAft>
                        <a:buNone/>
                      </a:pPr>
                      <a:r>
                        <a:rPr lang="ko-KR" sz="1100"/>
                        <a:t>2</a:t>
                      </a:r>
                      <a:endParaRPr sz="1100"/>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sz="1100">
                          <a:solidFill>
                            <a:schemeClr val="dk1"/>
                          </a:solidFill>
                        </a:rPr>
                        <a:t>발달 장애인 지원신청서 기본 조사지_항목추가</a:t>
                      </a:r>
                      <a:endParaRPr sz="1100"/>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ko-KR" sz="1100">
                          <a:solidFill>
                            <a:schemeClr val="dk1"/>
                          </a:solidFill>
                        </a:rPr>
                        <a:t>시스템</a:t>
                      </a:r>
                      <a:endParaRPr sz="1100">
                        <a:solidFill>
                          <a:schemeClr val="dk1"/>
                        </a:solidFill>
                      </a:endParaRPr>
                    </a:p>
                    <a:p>
                      <a:pPr indent="0" lvl="0" marL="0" rtl="0" algn="ctr">
                        <a:spcBef>
                          <a:spcPts val="0"/>
                        </a:spcBef>
                        <a:spcAft>
                          <a:spcPts val="0"/>
                        </a:spcAft>
                        <a:buClr>
                          <a:schemeClr val="dk1"/>
                        </a:buClr>
                        <a:buSzPts val="1100"/>
                        <a:buFont typeface="Arial"/>
                        <a:buNone/>
                      </a:pPr>
                      <a:r>
                        <a:rPr lang="ko-KR" sz="1100">
                          <a:solidFill>
                            <a:schemeClr val="dk1"/>
                          </a:solidFill>
                        </a:rPr>
                        <a:t>관리자</a:t>
                      </a:r>
                      <a:endParaRPr sz="1100"/>
                    </a:p>
                  </a:txBody>
                  <a:tcPr marT="91425" marB="91425" marR="91425" marL="91425" anchor="ctr"/>
                </a:tc>
                <a:tc>
                  <a:txBody>
                    <a:bodyPr/>
                    <a:lstStyle/>
                    <a:p>
                      <a:pPr indent="0" lvl="0" marL="0" rtl="0" algn="ctr">
                        <a:spcBef>
                          <a:spcPts val="0"/>
                        </a:spcBef>
                        <a:spcAft>
                          <a:spcPts val="0"/>
                        </a:spcAft>
                        <a:buNone/>
                      </a:pPr>
                      <a:r>
                        <a:rPr lang="ko-KR" sz="1100"/>
                        <a:t>2016.01.01</a:t>
                      </a:r>
                      <a:endParaRPr sz="1100"/>
                    </a:p>
                  </a:txBody>
                  <a:tcPr marT="91425" marB="91425" marR="91425" marL="91425" anchor="ctr"/>
                </a:tc>
                <a:tc>
                  <a:txBody>
                    <a:bodyPr/>
                    <a:lstStyle/>
                    <a:p>
                      <a:pPr indent="0" lvl="0" marL="0" rtl="0" algn="ctr">
                        <a:spcBef>
                          <a:spcPts val="0"/>
                        </a:spcBef>
                        <a:spcAft>
                          <a:spcPts val="0"/>
                        </a:spcAft>
                        <a:buNone/>
                      </a:pPr>
                      <a:r>
                        <a:rPr lang="ko-KR" sz="1100"/>
                        <a:t>2017.12.31</a:t>
                      </a:r>
                      <a:endParaRPr sz="1100"/>
                    </a:p>
                  </a:txBody>
                  <a:tcPr marT="91425" marB="91425" marR="91425" marL="91425" anchor="ctr"/>
                </a:tc>
                <a:tc>
                  <a:txBody>
                    <a:bodyPr/>
                    <a:lstStyle/>
                    <a:p>
                      <a:pPr indent="0" lvl="0" marL="0" rtl="0" algn="ctr">
                        <a:spcBef>
                          <a:spcPts val="0"/>
                        </a:spcBef>
                        <a:spcAft>
                          <a:spcPts val="0"/>
                        </a:spcAft>
                        <a:buNone/>
                      </a:pPr>
                      <a:r>
                        <a:t/>
                      </a:r>
                      <a:endParaRPr sz="1100"/>
                    </a:p>
                  </a:txBody>
                  <a:tcPr marT="91425" marB="91425" marR="91425" marL="91425" anchor="ctr"/>
                </a:tc>
              </a:tr>
              <a:tr h="715700">
                <a:tc>
                  <a:txBody>
                    <a:bodyPr/>
                    <a:lstStyle/>
                    <a:p>
                      <a:pPr indent="0" lvl="0" marL="0" rtl="0" algn="ctr">
                        <a:spcBef>
                          <a:spcPts val="0"/>
                        </a:spcBef>
                        <a:spcAft>
                          <a:spcPts val="0"/>
                        </a:spcAft>
                        <a:buNone/>
                      </a:pPr>
                      <a:r>
                        <a:rPr lang="ko-KR" sz="1100"/>
                        <a:t>1</a:t>
                      </a:r>
                      <a:endParaRPr sz="1100"/>
                    </a:p>
                  </a:txBody>
                  <a:tcPr marT="91425" marB="91425" marR="91425" marL="91425" anchor="ctr"/>
                </a:tc>
                <a:tc>
                  <a:txBody>
                    <a:bodyPr/>
                    <a:lstStyle/>
                    <a:p>
                      <a:pPr indent="0" lvl="0" marL="0" rtl="0" algn="ctr">
                        <a:spcBef>
                          <a:spcPts val="0"/>
                        </a:spcBef>
                        <a:spcAft>
                          <a:spcPts val="0"/>
                        </a:spcAft>
                        <a:buNone/>
                      </a:pPr>
                      <a:r>
                        <a:rPr lang="ko-KR" sz="1100"/>
                        <a:t>발달 장애인 지원신청서 기본 조사지</a:t>
                      </a:r>
                      <a:endParaRPr sz="1100"/>
                    </a:p>
                  </a:txBody>
                  <a:tcPr marT="91425" marB="91425" marR="91425" marL="91425" anchor="ctr"/>
                </a:tc>
                <a:tc>
                  <a:txBody>
                    <a:bodyPr/>
                    <a:lstStyle/>
                    <a:p>
                      <a:pPr indent="0" lvl="0" marL="0" rtl="0" algn="ctr">
                        <a:spcBef>
                          <a:spcPts val="0"/>
                        </a:spcBef>
                        <a:spcAft>
                          <a:spcPts val="0"/>
                        </a:spcAft>
                        <a:buNone/>
                      </a:pPr>
                      <a:r>
                        <a:rPr lang="ko-KR" sz="1100"/>
                        <a:t>시스템</a:t>
                      </a:r>
                      <a:endParaRPr sz="1100"/>
                    </a:p>
                    <a:p>
                      <a:pPr indent="0" lvl="0" marL="0" rtl="0" algn="ctr">
                        <a:spcBef>
                          <a:spcPts val="0"/>
                        </a:spcBef>
                        <a:spcAft>
                          <a:spcPts val="0"/>
                        </a:spcAft>
                        <a:buNone/>
                      </a:pPr>
                      <a:r>
                        <a:rPr lang="ko-KR" sz="1100"/>
                        <a:t>관리자</a:t>
                      </a:r>
                      <a:endParaRPr sz="1100"/>
                    </a:p>
                  </a:txBody>
                  <a:tcPr marT="91425" marB="91425" marR="91425" marL="91425" anchor="ctr"/>
                </a:tc>
                <a:tc>
                  <a:txBody>
                    <a:bodyPr/>
                    <a:lstStyle/>
                    <a:p>
                      <a:pPr indent="0" lvl="0" marL="0" rtl="0" algn="ctr">
                        <a:spcBef>
                          <a:spcPts val="0"/>
                        </a:spcBef>
                        <a:spcAft>
                          <a:spcPts val="0"/>
                        </a:spcAft>
                        <a:buNone/>
                      </a:pPr>
                      <a:r>
                        <a:rPr lang="ko-KR" sz="1100"/>
                        <a:t>2010.12.15</a:t>
                      </a:r>
                      <a:endParaRPr sz="1100"/>
                    </a:p>
                  </a:txBody>
                  <a:tcPr marT="91425" marB="91425" marR="91425" marL="91425" anchor="ctr"/>
                </a:tc>
                <a:tc>
                  <a:txBody>
                    <a:bodyPr/>
                    <a:lstStyle/>
                    <a:p>
                      <a:pPr indent="0" lvl="0" marL="0" rtl="0" algn="ctr">
                        <a:spcBef>
                          <a:spcPts val="0"/>
                        </a:spcBef>
                        <a:spcAft>
                          <a:spcPts val="0"/>
                        </a:spcAft>
                        <a:buNone/>
                      </a:pPr>
                      <a:r>
                        <a:rPr lang="ko-KR" sz="1100"/>
                        <a:t>2015.12.31</a:t>
                      </a:r>
                      <a:endParaRPr sz="1100"/>
                    </a:p>
                  </a:txBody>
                  <a:tcPr marT="91425" marB="91425" marR="91425" marL="91425" anchor="ctr"/>
                </a:tc>
                <a:tc>
                  <a:txBody>
                    <a:bodyPr/>
                    <a:lstStyle/>
                    <a:p>
                      <a:pPr indent="0" lvl="0" marL="0" rtl="0" algn="ctr">
                        <a:spcBef>
                          <a:spcPts val="0"/>
                        </a:spcBef>
                        <a:spcAft>
                          <a:spcPts val="0"/>
                        </a:spcAft>
                        <a:buNone/>
                      </a:pPr>
                      <a:r>
                        <a:t/>
                      </a:r>
                      <a:endParaRPr sz="1100"/>
                    </a:p>
                  </a:txBody>
                  <a:tcPr marT="91425" marB="91425" marR="91425" marL="91425" anchor="ctr"/>
                </a:tc>
              </a:tr>
            </a:tbl>
          </a:graphicData>
        </a:graphic>
      </p:graphicFrame>
      <p:sp>
        <p:nvSpPr>
          <p:cNvPr id="1728" name="Google Shape;1728;p68"/>
          <p:cNvSpPr/>
          <p:nvPr/>
        </p:nvSpPr>
        <p:spPr>
          <a:xfrm>
            <a:off x="280475" y="13832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729" name="Google Shape;1729;p68"/>
          <p:cNvSpPr/>
          <p:nvPr/>
        </p:nvSpPr>
        <p:spPr>
          <a:xfrm>
            <a:off x="4647200" y="147780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730" name="Google Shape;1730;p68"/>
          <p:cNvSpPr/>
          <p:nvPr/>
        </p:nvSpPr>
        <p:spPr>
          <a:xfrm>
            <a:off x="280475" y="1889825"/>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731" name="Google Shape;1731;p68"/>
          <p:cNvSpPr/>
          <p:nvPr/>
        </p:nvSpPr>
        <p:spPr>
          <a:xfrm>
            <a:off x="7173525" y="2648725"/>
            <a:ext cx="3225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sp>
        <p:nvSpPr>
          <p:cNvPr id="1732" name="Google Shape;1732;p68"/>
          <p:cNvSpPr txBox="1"/>
          <p:nvPr/>
        </p:nvSpPr>
        <p:spPr>
          <a:xfrm>
            <a:off x="7334450" y="3526200"/>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33" name="Google Shape;1733;p68"/>
          <p:cNvSpPr txBox="1"/>
          <p:nvPr/>
        </p:nvSpPr>
        <p:spPr>
          <a:xfrm>
            <a:off x="7372175" y="2770200"/>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34" name="Google Shape;1734;p68"/>
          <p:cNvSpPr txBox="1"/>
          <p:nvPr/>
        </p:nvSpPr>
        <p:spPr>
          <a:xfrm>
            <a:off x="7334450" y="4225000"/>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35" name="Google Shape;1735;p68"/>
          <p:cNvSpPr txBox="1"/>
          <p:nvPr/>
        </p:nvSpPr>
        <p:spPr>
          <a:xfrm>
            <a:off x="7372175" y="4923800"/>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36" name="Google Shape;1736;p68"/>
          <p:cNvSpPr txBox="1"/>
          <p:nvPr/>
        </p:nvSpPr>
        <p:spPr>
          <a:xfrm>
            <a:off x="7372175" y="5622600"/>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grpSp>
        <p:nvGrpSpPr>
          <p:cNvPr id="1737" name="Google Shape;1737;p68"/>
          <p:cNvGrpSpPr/>
          <p:nvPr/>
        </p:nvGrpSpPr>
        <p:grpSpPr>
          <a:xfrm>
            <a:off x="178125" y="740950"/>
            <a:ext cx="8239800" cy="642300"/>
            <a:chOff x="178125" y="740950"/>
            <a:chExt cx="8239800" cy="642300"/>
          </a:xfrm>
        </p:grpSpPr>
        <p:sp>
          <p:nvSpPr>
            <p:cNvPr id="1738" name="Google Shape;1738;p68"/>
            <p:cNvSpPr/>
            <p:nvPr/>
          </p:nvSpPr>
          <p:spPr>
            <a:xfrm>
              <a:off x="178125" y="740950"/>
              <a:ext cx="8239800" cy="642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739" name="Google Shape;1739;p68"/>
            <p:cNvSpPr/>
            <p:nvPr/>
          </p:nvSpPr>
          <p:spPr>
            <a:xfrm>
              <a:off x="309950" y="831700"/>
              <a:ext cx="13026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사이트명</a:t>
              </a:r>
              <a:endParaRPr b="0" i="0" sz="1400" u="none" cap="none" strike="noStrike">
                <a:solidFill>
                  <a:srgbClr val="000000"/>
                </a:solidFill>
                <a:latin typeface="Malgun Gothic"/>
                <a:ea typeface="Malgun Gothic"/>
                <a:cs typeface="Malgun Gothic"/>
                <a:sym typeface="Malgun Gothic"/>
              </a:endParaRPr>
            </a:p>
          </p:txBody>
        </p:sp>
        <p:sp>
          <p:nvSpPr>
            <p:cNvPr id="1740" name="Google Shape;1740;p68"/>
            <p:cNvSpPr/>
            <p:nvPr/>
          </p:nvSpPr>
          <p:spPr>
            <a:xfrm>
              <a:off x="1641952" y="835350"/>
              <a:ext cx="1051500" cy="4572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기관</a:t>
              </a:r>
              <a:endParaRPr b="0" i="0" sz="1400" u="none" cap="none" strike="noStrike">
                <a:solidFill>
                  <a:srgbClr val="000000"/>
                </a:solidFill>
                <a:latin typeface="Malgun Gothic"/>
                <a:ea typeface="Malgun Gothic"/>
                <a:cs typeface="Malgun Gothic"/>
                <a:sym typeface="Malgun Gothic"/>
              </a:endParaRPr>
            </a:p>
          </p:txBody>
        </p:sp>
        <p:sp>
          <p:nvSpPr>
            <p:cNvPr id="1741" name="Google Shape;1741;p68"/>
            <p:cNvSpPr/>
            <p:nvPr/>
          </p:nvSpPr>
          <p:spPr>
            <a:xfrm>
              <a:off x="2693443" y="838170"/>
              <a:ext cx="11538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기관관리자</a:t>
              </a:r>
              <a:endParaRPr b="0" i="0" sz="1400" u="none" cap="none" strike="noStrike">
                <a:solidFill>
                  <a:srgbClr val="000000"/>
                </a:solidFill>
                <a:latin typeface="Malgun Gothic"/>
                <a:ea typeface="Malgun Gothic"/>
                <a:cs typeface="Malgun Gothic"/>
                <a:sym typeface="Malgun Gothic"/>
              </a:endParaRPr>
            </a:p>
          </p:txBody>
        </p:sp>
        <p:sp>
          <p:nvSpPr>
            <p:cNvPr id="1742" name="Google Shape;1742;p68"/>
            <p:cNvSpPr/>
            <p:nvPr/>
          </p:nvSpPr>
          <p:spPr>
            <a:xfrm>
              <a:off x="3847250" y="816523"/>
              <a:ext cx="11538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기관담당자</a:t>
              </a:r>
              <a:endParaRPr b="0" i="0" sz="1400" u="none" cap="none" strike="noStrike">
                <a:solidFill>
                  <a:srgbClr val="000000"/>
                </a:solidFill>
                <a:latin typeface="Malgun Gothic"/>
                <a:ea typeface="Malgun Gothic"/>
                <a:cs typeface="Malgun Gothic"/>
                <a:sym typeface="Malgun Gothic"/>
              </a:endParaRPr>
            </a:p>
          </p:txBody>
        </p:sp>
        <p:sp>
          <p:nvSpPr>
            <p:cNvPr id="1743" name="Google Shape;1743;p68"/>
            <p:cNvSpPr/>
            <p:nvPr/>
          </p:nvSpPr>
          <p:spPr>
            <a:xfrm>
              <a:off x="5001050" y="828601"/>
              <a:ext cx="8334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지원자</a:t>
              </a:r>
              <a:endParaRPr b="0" i="0" sz="1400" u="none" cap="none" strike="noStrike">
                <a:solidFill>
                  <a:srgbClr val="000000"/>
                </a:solidFill>
                <a:latin typeface="Malgun Gothic"/>
                <a:ea typeface="Malgun Gothic"/>
                <a:cs typeface="Malgun Gothic"/>
                <a:sym typeface="Malgun Gothic"/>
              </a:endParaRPr>
            </a:p>
          </p:txBody>
        </p:sp>
        <p:sp>
          <p:nvSpPr>
            <p:cNvPr id="1744" name="Google Shape;1744;p68"/>
            <p:cNvSpPr/>
            <p:nvPr/>
          </p:nvSpPr>
          <p:spPr>
            <a:xfrm>
              <a:off x="7426675" y="866625"/>
              <a:ext cx="908100" cy="4047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로그아웃</a:t>
              </a:r>
              <a:endParaRPr b="0" i="0" sz="1400" u="none" cap="none" strike="noStrike">
                <a:solidFill>
                  <a:srgbClr val="000000"/>
                </a:solidFill>
                <a:latin typeface="Malgun Gothic"/>
                <a:ea typeface="Malgun Gothic"/>
                <a:cs typeface="Malgun Gothic"/>
                <a:sym typeface="Malgun Gothic"/>
              </a:endParaRPr>
            </a:p>
          </p:txBody>
        </p:sp>
      </p:grpSp>
      <p:sp>
        <p:nvSpPr>
          <p:cNvPr id="1745" name="Google Shape;1745;p68"/>
          <p:cNvSpPr/>
          <p:nvPr/>
        </p:nvSpPr>
        <p:spPr>
          <a:xfrm>
            <a:off x="5848350" y="839426"/>
            <a:ext cx="833400" cy="4608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조사지</a:t>
            </a:r>
            <a:endParaRPr b="0" i="0" sz="140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0" name="Shape 1750"/>
        <p:cNvGrpSpPr/>
        <p:nvPr/>
      </p:nvGrpSpPr>
      <p:grpSpPr>
        <a:xfrm>
          <a:off x="0" y="0"/>
          <a:ext cx="0" cy="0"/>
          <a:chOff x="0" y="0"/>
          <a:chExt cx="0" cy="0"/>
        </a:xfrm>
      </p:grpSpPr>
      <p:graphicFrame>
        <p:nvGraphicFramePr>
          <p:cNvPr id="1751" name="Google Shape;1751;p69"/>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view-056</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조사지 </a:t>
                      </a:r>
                      <a:r>
                        <a:rPr lang="ko-KR"/>
                        <a:t>관리 - 조사지 등록 및 수정</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res-14</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300"/>
                        <a:t>지원자 및 담당자가 작성할 조사지에 대한 </a:t>
                      </a:r>
                      <a:r>
                        <a:rPr lang="ko-KR" sz="1300"/>
                        <a:t>지원서</a:t>
                      </a:r>
                      <a:r>
                        <a:rPr lang="ko-KR" sz="1300"/>
                        <a:t>항목, </a:t>
                      </a:r>
                      <a:r>
                        <a:rPr lang="ko-KR" sz="1300"/>
                        <a:t>세부항목, 조사지 질문을</a:t>
                      </a:r>
                      <a:r>
                        <a:rPr lang="ko-KR" sz="1300"/>
                        <a:t> </a:t>
                      </a:r>
                      <a:r>
                        <a:rPr lang="ko-KR" sz="1300"/>
                        <a:t>추가,</a:t>
                      </a:r>
                      <a:r>
                        <a:rPr lang="ko-KR" sz="1300"/>
                        <a:t> 수정, 삭제하는 화면</a:t>
                      </a:r>
                      <a:endParaRPr sz="1300"/>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시스템관리자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현재 선택한 조사지의 정보를 확인할 수 있다. 신규등록의 경우 조사지NO는 자동완성 되며, 나머지 값은 입력할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AutoNum type="arabicPeriod"/>
                      </a:pPr>
                      <a:r>
                        <a:rPr lang="ko-KR" sz="1000">
                          <a:solidFill>
                            <a:srgbClr val="3465A4"/>
                          </a:solidFill>
                          <a:latin typeface="Arial"/>
                          <a:ea typeface="Arial"/>
                          <a:cs typeface="Arial"/>
                          <a:sym typeface="Arial"/>
                        </a:rPr>
                        <a:t>지원서 항목을 추가하거나 수정 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AutoNum type="arabicPeriod"/>
                      </a:pPr>
                      <a:r>
                        <a:rPr lang="ko-KR" sz="1000">
                          <a:solidFill>
                            <a:srgbClr val="3465A4"/>
                          </a:solidFill>
                          <a:latin typeface="Arial"/>
                          <a:ea typeface="Arial"/>
                          <a:cs typeface="Arial"/>
                          <a:sym typeface="Arial"/>
                        </a:rPr>
                        <a:t>세부항목을 추가하거나 수정할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이미 저장된 </a:t>
                      </a:r>
                      <a:r>
                        <a:rPr lang="ko-KR" sz="1000">
                          <a:solidFill>
                            <a:srgbClr val="3465A4"/>
                          </a:solidFill>
                          <a:latin typeface="Arial"/>
                          <a:ea typeface="Arial"/>
                          <a:cs typeface="Arial"/>
                          <a:sym typeface="Arial"/>
                        </a:rPr>
                        <a:t>조사지 </a:t>
                      </a:r>
                      <a:r>
                        <a:rPr lang="ko-KR" sz="1000">
                          <a:solidFill>
                            <a:srgbClr val="3465A4"/>
                          </a:solidFill>
                          <a:latin typeface="Arial"/>
                          <a:ea typeface="Arial"/>
                          <a:cs typeface="Arial"/>
                          <a:sym typeface="Arial"/>
                        </a:rPr>
                        <a:t>항목을 </a:t>
                      </a:r>
                      <a:r>
                        <a:rPr lang="ko-KR" sz="1000">
                          <a:solidFill>
                            <a:srgbClr val="3465A4"/>
                          </a:solidFill>
                          <a:latin typeface="Arial"/>
                          <a:ea typeface="Arial"/>
                          <a:cs typeface="Arial"/>
                          <a:sym typeface="Arial"/>
                        </a:rPr>
                        <a:t>수정</a:t>
                      </a:r>
                      <a:r>
                        <a:rPr lang="ko-KR" sz="1000">
                          <a:solidFill>
                            <a:srgbClr val="3465A4"/>
                          </a:solidFill>
                          <a:latin typeface="Arial"/>
                          <a:ea typeface="Arial"/>
                          <a:cs typeface="Arial"/>
                          <a:sym typeface="Arial"/>
                        </a:rPr>
                        <a:t>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AutoNum type="arabicPeriod"/>
                      </a:pPr>
                      <a:r>
                        <a:rPr lang="ko-KR" sz="1000">
                          <a:solidFill>
                            <a:srgbClr val="3465A4"/>
                          </a:solidFill>
                          <a:latin typeface="Arial"/>
                          <a:ea typeface="Arial"/>
                          <a:cs typeface="Arial"/>
                          <a:sym typeface="Arial"/>
                        </a:rPr>
                        <a:t>새로운 조사지 항목을 추가할 수 있다.</a:t>
                      </a:r>
                      <a:endParaRPr sz="1000">
                        <a:solidFill>
                          <a:srgbClr val="3465A4"/>
                        </a:solidFill>
                        <a:latin typeface="Arial"/>
                        <a:ea typeface="Arial"/>
                        <a:cs typeface="Arial"/>
                        <a:sym typeface="Aria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사이드바 공간을 차지하지 않는다.</a:t>
                      </a:r>
                      <a:endParaRPr sz="1000">
                        <a:solidFill>
                          <a:srgbClr val="2F5496"/>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grpSp>
        <p:nvGrpSpPr>
          <p:cNvPr id="1752" name="Google Shape;1752;p69"/>
          <p:cNvGrpSpPr/>
          <p:nvPr/>
        </p:nvGrpSpPr>
        <p:grpSpPr>
          <a:xfrm>
            <a:off x="178571" y="1931208"/>
            <a:ext cx="1382772" cy="4766705"/>
            <a:chOff x="5350425" y="1878771"/>
            <a:chExt cx="3432900" cy="4263600"/>
          </a:xfrm>
        </p:grpSpPr>
        <p:sp>
          <p:nvSpPr>
            <p:cNvPr id="1753" name="Google Shape;1753;p69"/>
            <p:cNvSpPr/>
            <p:nvPr/>
          </p:nvSpPr>
          <p:spPr>
            <a:xfrm>
              <a:off x="5350425" y="1878771"/>
              <a:ext cx="3432900" cy="42636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754" name="Google Shape;1754;p69"/>
            <p:cNvSpPr txBox="1"/>
            <p:nvPr/>
          </p:nvSpPr>
          <p:spPr>
            <a:xfrm>
              <a:off x="5667907" y="1988189"/>
              <a:ext cx="24990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100">
                  <a:solidFill>
                    <a:schemeClr val="dk1"/>
                  </a:solidFill>
                  <a:latin typeface="Malgun Gothic"/>
                  <a:ea typeface="Malgun Gothic"/>
                  <a:cs typeface="Malgun Gothic"/>
                  <a:sym typeface="Malgun Gothic"/>
                </a:rPr>
                <a:t>지원서 항목</a:t>
              </a:r>
              <a:endParaRPr sz="1100">
                <a:solidFill>
                  <a:schemeClr val="dk1"/>
                </a:solidFill>
                <a:latin typeface="Malgun Gothic"/>
                <a:ea typeface="Malgun Gothic"/>
                <a:cs typeface="Malgun Gothic"/>
                <a:sym typeface="Malgun Gothic"/>
              </a:endParaRPr>
            </a:p>
          </p:txBody>
        </p:sp>
        <p:sp>
          <p:nvSpPr>
            <p:cNvPr id="1755" name="Google Shape;1755;p69"/>
            <p:cNvSpPr/>
            <p:nvPr/>
          </p:nvSpPr>
          <p:spPr>
            <a:xfrm>
              <a:off x="5524346" y="2499672"/>
              <a:ext cx="29955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b="1" lang="ko-KR" sz="1035" u="sng">
                  <a:latin typeface="Malgun Gothic"/>
                  <a:ea typeface="Malgun Gothic"/>
                  <a:cs typeface="Malgun Gothic"/>
                  <a:sym typeface="Malgun Gothic"/>
                </a:rPr>
                <a:t>지원사유</a:t>
              </a:r>
              <a:r>
                <a:rPr lang="ko-KR" sz="1035" u="sng">
                  <a:latin typeface="Malgun Gothic"/>
                  <a:ea typeface="Malgun Gothic"/>
                  <a:cs typeface="Malgun Gothic"/>
                  <a:sym typeface="Malgun Gothic"/>
                </a:rPr>
                <a:t> </a:t>
              </a:r>
              <a:endParaRPr sz="1035">
                <a:latin typeface="Malgun Gothic"/>
                <a:ea typeface="Malgun Gothic"/>
                <a:cs typeface="Malgun Gothic"/>
                <a:sym typeface="Malgun Gothic"/>
              </a:endParaRPr>
            </a:p>
          </p:txBody>
        </p:sp>
      </p:grpSp>
      <p:sp>
        <p:nvSpPr>
          <p:cNvPr id="1756" name="Google Shape;1756;p69"/>
          <p:cNvSpPr/>
          <p:nvPr/>
        </p:nvSpPr>
        <p:spPr>
          <a:xfrm>
            <a:off x="3059725" y="1923875"/>
            <a:ext cx="5457900" cy="4837500"/>
          </a:xfrm>
          <a:prstGeom prst="roundRect">
            <a:avLst>
              <a:gd fmla="val 5228"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757" name="Google Shape;1757;p69"/>
          <p:cNvSpPr txBox="1"/>
          <p:nvPr/>
        </p:nvSpPr>
        <p:spPr>
          <a:xfrm>
            <a:off x="3353900" y="1985477"/>
            <a:ext cx="1126800" cy="2469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00">
                <a:solidFill>
                  <a:schemeClr val="dk1"/>
                </a:solidFill>
                <a:latin typeface="Malgun Gothic"/>
                <a:ea typeface="Malgun Gothic"/>
                <a:cs typeface="Malgun Gothic"/>
                <a:sym typeface="Malgun Gothic"/>
              </a:rPr>
              <a:t>지원사유</a:t>
            </a:r>
            <a:endParaRPr b="1" sz="1200">
              <a:solidFill>
                <a:schemeClr val="dk1"/>
              </a:solidFill>
              <a:latin typeface="Malgun Gothic"/>
              <a:ea typeface="Malgun Gothic"/>
              <a:cs typeface="Malgun Gothic"/>
              <a:sym typeface="Malgun Gothic"/>
            </a:endParaRPr>
          </a:p>
        </p:txBody>
      </p:sp>
      <p:sp>
        <p:nvSpPr>
          <p:cNvPr id="1758" name="Google Shape;1758;p69"/>
          <p:cNvSpPr txBox="1"/>
          <p:nvPr/>
        </p:nvSpPr>
        <p:spPr>
          <a:xfrm>
            <a:off x="3102110" y="2374445"/>
            <a:ext cx="13827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긴급 지원 필요</a:t>
            </a:r>
            <a:endParaRPr b="1" sz="1211">
              <a:solidFill>
                <a:schemeClr val="dk1"/>
              </a:solidFill>
              <a:latin typeface="Malgun Gothic"/>
              <a:ea typeface="Malgun Gothic"/>
              <a:cs typeface="Malgun Gothic"/>
              <a:sym typeface="Malgun Gothic"/>
            </a:endParaRPr>
          </a:p>
        </p:txBody>
      </p:sp>
      <p:sp>
        <p:nvSpPr>
          <p:cNvPr id="1759" name="Google Shape;1759;p69"/>
          <p:cNvSpPr txBox="1"/>
          <p:nvPr/>
        </p:nvSpPr>
        <p:spPr>
          <a:xfrm>
            <a:off x="4584996" y="2001230"/>
            <a:ext cx="29058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211">
                <a:solidFill>
                  <a:schemeClr val="dk1"/>
                </a:solidFill>
                <a:latin typeface="Malgun Gothic"/>
                <a:ea typeface="Malgun Gothic"/>
                <a:cs typeface="Malgun Gothic"/>
                <a:sym typeface="Malgun Gothic"/>
              </a:rPr>
              <a:t>즉시 지원인식 및 서비스 필요</a:t>
            </a:r>
            <a:endParaRPr sz="1211">
              <a:solidFill>
                <a:schemeClr val="dk1"/>
              </a:solidFill>
              <a:latin typeface="Malgun Gothic"/>
              <a:ea typeface="Malgun Gothic"/>
              <a:cs typeface="Malgun Gothic"/>
              <a:sym typeface="Malgun Gothic"/>
            </a:endParaRPr>
          </a:p>
        </p:txBody>
      </p:sp>
      <p:sp>
        <p:nvSpPr>
          <p:cNvPr id="1760" name="Google Shape;1760;p69"/>
          <p:cNvSpPr txBox="1"/>
          <p:nvPr/>
        </p:nvSpPr>
        <p:spPr>
          <a:xfrm>
            <a:off x="3295016" y="3819776"/>
            <a:ext cx="4835400" cy="3480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lang="ko-KR" sz="1200">
                <a:solidFill>
                  <a:schemeClr val="dk1"/>
                </a:solidFill>
              </a:rPr>
              <a:t>☑    </a:t>
            </a:r>
            <a:r>
              <a:rPr lang="ko-KR" sz="1011">
                <a:solidFill>
                  <a:schemeClr val="dk1"/>
                </a:solidFill>
                <a:latin typeface="Malgun Gothic"/>
                <a:ea typeface="Malgun Gothic"/>
                <a:cs typeface="Malgun Gothic"/>
                <a:sym typeface="Malgun Gothic"/>
              </a:rPr>
              <a:t>가족(돌보는 사람)의 사망, 심각한 질병, 위기 등으로 더 이상 돌봄 없음 </a:t>
            </a:r>
            <a:endParaRPr sz="1011">
              <a:solidFill>
                <a:schemeClr val="dk1"/>
              </a:solidFill>
              <a:latin typeface="Malgun Gothic"/>
              <a:ea typeface="Malgun Gothic"/>
              <a:cs typeface="Malgun Gothic"/>
              <a:sym typeface="Malgun Gothic"/>
            </a:endParaRPr>
          </a:p>
        </p:txBody>
      </p:sp>
      <p:sp>
        <p:nvSpPr>
          <p:cNvPr id="1761" name="Google Shape;1761;p69"/>
          <p:cNvSpPr txBox="1"/>
          <p:nvPr/>
        </p:nvSpPr>
        <p:spPr>
          <a:xfrm>
            <a:off x="3314000" y="2962179"/>
            <a:ext cx="1206600" cy="3480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조사지 질문</a:t>
            </a:r>
            <a:endParaRPr b="1" sz="1211">
              <a:solidFill>
                <a:schemeClr val="dk1"/>
              </a:solidFill>
              <a:latin typeface="Malgun Gothic"/>
              <a:ea typeface="Malgun Gothic"/>
              <a:cs typeface="Malgun Gothic"/>
              <a:sym typeface="Malgun Gothic"/>
            </a:endParaRPr>
          </a:p>
        </p:txBody>
      </p:sp>
      <p:sp>
        <p:nvSpPr>
          <p:cNvPr id="1762" name="Google Shape;1762;p69"/>
          <p:cNvSpPr/>
          <p:nvPr/>
        </p:nvSpPr>
        <p:spPr>
          <a:xfrm>
            <a:off x="6805616" y="5891975"/>
            <a:ext cx="1267200" cy="4047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전체저장</a:t>
            </a:r>
            <a:endParaRPr>
              <a:solidFill>
                <a:schemeClr val="lt1"/>
              </a:solidFill>
              <a:latin typeface="Malgun Gothic"/>
              <a:ea typeface="Malgun Gothic"/>
              <a:cs typeface="Malgun Gothic"/>
              <a:sym typeface="Malgun Gothic"/>
            </a:endParaRPr>
          </a:p>
        </p:txBody>
      </p:sp>
      <p:sp>
        <p:nvSpPr>
          <p:cNvPr id="1763" name="Google Shape;1763;p69"/>
          <p:cNvSpPr/>
          <p:nvPr/>
        </p:nvSpPr>
        <p:spPr>
          <a:xfrm>
            <a:off x="7239422" y="4896675"/>
            <a:ext cx="833400" cy="4047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solidFill>
                  <a:schemeClr val="lt1"/>
                </a:solidFill>
                <a:latin typeface="Malgun Gothic"/>
                <a:ea typeface="Malgun Gothic"/>
                <a:cs typeface="Malgun Gothic"/>
                <a:sym typeface="Malgun Gothic"/>
              </a:rPr>
              <a:t>질문추가</a:t>
            </a:r>
            <a:endParaRPr sz="1200">
              <a:solidFill>
                <a:schemeClr val="lt1"/>
              </a:solidFill>
              <a:latin typeface="Malgun Gothic"/>
              <a:ea typeface="Malgun Gothic"/>
              <a:cs typeface="Malgun Gothic"/>
              <a:sym typeface="Malgun Gothic"/>
            </a:endParaRPr>
          </a:p>
        </p:txBody>
      </p:sp>
      <p:sp>
        <p:nvSpPr>
          <p:cNvPr id="1764" name="Google Shape;1764;p69"/>
          <p:cNvSpPr/>
          <p:nvPr/>
        </p:nvSpPr>
        <p:spPr>
          <a:xfrm>
            <a:off x="224539" y="3772575"/>
            <a:ext cx="1206600" cy="501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035">
                <a:latin typeface="Malgun Gothic"/>
                <a:ea typeface="Malgun Gothic"/>
                <a:cs typeface="Malgun Gothic"/>
                <a:sym typeface="Malgun Gothic"/>
              </a:rPr>
              <a:t>이용중인 복지 서비스</a:t>
            </a:r>
            <a:endParaRPr sz="1035">
              <a:latin typeface="Malgun Gothic"/>
              <a:ea typeface="Malgun Gothic"/>
              <a:cs typeface="Malgun Gothic"/>
              <a:sym typeface="Malgun Gothic"/>
            </a:endParaRPr>
          </a:p>
        </p:txBody>
      </p:sp>
      <p:sp>
        <p:nvSpPr>
          <p:cNvPr id="1765" name="Google Shape;1765;p69"/>
          <p:cNvSpPr/>
          <p:nvPr/>
        </p:nvSpPr>
        <p:spPr>
          <a:xfrm>
            <a:off x="229039" y="3152325"/>
            <a:ext cx="1206600" cy="501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035">
                <a:latin typeface="Malgun Gothic"/>
                <a:ea typeface="Malgun Gothic"/>
                <a:cs typeface="Malgun Gothic"/>
                <a:sym typeface="Malgun Gothic"/>
              </a:rPr>
              <a:t>지원이 필요한 서비스</a:t>
            </a:r>
            <a:endParaRPr sz="1035">
              <a:latin typeface="Malgun Gothic"/>
              <a:ea typeface="Malgun Gothic"/>
              <a:cs typeface="Malgun Gothic"/>
              <a:sym typeface="Malgun Gothic"/>
            </a:endParaRPr>
          </a:p>
        </p:txBody>
      </p:sp>
      <p:sp>
        <p:nvSpPr>
          <p:cNvPr id="1766" name="Google Shape;1766;p69"/>
          <p:cNvSpPr/>
          <p:nvPr/>
        </p:nvSpPr>
        <p:spPr>
          <a:xfrm>
            <a:off x="413172" y="6043800"/>
            <a:ext cx="1051500" cy="501600"/>
          </a:xfrm>
          <a:prstGeom prst="rect">
            <a:avLst/>
          </a:prstGeom>
          <a:solidFill>
            <a:schemeClr val="accent5"/>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035">
                <a:solidFill>
                  <a:schemeClr val="lt1"/>
                </a:solidFill>
                <a:latin typeface="Malgun Gothic"/>
                <a:ea typeface="Malgun Gothic"/>
                <a:cs typeface="Malgun Gothic"/>
                <a:sym typeface="Malgun Gothic"/>
              </a:rPr>
              <a:t>항목추가</a:t>
            </a:r>
            <a:endParaRPr sz="1035">
              <a:solidFill>
                <a:schemeClr val="lt1"/>
              </a:solidFill>
              <a:latin typeface="Malgun Gothic"/>
              <a:ea typeface="Malgun Gothic"/>
              <a:cs typeface="Malgun Gothic"/>
              <a:sym typeface="Malgun Gothic"/>
            </a:endParaRPr>
          </a:p>
        </p:txBody>
      </p:sp>
      <p:grpSp>
        <p:nvGrpSpPr>
          <p:cNvPr id="1767" name="Google Shape;1767;p69"/>
          <p:cNvGrpSpPr/>
          <p:nvPr/>
        </p:nvGrpSpPr>
        <p:grpSpPr>
          <a:xfrm>
            <a:off x="1619146" y="1923755"/>
            <a:ext cx="1382772" cy="4837481"/>
            <a:chOff x="5350425" y="1878771"/>
            <a:chExt cx="3432900" cy="4263600"/>
          </a:xfrm>
        </p:grpSpPr>
        <p:sp>
          <p:nvSpPr>
            <p:cNvPr id="1768" name="Google Shape;1768;p69"/>
            <p:cNvSpPr/>
            <p:nvPr/>
          </p:nvSpPr>
          <p:spPr>
            <a:xfrm>
              <a:off x="5350425" y="1878771"/>
              <a:ext cx="3432900" cy="42636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769" name="Google Shape;1769;p69"/>
            <p:cNvSpPr txBox="1"/>
            <p:nvPr/>
          </p:nvSpPr>
          <p:spPr>
            <a:xfrm>
              <a:off x="5667907" y="1988189"/>
              <a:ext cx="24990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100">
                  <a:solidFill>
                    <a:schemeClr val="dk1"/>
                  </a:solidFill>
                  <a:latin typeface="Malgun Gothic"/>
                  <a:ea typeface="Malgun Gothic"/>
                  <a:cs typeface="Malgun Gothic"/>
                  <a:sym typeface="Malgun Gothic"/>
                </a:rPr>
                <a:t>세부항목</a:t>
              </a:r>
              <a:endParaRPr sz="1100">
                <a:solidFill>
                  <a:schemeClr val="dk1"/>
                </a:solidFill>
                <a:latin typeface="Malgun Gothic"/>
                <a:ea typeface="Malgun Gothic"/>
                <a:cs typeface="Malgun Gothic"/>
                <a:sym typeface="Malgun Gothic"/>
              </a:endParaRPr>
            </a:p>
          </p:txBody>
        </p:sp>
        <p:sp>
          <p:nvSpPr>
            <p:cNvPr id="1770" name="Google Shape;1770;p69"/>
            <p:cNvSpPr/>
            <p:nvPr/>
          </p:nvSpPr>
          <p:spPr>
            <a:xfrm>
              <a:off x="5524315" y="2499664"/>
              <a:ext cx="2797500" cy="404700"/>
            </a:xfrm>
            <a:prstGeom prst="rect">
              <a:avLst/>
            </a:prstGeom>
            <a:solidFill>
              <a:schemeClr val="lt2"/>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b="1" lang="ko-KR" sz="1035" u="sng">
                  <a:latin typeface="Malgun Gothic"/>
                  <a:ea typeface="Malgun Gothic"/>
                  <a:cs typeface="Malgun Gothic"/>
                  <a:sym typeface="Malgun Gothic"/>
                </a:rPr>
                <a:t>긴급지원필요</a:t>
              </a:r>
              <a:endParaRPr sz="1035">
                <a:latin typeface="Malgun Gothic"/>
                <a:ea typeface="Malgun Gothic"/>
                <a:cs typeface="Malgun Gothic"/>
                <a:sym typeface="Malgun Gothic"/>
              </a:endParaRPr>
            </a:p>
          </p:txBody>
        </p:sp>
      </p:grpSp>
      <p:sp>
        <p:nvSpPr>
          <p:cNvPr id="1771" name="Google Shape;1771;p69"/>
          <p:cNvSpPr/>
          <p:nvPr/>
        </p:nvSpPr>
        <p:spPr>
          <a:xfrm>
            <a:off x="1701325" y="3181608"/>
            <a:ext cx="1051500" cy="501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035">
                <a:latin typeface="Malgun Gothic"/>
                <a:ea typeface="Malgun Gothic"/>
                <a:cs typeface="Malgun Gothic"/>
                <a:sym typeface="Malgun Gothic"/>
              </a:rPr>
              <a:t>중점 지원 필요</a:t>
            </a:r>
            <a:endParaRPr sz="1035">
              <a:latin typeface="Malgun Gothic"/>
              <a:ea typeface="Malgun Gothic"/>
              <a:cs typeface="Malgun Gothic"/>
              <a:sym typeface="Malgun Gothic"/>
            </a:endParaRPr>
          </a:p>
        </p:txBody>
      </p:sp>
      <p:sp>
        <p:nvSpPr>
          <p:cNvPr id="1772" name="Google Shape;1772;p69"/>
          <p:cNvSpPr/>
          <p:nvPr/>
        </p:nvSpPr>
        <p:spPr>
          <a:xfrm>
            <a:off x="1696538" y="3749258"/>
            <a:ext cx="1051500" cy="501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rPr lang="ko-KR" sz="1035">
                <a:latin typeface="Malgun Gothic"/>
                <a:ea typeface="Malgun Gothic"/>
                <a:cs typeface="Malgun Gothic"/>
                <a:sym typeface="Malgun Gothic"/>
              </a:rPr>
              <a:t>계획 수립 필요</a:t>
            </a:r>
            <a:endParaRPr sz="1035">
              <a:latin typeface="Malgun Gothic"/>
              <a:ea typeface="Malgun Gothic"/>
              <a:cs typeface="Malgun Gothic"/>
              <a:sym typeface="Malgun Gothic"/>
            </a:endParaRPr>
          </a:p>
        </p:txBody>
      </p:sp>
      <p:sp>
        <p:nvSpPr>
          <p:cNvPr id="1773" name="Google Shape;1773;p69"/>
          <p:cNvSpPr/>
          <p:nvPr/>
        </p:nvSpPr>
        <p:spPr>
          <a:xfrm>
            <a:off x="1676928" y="6092250"/>
            <a:ext cx="1267200" cy="4047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solidFill>
                  <a:schemeClr val="lt1"/>
                </a:solidFill>
                <a:latin typeface="Malgun Gothic"/>
                <a:ea typeface="Malgun Gothic"/>
                <a:cs typeface="Malgun Gothic"/>
                <a:sym typeface="Malgun Gothic"/>
              </a:rPr>
              <a:t>세부항목</a:t>
            </a:r>
            <a:endParaRPr>
              <a:solidFill>
                <a:schemeClr val="lt1"/>
              </a:solidFill>
              <a:latin typeface="Malgun Gothic"/>
              <a:ea typeface="Malgun Gothic"/>
              <a:cs typeface="Malgun Gothic"/>
              <a:sym typeface="Malgun Gothic"/>
            </a:endParaRPr>
          </a:p>
          <a:p>
            <a:pPr indent="0" lvl="0" marL="0" rtl="0" algn="l">
              <a:spcBef>
                <a:spcPts val="0"/>
              </a:spcBef>
              <a:spcAft>
                <a:spcPts val="0"/>
              </a:spcAft>
              <a:buNone/>
            </a:pPr>
            <a:r>
              <a:rPr lang="ko-KR">
                <a:solidFill>
                  <a:schemeClr val="lt1"/>
                </a:solidFill>
                <a:latin typeface="Malgun Gothic"/>
                <a:ea typeface="Malgun Gothic"/>
                <a:cs typeface="Malgun Gothic"/>
                <a:sym typeface="Malgun Gothic"/>
              </a:rPr>
              <a:t> 추가</a:t>
            </a:r>
            <a:endParaRPr>
              <a:solidFill>
                <a:schemeClr val="lt1"/>
              </a:solidFill>
              <a:latin typeface="Malgun Gothic"/>
              <a:ea typeface="Malgun Gothic"/>
              <a:cs typeface="Malgun Gothic"/>
              <a:sym typeface="Malgun Gothic"/>
            </a:endParaRPr>
          </a:p>
        </p:txBody>
      </p:sp>
      <p:cxnSp>
        <p:nvCxnSpPr>
          <p:cNvPr id="1774" name="Google Shape;1774;p69"/>
          <p:cNvCxnSpPr/>
          <p:nvPr/>
        </p:nvCxnSpPr>
        <p:spPr>
          <a:xfrm>
            <a:off x="3299775" y="1923775"/>
            <a:ext cx="4953000" cy="0"/>
          </a:xfrm>
          <a:prstGeom prst="straightConnector1">
            <a:avLst/>
          </a:prstGeom>
          <a:noFill/>
          <a:ln cap="flat" cmpd="sng" w="9525">
            <a:solidFill>
              <a:schemeClr val="dk2"/>
            </a:solidFill>
            <a:prstDash val="solid"/>
            <a:round/>
            <a:headEnd len="med" w="med" type="none"/>
            <a:tailEnd len="med" w="med" type="none"/>
          </a:ln>
        </p:spPr>
      </p:cxnSp>
      <p:cxnSp>
        <p:nvCxnSpPr>
          <p:cNvPr id="1775" name="Google Shape;1775;p69"/>
          <p:cNvCxnSpPr/>
          <p:nvPr/>
        </p:nvCxnSpPr>
        <p:spPr>
          <a:xfrm>
            <a:off x="3334246" y="2764308"/>
            <a:ext cx="4953000" cy="0"/>
          </a:xfrm>
          <a:prstGeom prst="straightConnector1">
            <a:avLst/>
          </a:prstGeom>
          <a:noFill/>
          <a:ln cap="flat" cmpd="sng" w="9525">
            <a:solidFill>
              <a:schemeClr val="dk2"/>
            </a:solidFill>
            <a:prstDash val="solid"/>
            <a:round/>
            <a:headEnd len="med" w="med" type="none"/>
            <a:tailEnd len="med" w="med" type="none"/>
          </a:ln>
        </p:spPr>
      </p:cxnSp>
      <p:cxnSp>
        <p:nvCxnSpPr>
          <p:cNvPr id="1776" name="Google Shape;1776;p69"/>
          <p:cNvCxnSpPr/>
          <p:nvPr/>
        </p:nvCxnSpPr>
        <p:spPr>
          <a:xfrm>
            <a:off x="3236221" y="3415633"/>
            <a:ext cx="4953000" cy="0"/>
          </a:xfrm>
          <a:prstGeom prst="straightConnector1">
            <a:avLst/>
          </a:prstGeom>
          <a:noFill/>
          <a:ln cap="flat" cmpd="sng" w="9525">
            <a:solidFill>
              <a:schemeClr val="dk2"/>
            </a:solidFill>
            <a:prstDash val="solid"/>
            <a:round/>
            <a:headEnd len="med" w="med" type="none"/>
            <a:tailEnd len="med" w="med" type="none"/>
          </a:ln>
        </p:spPr>
      </p:cxnSp>
      <p:sp>
        <p:nvSpPr>
          <p:cNvPr id="1777" name="Google Shape;1777;p69"/>
          <p:cNvSpPr txBox="1"/>
          <p:nvPr/>
        </p:nvSpPr>
        <p:spPr>
          <a:xfrm>
            <a:off x="3303649" y="4118626"/>
            <a:ext cx="4835400" cy="3480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lang="ko-KR" sz="1200">
                <a:solidFill>
                  <a:schemeClr val="dk1"/>
                </a:solidFill>
              </a:rPr>
              <a:t>☑    </a:t>
            </a:r>
            <a:r>
              <a:rPr lang="ko-KR" sz="1011">
                <a:solidFill>
                  <a:schemeClr val="dk1"/>
                </a:solidFill>
                <a:latin typeface="Malgun Gothic"/>
                <a:ea typeface="Malgun Gothic"/>
                <a:cs typeface="Malgun Gothic"/>
                <a:sym typeface="Malgun Gothic"/>
              </a:rPr>
              <a:t>법인에 의해 구속되었거나, 지원이 없으면 구금될 위험이 있는 경우</a:t>
            </a:r>
            <a:endParaRPr sz="1011">
              <a:solidFill>
                <a:schemeClr val="dk1"/>
              </a:solidFill>
              <a:latin typeface="Malgun Gothic"/>
              <a:ea typeface="Malgun Gothic"/>
              <a:cs typeface="Malgun Gothic"/>
              <a:sym typeface="Malgun Gothic"/>
            </a:endParaRPr>
          </a:p>
        </p:txBody>
      </p:sp>
      <p:sp>
        <p:nvSpPr>
          <p:cNvPr id="1778" name="Google Shape;1778;p69"/>
          <p:cNvSpPr txBox="1"/>
          <p:nvPr/>
        </p:nvSpPr>
        <p:spPr>
          <a:xfrm>
            <a:off x="3310906" y="4416168"/>
            <a:ext cx="4835400" cy="3480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lang="ko-KR" sz="1500">
                <a:solidFill>
                  <a:schemeClr val="dk1"/>
                </a:solidFill>
              </a:rPr>
              <a:t> </a:t>
            </a:r>
            <a:r>
              <a:rPr lang="ko-KR" sz="900">
                <a:solidFill>
                  <a:schemeClr val="dk1"/>
                </a:solidFill>
              </a:rPr>
              <a:t>☐</a:t>
            </a:r>
            <a:r>
              <a:rPr lang="ko-KR" sz="1200">
                <a:solidFill>
                  <a:schemeClr val="dk1"/>
                </a:solidFill>
              </a:rPr>
              <a:t>   </a:t>
            </a:r>
            <a:r>
              <a:rPr lang="ko-KR" sz="1011">
                <a:solidFill>
                  <a:schemeClr val="dk1"/>
                </a:solidFill>
                <a:latin typeface="Malgun Gothic"/>
                <a:ea typeface="Malgun Gothic"/>
                <a:cs typeface="Malgun Gothic"/>
                <a:sym typeface="Malgun Gothic"/>
              </a:rPr>
              <a:t>즉각적인 지원이 거주지원의 즉각적인 필요성을 방지할 수 있음 </a:t>
            </a:r>
            <a:r>
              <a:rPr lang="ko-KR" sz="1011">
                <a:solidFill>
                  <a:schemeClr val="dk1"/>
                </a:solidFill>
                <a:latin typeface="Malgun Gothic"/>
                <a:ea typeface="Malgun Gothic"/>
                <a:cs typeface="Malgun Gothic"/>
                <a:sym typeface="Malgun Gothic"/>
              </a:rPr>
              <a:t>  </a:t>
            </a:r>
            <a:endParaRPr sz="1011">
              <a:solidFill>
                <a:schemeClr val="dk1"/>
              </a:solidFill>
              <a:latin typeface="Malgun Gothic"/>
              <a:ea typeface="Malgun Gothic"/>
              <a:cs typeface="Malgun Gothic"/>
              <a:sym typeface="Malgun Gothic"/>
            </a:endParaRPr>
          </a:p>
        </p:txBody>
      </p:sp>
      <p:sp>
        <p:nvSpPr>
          <p:cNvPr id="1779" name="Google Shape;1779;p69"/>
          <p:cNvSpPr/>
          <p:nvPr/>
        </p:nvSpPr>
        <p:spPr>
          <a:xfrm>
            <a:off x="161471" y="1953518"/>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780" name="Google Shape;1780;p69"/>
          <p:cNvSpPr/>
          <p:nvPr/>
        </p:nvSpPr>
        <p:spPr>
          <a:xfrm>
            <a:off x="1701334" y="1941168"/>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781" name="Google Shape;1781;p69"/>
          <p:cNvSpPr/>
          <p:nvPr/>
        </p:nvSpPr>
        <p:spPr>
          <a:xfrm>
            <a:off x="7751400" y="3760489"/>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graphicFrame>
        <p:nvGraphicFramePr>
          <p:cNvPr id="1782" name="Google Shape;1782;p69"/>
          <p:cNvGraphicFramePr/>
          <p:nvPr/>
        </p:nvGraphicFramePr>
        <p:xfrm>
          <a:off x="193676" y="1422144"/>
          <a:ext cx="3000000" cy="3000000"/>
        </p:xfrm>
        <a:graphic>
          <a:graphicData uri="http://schemas.openxmlformats.org/drawingml/2006/table">
            <a:tbl>
              <a:tblPr>
                <a:noFill/>
                <a:tableStyleId>{DABC0C2F-476B-403E-9239-0B67E1F473CF}</a:tableStyleId>
              </a:tblPr>
              <a:tblGrid>
                <a:gridCol w="791425"/>
                <a:gridCol w="496875"/>
                <a:gridCol w="1039325"/>
                <a:gridCol w="2567000"/>
                <a:gridCol w="705825"/>
                <a:gridCol w="887625"/>
                <a:gridCol w="749900"/>
                <a:gridCol w="933550"/>
              </a:tblGrid>
              <a:tr h="404700">
                <a:tc>
                  <a:txBody>
                    <a:bodyPr/>
                    <a:lstStyle/>
                    <a:p>
                      <a:pPr indent="0" lvl="0" marL="0" rtl="0" algn="ctr">
                        <a:spcBef>
                          <a:spcPts val="0"/>
                        </a:spcBef>
                        <a:spcAft>
                          <a:spcPts val="0"/>
                        </a:spcAft>
                        <a:buNone/>
                      </a:pPr>
                      <a:r>
                        <a:rPr lang="ko-KR" sz="800"/>
                        <a:t>조사지NO</a:t>
                      </a:r>
                      <a:endParaRPr sz="8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ko-KR" sz="800"/>
                        <a:t>5</a:t>
                      </a:r>
                      <a:endParaRPr sz="8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KR" sz="800"/>
                        <a:t>조사지명</a:t>
                      </a:r>
                      <a:endParaRPr sz="8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Clr>
                          <a:schemeClr val="dk1"/>
                        </a:buClr>
                        <a:buSzPts val="1100"/>
                        <a:buFont typeface="Arial"/>
                        <a:buNone/>
                      </a:pPr>
                      <a:r>
                        <a:rPr lang="ko-KR" sz="900">
                          <a:solidFill>
                            <a:schemeClr val="dk1"/>
                          </a:solidFill>
                        </a:rPr>
                        <a:t>발달 장애인 지원신청서 기본 조사지_개정판2_항목추가</a:t>
                      </a:r>
                      <a:endParaRPr sz="8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KR" sz="800"/>
                        <a:t>유효시작일</a:t>
                      </a:r>
                      <a:endParaRPr sz="8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ko-KR" sz="800"/>
                        <a:t>2026.01.01</a:t>
                      </a:r>
                      <a:r>
                        <a:rPr lang="ko-KR" sz="1100">
                          <a:solidFill>
                            <a:schemeClr val="dk1"/>
                          </a:solidFill>
                          <a:latin typeface="Malgun Gothic"/>
                          <a:ea typeface="Malgun Gothic"/>
                          <a:cs typeface="Malgun Gothic"/>
                          <a:sym typeface="Malgun Gothic"/>
                        </a:rPr>
                        <a:t>📅</a:t>
                      </a:r>
                      <a:endParaRPr sz="8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KR" sz="800"/>
                        <a:t>유효종료일</a:t>
                      </a:r>
                      <a:endParaRPr sz="8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ko-KR" sz="800"/>
                        <a:t>2999.12.31</a:t>
                      </a:r>
                      <a:r>
                        <a:rPr lang="ko-KR" sz="1100">
                          <a:solidFill>
                            <a:schemeClr val="dk1"/>
                          </a:solidFill>
                          <a:latin typeface="Malgun Gothic"/>
                          <a:ea typeface="Malgun Gothic"/>
                          <a:cs typeface="Malgun Gothic"/>
                          <a:sym typeface="Malgun Gothic"/>
                        </a:rPr>
                        <a:t>📅</a:t>
                      </a:r>
                      <a:endParaRPr sz="8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783" name="Google Shape;1783;p69"/>
          <p:cNvSpPr txBox="1"/>
          <p:nvPr/>
        </p:nvSpPr>
        <p:spPr>
          <a:xfrm>
            <a:off x="7845975" y="4491975"/>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84" name="Google Shape;1784;p69"/>
          <p:cNvSpPr txBox="1"/>
          <p:nvPr/>
        </p:nvSpPr>
        <p:spPr>
          <a:xfrm>
            <a:off x="7852981" y="4167775"/>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85" name="Google Shape;1785;p69"/>
          <p:cNvSpPr txBox="1"/>
          <p:nvPr/>
        </p:nvSpPr>
        <p:spPr>
          <a:xfrm>
            <a:off x="7845975" y="3878975"/>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86" name="Google Shape;1786;p69"/>
          <p:cNvSpPr txBox="1"/>
          <p:nvPr/>
        </p:nvSpPr>
        <p:spPr>
          <a:xfrm>
            <a:off x="1207454" y="3821025"/>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87" name="Google Shape;1787;p69"/>
          <p:cNvSpPr txBox="1"/>
          <p:nvPr/>
        </p:nvSpPr>
        <p:spPr>
          <a:xfrm>
            <a:off x="1212338" y="3229763"/>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88" name="Google Shape;1788;p69"/>
          <p:cNvSpPr txBox="1"/>
          <p:nvPr/>
        </p:nvSpPr>
        <p:spPr>
          <a:xfrm>
            <a:off x="1191538" y="2686975"/>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89" name="Google Shape;1789;p69"/>
          <p:cNvSpPr txBox="1"/>
          <p:nvPr/>
        </p:nvSpPr>
        <p:spPr>
          <a:xfrm>
            <a:off x="2559851" y="2710850"/>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90" name="Google Shape;1790;p69"/>
          <p:cNvSpPr txBox="1"/>
          <p:nvPr/>
        </p:nvSpPr>
        <p:spPr>
          <a:xfrm>
            <a:off x="2521304" y="3253313"/>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91" name="Google Shape;1791;p69"/>
          <p:cNvSpPr txBox="1"/>
          <p:nvPr/>
        </p:nvSpPr>
        <p:spPr>
          <a:xfrm>
            <a:off x="2537329" y="3783413"/>
            <a:ext cx="406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KR" sz="1011">
                <a:solidFill>
                  <a:schemeClr val="dk1"/>
                </a:solidFill>
                <a:latin typeface="Malgun Gothic"/>
                <a:ea typeface="Malgun Gothic"/>
                <a:cs typeface="Malgun Gothic"/>
                <a:sym typeface="Malgun Gothic"/>
              </a:rPr>
              <a:t> </a:t>
            </a:r>
            <a:r>
              <a:rPr b="1" lang="ko-KR" sz="1200">
                <a:solidFill>
                  <a:srgbClr val="E6E8F0"/>
                </a:solidFill>
                <a:highlight>
                  <a:srgbClr val="1F1F1F"/>
                </a:highlight>
              </a:rPr>
              <a:t>✎</a:t>
            </a:r>
            <a:endParaRPr sz="2800">
              <a:solidFill>
                <a:schemeClr val="dk1"/>
              </a:solidFill>
              <a:latin typeface="Malgun Gothic"/>
              <a:ea typeface="Malgun Gothic"/>
              <a:cs typeface="Malgun Gothic"/>
              <a:sym typeface="Malgun Gothic"/>
            </a:endParaRPr>
          </a:p>
        </p:txBody>
      </p:sp>
      <p:sp>
        <p:nvSpPr>
          <p:cNvPr id="1792" name="Google Shape;1792;p69"/>
          <p:cNvSpPr/>
          <p:nvPr/>
        </p:nvSpPr>
        <p:spPr>
          <a:xfrm>
            <a:off x="92000" y="1383239"/>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793" name="Google Shape;1793;p69"/>
          <p:cNvSpPr/>
          <p:nvPr/>
        </p:nvSpPr>
        <p:spPr>
          <a:xfrm>
            <a:off x="7077525" y="4764164"/>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grpSp>
        <p:nvGrpSpPr>
          <p:cNvPr id="1794" name="Google Shape;1794;p69"/>
          <p:cNvGrpSpPr/>
          <p:nvPr/>
        </p:nvGrpSpPr>
        <p:grpSpPr>
          <a:xfrm>
            <a:off x="178125" y="740950"/>
            <a:ext cx="8239800" cy="642300"/>
            <a:chOff x="178125" y="740950"/>
            <a:chExt cx="8239800" cy="642300"/>
          </a:xfrm>
        </p:grpSpPr>
        <p:sp>
          <p:nvSpPr>
            <p:cNvPr id="1795" name="Google Shape;1795;p69"/>
            <p:cNvSpPr/>
            <p:nvPr/>
          </p:nvSpPr>
          <p:spPr>
            <a:xfrm>
              <a:off x="178125" y="740950"/>
              <a:ext cx="8239800" cy="642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lgun Gothic"/>
                <a:ea typeface="Malgun Gothic"/>
                <a:cs typeface="Malgun Gothic"/>
                <a:sym typeface="Malgun Gothic"/>
              </a:endParaRPr>
            </a:p>
          </p:txBody>
        </p:sp>
        <p:sp>
          <p:nvSpPr>
            <p:cNvPr id="1796" name="Google Shape;1796;p69"/>
            <p:cNvSpPr/>
            <p:nvPr/>
          </p:nvSpPr>
          <p:spPr>
            <a:xfrm>
              <a:off x="309950" y="831700"/>
              <a:ext cx="13026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사이트명</a:t>
              </a:r>
              <a:endParaRPr b="0" i="0" sz="1400" u="none" cap="none" strike="noStrike">
                <a:solidFill>
                  <a:srgbClr val="000000"/>
                </a:solidFill>
                <a:latin typeface="Malgun Gothic"/>
                <a:ea typeface="Malgun Gothic"/>
                <a:cs typeface="Malgun Gothic"/>
                <a:sym typeface="Malgun Gothic"/>
              </a:endParaRPr>
            </a:p>
          </p:txBody>
        </p:sp>
        <p:sp>
          <p:nvSpPr>
            <p:cNvPr id="1797" name="Google Shape;1797;p69"/>
            <p:cNvSpPr/>
            <p:nvPr/>
          </p:nvSpPr>
          <p:spPr>
            <a:xfrm>
              <a:off x="1641952" y="835350"/>
              <a:ext cx="1051500" cy="4572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기관</a:t>
              </a:r>
              <a:endParaRPr b="0" i="0" sz="1400" u="none" cap="none" strike="noStrike">
                <a:solidFill>
                  <a:srgbClr val="000000"/>
                </a:solidFill>
                <a:latin typeface="Malgun Gothic"/>
                <a:ea typeface="Malgun Gothic"/>
                <a:cs typeface="Malgun Gothic"/>
                <a:sym typeface="Malgun Gothic"/>
              </a:endParaRPr>
            </a:p>
          </p:txBody>
        </p:sp>
        <p:sp>
          <p:nvSpPr>
            <p:cNvPr id="1798" name="Google Shape;1798;p69"/>
            <p:cNvSpPr/>
            <p:nvPr/>
          </p:nvSpPr>
          <p:spPr>
            <a:xfrm>
              <a:off x="2693443" y="838170"/>
              <a:ext cx="11538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ctr">
                <a:lnSpc>
                  <a:spcPct val="100000"/>
                </a:lnSpc>
                <a:spcBef>
                  <a:spcPts val="0"/>
                </a:spcBef>
                <a:spcAft>
                  <a:spcPts val="0"/>
                </a:spcAft>
                <a:buNone/>
              </a:pPr>
              <a:r>
                <a:rPr lang="ko-KR">
                  <a:latin typeface="Malgun Gothic"/>
                  <a:ea typeface="Malgun Gothic"/>
                  <a:cs typeface="Malgun Gothic"/>
                  <a:sym typeface="Malgun Gothic"/>
                </a:rPr>
                <a:t>기관관리자</a:t>
              </a:r>
              <a:endParaRPr b="0" i="0" sz="1400" u="none" cap="none" strike="noStrike">
                <a:solidFill>
                  <a:srgbClr val="000000"/>
                </a:solidFill>
                <a:latin typeface="Malgun Gothic"/>
                <a:ea typeface="Malgun Gothic"/>
                <a:cs typeface="Malgun Gothic"/>
                <a:sym typeface="Malgun Gothic"/>
              </a:endParaRPr>
            </a:p>
          </p:txBody>
        </p:sp>
        <p:sp>
          <p:nvSpPr>
            <p:cNvPr id="1799" name="Google Shape;1799;p69"/>
            <p:cNvSpPr/>
            <p:nvPr/>
          </p:nvSpPr>
          <p:spPr>
            <a:xfrm>
              <a:off x="3847250" y="816523"/>
              <a:ext cx="11538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기관담당자</a:t>
              </a:r>
              <a:endParaRPr b="0" i="0" sz="1400" u="none" cap="none" strike="noStrike">
                <a:solidFill>
                  <a:srgbClr val="000000"/>
                </a:solidFill>
                <a:latin typeface="Malgun Gothic"/>
                <a:ea typeface="Malgun Gothic"/>
                <a:cs typeface="Malgun Gothic"/>
                <a:sym typeface="Malgun Gothic"/>
              </a:endParaRPr>
            </a:p>
          </p:txBody>
        </p:sp>
        <p:sp>
          <p:nvSpPr>
            <p:cNvPr id="1800" name="Google Shape;1800;p69"/>
            <p:cNvSpPr/>
            <p:nvPr/>
          </p:nvSpPr>
          <p:spPr>
            <a:xfrm>
              <a:off x="5001050" y="828601"/>
              <a:ext cx="833400" cy="4608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지원자</a:t>
              </a:r>
              <a:endParaRPr b="0" i="0" sz="1400" u="none" cap="none" strike="noStrike">
                <a:solidFill>
                  <a:srgbClr val="000000"/>
                </a:solidFill>
                <a:latin typeface="Malgun Gothic"/>
                <a:ea typeface="Malgun Gothic"/>
                <a:cs typeface="Malgun Gothic"/>
                <a:sym typeface="Malgun Gothic"/>
              </a:endParaRPr>
            </a:p>
          </p:txBody>
        </p:sp>
        <p:sp>
          <p:nvSpPr>
            <p:cNvPr id="1801" name="Google Shape;1801;p69"/>
            <p:cNvSpPr/>
            <p:nvPr/>
          </p:nvSpPr>
          <p:spPr>
            <a:xfrm>
              <a:off x="7426675" y="866625"/>
              <a:ext cx="908100" cy="404700"/>
            </a:xfrm>
            <a:prstGeom prst="rect">
              <a:avLst/>
            </a:prstGeom>
            <a:solidFill>
              <a:schemeClr val="lt1"/>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로그아웃</a:t>
              </a:r>
              <a:endParaRPr b="0" i="0" sz="1400" u="none" cap="none" strike="noStrike">
                <a:solidFill>
                  <a:srgbClr val="000000"/>
                </a:solidFill>
                <a:latin typeface="Malgun Gothic"/>
                <a:ea typeface="Malgun Gothic"/>
                <a:cs typeface="Malgun Gothic"/>
                <a:sym typeface="Malgun Gothic"/>
              </a:endParaRPr>
            </a:p>
          </p:txBody>
        </p:sp>
      </p:grpSp>
      <p:sp>
        <p:nvSpPr>
          <p:cNvPr id="1802" name="Google Shape;1802;p69"/>
          <p:cNvSpPr/>
          <p:nvPr/>
        </p:nvSpPr>
        <p:spPr>
          <a:xfrm>
            <a:off x="5848350" y="839426"/>
            <a:ext cx="833400" cy="460800"/>
          </a:xfrm>
          <a:prstGeom prst="rect">
            <a:avLst/>
          </a:prstGeom>
          <a:solidFill>
            <a:schemeClr val="lt2"/>
          </a:solidFill>
          <a:ln cap="flat" cmpd="sng" w="9525">
            <a:solidFill>
              <a:srgbClr val="44546A"/>
            </a:solidFill>
            <a:prstDash val="solid"/>
            <a:round/>
            <a:headEnd len="sm" w="sm" type="none"/>
            <a:tailEnd len="sm" w="sm" type="none"/>
          </a:ln>
        </p:spPr>
        <p:txBody>
          <a:bodyPr anchorCtr="1" anchor="ctr" bIns="91425" lIns="90000" spcFirstLastPara="1" rIns="90000" wrap="square" tIns="91425">
            <a:noAutofit/>
          </a:bodyPr>
          <a:lstStyle/>
          <a:p>
            <a:pPr indent="0" lvl="0" marL="0" marR="0" rtl="0" algn="l">
              <a:lnSpc>
                <a:spcPct val="100000"/>
              </a:lnSpc>
              <a:spcBef>
                <a:spcPts val="0"/>
              </a:spcBef>
              <a:spcAft>
                <a:spcPts val="0"/>
              </a:spcAft>
              <a:buNone/>
            </a:pPr>
            <a:r>
              <a:rPr lang="ko-KR">
                <a:latin typeface="Malgun Gothic"/>
                <a:ea typeface="Malgun Gothic"/>
                <a:cs typeface="Malgun Gothic"/>
                <a:sym typeface="Malgun Gothic"/>
              </a:rPr>
              <a:t>조사지</a:t>
            </a:r>
            <a:endParaRPr b="0" i="0" sz="140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graphicFrame>
        <p:nvGraphicFramePr>
          <p:cNvPr id="1808" name="Google Shape;1808;p70"/>
          <p:cNvGraphicFramePr/>
          <p:nvPr/>
        </p:nvGraphicFramePr>
        <p:xfrm>
          <a:off x="91988" y="89472"/>
          <a:ext cx="3000000" cy="3000000"/>
        </p:xfrm>
        <a:graphic>
          <a:graphicData uri="http://schemas.openxmlformats.org/drawingml/2006/table">
            <a:tbl>
              <a:tblPr bandRow="1" firstRow="1">
                <a:noFill/>
                <a:tableStyleId>{B65F7648-8EA8-475F-848B-693FA6C1E1E0}</a:tableStyleId>
              </a:tblPr>
              <a:tblGrid>
                <a:gridCol w="816225"/>
                <a:gridCol w="3330150"/>
                <a:gridCol w="747575"/>
                <a:gridCol w="3657600"/>
                <a:gridCol w="852625"/>
                <a:gridCol w="1173900"/>
                <a:gridCol w="673450"/>
                <a:gridCol w="741400"/>
              </a:tblGrid>
              <a:tr h="256525">
                <a:tc>
                  <a:txBody>
                    <a:bodyPr/>
                    <a:lstStyle/>
                    <a:p>
                      <a:pPr indent="0" lvl="0" marL="0" marR="0" rtl="0" algn="l">
                        <a:spcBef>
                          <a:spcPts val="0"/>
                        </a:spcBef>
                        <a:spcAft>
                          <a:spcPts val="0"/>
                        </a:spcAft>
                        <a:buNone/>
                      </a:pPr>
                      <a:r>
                        <a:rPr lang="ko-KR" sz="1000" u="none" cap="none" strike="noStrike"/>
                        <a:t>화면 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view-057</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화</a:t>
                      </a:r>
                      <a:r>
                        <a:rPr i="0" lang="ko-KR" sz="1000" u="none" cap="none" strike="noStrike"/>
                        <a:t>면</a:t>
                      </a:r>
                      <a:r>
                        <a:rPr lang="ko-KR" sz="1000" u="none" cap="none" strike="noStrike"/>
                        <a:t> 명</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조사지 등록 - 추가 및 수정 화면</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요구사항ID</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sz="1000"/>
                        <a:t>res-14</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r>
              <a:tr h="265675">
                <a:tc>
                  <a:txBody>
                    <a:bodyPr/>
                    <a:lstStyle/>
                    <a:p>
                      <a:pPr indent="0" lvl="0" marL="0" marR="0" rtl="0" algn="l">
                        <a:spcBef>
                          <a:spcPts val="0"/>
                        </a:spcBef>
                        <a:spcAft>
                          <a:spcPts val="0"/>
                        </a:spcAft>
                        <a:buNone/>
                      </a:pPr>
                      <a:r>
                        <a:rPr lang="ko-KR" sz="1000" u="none" cap="none" strike="noStrike"/>
                        <a:t>개요</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gridSpan="3">
                  <a:txBody>
                    <a:bodyPr/>
                    <a:lstStyle/>
                    <a:p>
                      <a:pPr indent="0" lvl="0" marL="0" marR="0" rtl="0" algn="l">
                        <a:spcBef>
                          <a:spcPts val="0"/>
                        </a:spcBef>
                        <a:spcAft>
                          <a:spcPts val="0"/>
                        </a:spcAft>
                        <a:buNone/>
                      </a:pPr>
                      <a:r>
                        <a:rPr lang="ko-KR"/>
                        <a:t>조사지 각 항목별 추가 혹은 수정이 필요할때 사용하는 화면 기능</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a:txBody>
                    <a:bodyPr/>
                    <a:lstStyle/>
                    <a:p>
                      <a:pPr indent="0" lvl="0" marL="0" marR="0" rtl="0" algn="l">
                        <a:spcBef>
                          <a:spcPts val="0"/>
                        </a:spcBef>
                        <a:spcAft>
                          <a:spcPts val="0"/>
                        </a:spcAft>
                        <a:buNone/>
                      </a:pPr>
                      <a:r>
                        <a:rPr lang="ko-KR" sz="1000" u="none" cap="none" strike="noStrike"/>
                        <a:t>사용자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a:t>시스템관리자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ko-KR" sz="1000" u="none" cap="none" strike="noStrike"/>
                        <a:t>개발자</a:t>
                      </a:r>
                      <a:endParaRPr/>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ko-KR" sz="1000"/>
                        <a:t>육성수</a:t>
                      </a:r>
                      <a:endParaRPr sz="10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122775">
                <a:tc gridSpan="4">
                  <a:txBody>
                    <a:bodyPr/>
                    <a:lstStyle/>
                    <a:p>
                      <a:pPr indent="0" lvl="0" marL="0" marR="0" rtl="0" algn="l">
                        <a:spcBef>
                          <a:spcPts val="0"/>
                        </a:spcBef>
                        <a:spcAft>
                          <a:spcPts val="0"/>
                        </a:spcAft>
                        <a:buNone/>
                      </a:pPr>
                      <a:r>
                        <a:t/>
                      </a:r>
                      <a:endParaRPr sz="10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gridSpan="4">
                  <a:txBody>
                    <a:bodyPr/>
                    <a:lstStyle/>
                    <a:p>
                      <a:pPr indent="0" lvl="0" marL="0" marR="0" rtl="0" algn="l">
                        <a:spcBef>
                          <a:spcPts val="0"/>
                        </a:spcBef>
                        <a:spcAft>
                          <a:spcPts val="0"/>
                        </a:spcAft>
                        <a:buNone/>
                      </a:pPr>
                      <a:r>
                        <a:rPr lang="ko-KR" sz="1000" u="none" cap="none" strike="noStrike">
                          <a:solidFill>
                            <a:srgbClr val="2F5496"/>
                          </a:solidFill>
                        </a:rPr>
                        <a:t>*화면설명</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지원서 항목을 새로이 등록할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지원서 항목을 수정할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세부 항목을 새로이 등록할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세부 항목을 수정할 수 있다.</a:t>
                      </a:r>
                      <a:endParaRPr sz="1000">
                        <a:solidFill>
                          <a:srgbClr val="3465A4"/>
                        </a:solidFill>
                        <a:latin typeface="Arial"/>
                        <a:ea typeface="Arial"/>
                        <a:cs typeface="Arial"/>
                        <a:sym typeface="Arial"/>
                      </a:endParaRPr>
                    </a:p>
                    <a:p>
                      <a:pPr indent="-292100" lvl="0" marL="457200" rtl="0" algn="l">
                        <a:spcBef>
                          <a:spcPts val="0"/>
                        </a:spcBef>
                        <a:spcAft>
                          <a:spcPts val="0"/>
                        </a:spcAft>
                        <a:buClr>
                          <a:srgbClr val="3465A4"/>
                        </a:buClr>
                        <a:buSzPts val="1000"/>
                        <a:buFont typeface="Arial"/>
                        <a:buAutoNum type="arabicPeriod"/>
                      </a:pPr>
                      <a:r>
                        <a:rPr lang="ko-KR" sz="1000">
                          <a:solidFill>
                            <a:srgbClr val="3465A4"/>
                          </a:solidFill>
                          <a:latin typeface="Arial"/>
                          <a:ea typeface="Arial"/>
                          <a:cs typeface="Arial"/>
                          <a:sym typeface="Arial"/>
                        </a:rPr>
                        <a:t>조사지 질문을 새로이 등록할 수 있다.</a:t>
                      </a:r>
                      <a:endParaRPr sz="900" u="none" cap="none" strike="noStrike">
                        <a:solidFill>
                          <a:srgbClr val="3465A4"/>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t/>
                      </a:r>
                      <a:endParaRPr sz="1000" u="none" cap="none" strike="noStrike">
                        <a:solidFill>
                          <a:srgbClr val="2F5496"/>
                        </a:solidFill>
                      </a:endParaRPr>
                    </a:p>
                    <a:p>
                      <a:pPr indent="0" lvl="0" marL="0" marR="0" rtl="0" algn="l">
                        <a:spcBef>
                          <a:spcPts val="0"/>
                        </a:spcBef>
                        <a:spcAft>
                          <a:spcPts val="0"/>
                        </a:spcAft>
                        <a:buNone/>
                      </a:pPr>
                      <a:r>
                        <a:rPr lang="ko-KR" sz="1000" u="none" cap="none" strike="noStrike">
                          <a:solidFill>
                            <a:srgbClr val="2F5496"/>
                          </a:solidFill>
                        </a:rPr>
                        <a:t>*특이사항</a:t>
                      </a:r>
                      <a:endParaRPr sz="1000" u="none" cap="none" strike="noStrike">
                        <a:solidFill>
                          <a:srgbClr val="2F5496"/>
                        </a:solidFill>
                      </a:endParaRPr>
                    </a:p>
                    <a:p>
                      <a:pPr indent="0" lvl="0" marL="0" marR="0" rtl="0" algn="l">
                        <a:spcBef>
                          <a:spcPts val="0"/>
                        </a:spcBef>
                        <a:spcAft>
                          <a:spcPts val="0"/>
                        </a:spcAft>
                        <a:buNone/>
                      </a:pPr>
                      <a:r>
                        <a:t/>
                      </a:r>
                      <a:endParaRPr sz="1000">
                        <a:solidFill>
                          <a:srgbClr val="2F5496"/>
                        </a:solidFill>
                      </a:endParaRPr>
                    </a:p>
                    <a:p>
                      <a:pPr indent="-292100" lvl="0" marL="457200" rtl="0" algn="l">
                        <a:spcBef>
                          <a:spcPts val="0"/>
                        </a:spcBef>
                        <a:spcAft>
                          <a:spcPts val="0"/>
                        </a:spcAft>
                        <a:buClr>
                          <a:srgbClr val="2F5496"/>
                        </a:buClr>
                        <a:buSzPts val="1000"/>
                        <a:buChar char="-"/>
                      </a:pPr>
                      <a:r>
                        <a:rPr lang="ko-KR" sz="1000">
                          <a:solidFill>
                            <a:srgbClr val="2F5496"/>
                          </a:solidFill>
                        </a:rPr>
                        <a:t>사이드바 공간을 차지하지 않는다.</a:t>
                      </a:r>
                      <a:endParaRPr sz="1000">
                        <a:solidFill>
                          <a:srgbClr val="2F5496"/>
                        </a:solidFill>
                      </a:endParaRPr>
                    </a:p>
                    <a:p>
                      <a:pPr indent="-285750" lvl="0" marL="457200" rtl="0" algn="l">
                        <a:spcBef>
                          <a:spcPts val="0"/>
                        </a:spcBef>
                        <a:spcAft>
                          <a:spcPts val="0"/>
                        </a:spcAft>
                        <a:buClr>
                          <a:srgbClr val="3465A4"/>
                        </a:buClr>
                        <a:buSzPts val="900"/>
                        <a:buChar char="-"/>
                      </a:pPr>
                      <a:r>
                        <a:rPr lang="ko-KR" sz="1000">
                          <a:solidFill>
                            <a:srgbClr val="3465A4"/>
                          </a:solidFill>
                          <a:latin typeface="Arial"/>
                          <a:ea typeface="Arial"/>
                          <a:cs typeface="Arial"/>
                          <a:sym typeface="Arial"/>
                        </a:rPr>
                        <a:t>조사지 질문은 O/X  , 날짜, 사유작성으로 구현하며 추후 추가될 수 있다.</a:t>
                      </a:r>
                      <a:endParaRPr sz="900">
                        <a:solidFill>
                          <a:srgbClr val="3465A4"/>
                        </a:solidFill>
                      </a:endParaRPr>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F2F2F2"/>
                    </a:solidFill>
                  </a:tcPr>
                </a:tc>
                <a:tc hMerge="1"/>
                <a:tc hMerge="1"/>
                <a:tc hMerge="1"/>
              </a:tr>
            </a:tbl>
          </a:graphicData>
        </a:graphic>
      </p:graphicFrame>
      <p:sp>
        <p:nvSpPr>
          <p:cNvPr id="1809" name="Google Shape;1809;p70"/>
          <p:cNvSpPr/>
          <p:nvPr/>
        </p:nvSpPr>
        <p:spPr>
          <a:xfrm>
            <a:off x="178125" y="740950"/>
            <a:ext cx="8239800" cy="64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latin typeface="Malgun Gothic"/>
                <a:ea typeface="Malgun Gothic"/>
                <a:cs typeface="Malgun Gothic"/>
                <a:sym typeface="Malgun Gothic"/>
              </a:rPr>
              <a:t>Header 공간</a:t>
            </a:r>
            <a:endParaRPr>
              <a:latin typeface="Malgun Gothic"/>
              <a:ea typeface="Malgun Gothic"/>
              <a:cs typeface="Malgun Gothic"/>
              <a:sym typeface="Malgun Gothic"/>
            </a:endParaRPr>
          </a:p>
        </p:txBody>
      </p:sp>
      <p:grpSp>
        <p:nvGrpSpPr>
          <p:cNvPr id="1810" name="Google Shape;1810;p70"/>
          <p:cNvGrpSpPr/>
          <p:nvPr/>
        </p:nvGrpSpPr>
        <p:grpSpPr>
          <a:xfrm>
            <a:off x="178586" y="1412504"/>
            <a:ext cx="1382772" cy="5285585"/>
            <a:chOff x="5350425" y="1878771"/>
            <a:chExt cx="3432900" cy="4263600"/>
          </a:xfrm>
        </p:grpSpPr>
        <p:sp>
          <p:nvSpPr>
            <p:cNvPr id="1811" name="Google Shape;1811;p70"/>
            <p:cNvSpPr/>
            <p:nvPr/>
          </p:nvSpPr>
          <p:spPr>
            <a:xfrm>
              <a:off x="5350425" y="1878771"/>
              <a:ext cx="3432900" cy="42636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812" name="Google Shape;1812;p70"/>
            <p:cNvSpPr txBox="1"/>
            <p:nvPr/>
          </p:nvSpPr>
          <p:spPr>
            <a:xfrm>
              <a:off x="5667907" y="1988189"/>
              <a:ext cx="24990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100">
                  <a:solidFill>
                    <a:schemeClr val="dk1"/>
                  </a:solidFill>
                  <a:latin typeface="Malgun Gothic"/>
                  <a:ea typeface="Malgun Gothic"/>
                  <a:cs typeface="Malgun Gothic"/>
                  <a:sym typeface="Malgun Gothic"/>
                </a:rPr>
                <a:t>지원서 항목</a:t>
              </a:r>
              <a:endParaRPr sz="1100">
                <a:solidFill>
                  <a:schemeClr val="dk1"/>
                </a:solidFill>
                <a:latin typeface="Malgun Gothic"/>
                <a:ea typeface="Malgun Gothic"/>
                <a:cs typeface="Malgun Gothic"/>
                <a:sym typeface="Malgun Gothic"/>
              </a:endParaRPr>
            </a:p>
          </p:txBody>
        </p:sp>
        <p:sp>
          <p:nvSpPr>
            <p:cNvPr id="1813" name="Google Shape;1813;p70"/>
            <p:cNvSpPr/>
            <p:nvPr/>
          </p:nvSpPr>
          <p:spPr>
            <a:xfrm>
              <a:off x="5524315" y="2499664"/>
              <a:ext cx="27975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b="1" lang="ko-KR" sz="1035" u="sng">
                  <a:latin typeface="Malgun Gothic"/>
                  <a:ea typeface="Malgun Gothic"/>
                  <a:cs typeface="Malgun Gothic"/>
                  <a:sym typeface="Malgun Gothic"/>
                </a:rPr>
                <a:t>지원사유</a:t>
              </a:r>
              <a:r>
                <a:rPr lang="ko-KR" sz="1035" u="sng">
                  <a:latin typeface="Malgun Gothic"/>
                  <a:ea typeface="Malgun Gothic"/>
                  <a:cs typeface="Malgun Gothic"/>
                  <a:sym typeface="Malgun Gothic"/>
                </a:rPr>
                <a:t> </a:t>
              </a:r>
              <a:r>
                <a:rPr b="1" lang="ko-KR" sz="1211">
                  <a:solidFill>
                    <a:schemeClr val="dk1"/>
                  </a:solidFill>
                  <a:latin typeface="Malgun Gothic"/>
                  <a:ea typeface="Malgun Gothic"/>
                  <a:cs typeface="Malgun Gothic"/>
                  <a:sym typeface="Malgun Gothic"/>
                </a:rPr>
                <a:t>➡️</a:t>
              </a:r>
              <a:endParaRPr sz="1035">
                <a:latin typeface="Malgun Gothic"/>
                <a:ea typeface="Malgun Gothic"/>
                <a:cs typeface="Malgun Gothic"/>
                <a:sym typeface="Malgun Gothic"/>
              </a:endParaRPr>
            </a:p>
          </p:txBody>
        </p:sp>
      </p:grpSp>
      <p:sp>
        <p:nvSpPr>
          <p:cNvPr id="1814" name="Google Shape;1814;p70"/>
          <p:cNvSpPr/>
          <p:nvPr/>
        </p:nvSpPr>
        <p:spPr>
          <a:xfrm>
            <a:off x="3059726" y="1475656"/>
            <a:ext cx="5457900" cy="5285700"/>
          </a:xfrm>
          <a:prstGeom prst="roundRect">
            <a:avLst>
              <a:gd fmla="val 5228"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815" name="Google Shape;1815;p70"/>
          <p:cNvSpPr txBox="1"/>
          <p:nvPr/>
        </p:nvSpPr>
        <p:spPr>
          <a:xfrm>
            <a:off x="3353900" y="1542273"/>
            <a:ext cx="1126800" cy="2469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00">
                <a:solidFill>
                  <a:schemeClr val="dk1"/>
                </a:solidFill>
                <a:latin typeface="Malgun Gothic"/>
                <a:ea typeface="Malgun Gothic"/>
                <a:cs typeface="Malgun Gothic"/>
                <a:sym typeface="Malgun Gothic"/>
              </a:rPr>
              <a:t>지원사유</a:t>
            </a:r>
            <a:endParaRPr b="1" sz="1200">
              <a:solidFill>
                <a:schemeClr val="dk1"/>
              </a:solidFill>
              <a:latin typeface="Malgun Gothic"/>
              <a:ea typeface="Malgun Gothic"/>
              <a:cs typeface="Malgun Gothic"/>
              <a:sym typeface="Malgun Gothic"/>
            </a:endParaRPr>
          </a:p>
        </p:txBody>
      </p:sp>
      <p:sp>
        <p:nvSpPr>
          <p:cNvPr id="1816" name="Google Shape;1816;p70"/>
          <p:cNvSpPr txBox="1"/>
          <p:nvPr/>
        </p:nvSpPr>
        <p:spPr>
          <a:xfrm>
            <a:off x="3102110" y="1931240"/>
            <a:ext cx="13827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긴급 지원 필요</a:t>
            </a:r>
            <a:endParaRPr b="1" sz="1211">
              <a:solidFill>
                <a:schemeClr val="dk1"/>
              </a:solidFill>
              <a:latin typeface="Malgun Gothic"/>
              <a:ea typeface="Malgun Gothic"/>
              <a:cs typeface="Malgun Gothic"/>
              <a:sym typeface="Malgun Gothic"/>
            </a:endParaRPr>
          </a:p>
        </p:txBody>
      </p:sp>
      <p:sp>
        <p:nvSpPr>
          <p:cNvPr id="1817" name="Google Shape;1817;p70"/>
          <p:cNvSpPr txBox="1"/>
          <p:nvPr/>
        </p:nvSpPr>
        <p:spPr>
          <a:xfrm>
            <a:off x="4584996" y="1931250"/>
            <a:ext cx="29058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211">
                <a:solidFill>
                  <a:schemeClr val="dk1"/>
                </a:solidFill>
                <a:latin typeface="Malgun Gothic"/>
                <a:ea typeface="Malgun Gothic"/>
                <a:cs typeface="Malgun Gothic"/>
                <a:sym typeface="Malgun Gothic"/>
              </a:rPr>
              <a:t>즉시 지원인식 및 서비스 필요</a:t>
            </a:r>
            <a:endParaRPr sz="1211">
              <a:solidFill>
                <a:schemeClr val="dk1"/>
              </a:solidFill>
              <a:latin typeface="Malgun Gothic"/>
              <a:ea typeface="Malgun Gothic"/>
              <a:cs typeface="Malgun Gothic"/>
              <a:sym typeface="Malgun Gothic"/>
            </a:endParaRPr>
          </a:p>
        </p:txBody>
      </p:sp>
      <p:sp>
        <p:nvSpPr>
          <p:cNvPr id="1818" name="Google Shape;1818;p70"/>
          <p:cNvSpPr txBox="1"/>
          <p:nvPr/>
        </p:nvSpPr>
        <p:spPr>
          <a:xfrm>
            <a:off x="3295016" y="3050000"/>
            <a:ext cx="4835400" cy="3480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lang="ko-KR" sz="1200">
                <a:solidFill>
                  <a:schemeClr val="dk1"/>
                </a:solidFill>
              </a:rPr>
              <a:t>☑    </a:t>
            </a:r>
            <a:r>
              <a:rPr lang="ko-KR" sz="1011">
                <a:solidFill>
                  <a:schemeClr val="dk1"/>
                </a:solidFill>
                <a:latin typeface="Malgun Gothic"/>
                <a:ea typeface="Malgun Gothic"/>
                <a:cs typeface="Malgun Gothic"/>
                <a:sym typeface="Malgun Gothic"/>
              </a:rPr>
              <a:t>가족(돌보는 사람)의 사망, 심각한 질병, 위기 등으로 더 이상 돌봄 없음  </a:t>
            </a:r>
            <a:r>
              <a:rPr b="1" lang="ko-KR" sz="1200">
                <a:solidFill>
                  <a:srgbClr val="E6E8F0"/>
                </a:solidFill>
                <a:highlight>
                  <a:srgbClr val="1F1F1F"/>
                </a:highlight>
              </a:rPr>
              <a:t>✎</a:t>
            </a:r>
            <a:endParaRPr sz="1011">
              <a:solidFill>
                <a:schemeClr val="dk1"/>
              </a:solidFill>
              <a:latin typeface="Malgun Gothic"/>
              <a:ea typeface="Malgun Gothic"/>
              <a:cs typeface="Malgun Gothic"/>
              <a:sym typeface="Malgun Gothic"/>
            </a:endParaRPr>
          </a:p>
        </p:txBody>
      </p:sp>
      <p:sp>
        <p:nvSpPr>
          <p:cNvPr id="1819" name="Google Shape;1819;p70"/>
          <p:cNvSpPr txBox="1"/>
          <p:nvPr/>
        </p:nvSpPr>
        <p:spPr>
          <a:xfrm>
            <a:off x="3314000" y="2518975"/>
            <a:ext cx="1206600" cy="3480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조사지 질문</a:t>
            </a:r>
            <a:endParaRPr b="1" sz="1211">
              <a:solidFill>
                <a:schemeClr val="dk1"/>
              </a:solidFill>
              <a:latin typeface="Malgun Gothic"/>
              <a:ea typeface="Malgun Gothic"/>
              <a:cs typeface="Malgun Gothic"/>
              <a:sym typeface="Malgun Gothic"/>
            </a:endParaRPr>
          </a:p>
        </p:txBody>
      </p:sp>
      <p:sp>
        <p:nvSpPr>
          <p:cNvPr id="1820" name="Google Shape;1820;p70"/>
          <p:cNvSpPr/>
          <p:nvPr/>
        </p:nvSpPr>
        <p:spPr>
          <a:xfrm>
            <a:off x="6805616" y="5891975"/>
            <a:ext cx="1267200" cy="4047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전체저장</a:t>
            </a:r>
            <a:endParaRPr>
              <a:solidFill>
                <a:schemeClr val="lt1"/>
              </a:solidFill>
              <a:latin typeface="Malgun Gothic"/>
              <a:ea typeface="Malgun Gothic"/>
              <a:cs typeface="Malgun Gothic"/>
              <a:sym typeface="Malgun Gothic"/>
            </a:endParaRPr>
          </a:p>
        </p:txBody>
      </p:sp>
      <p:sp>
        <p:nvSpPr>
          <p:cNvPr id="1821" name="Google Shape;1821;p70"/>
          <p:cNvSpPr/>
          <p:nvPr/>
        </p:nvSpPr>
        <p:spPr>
          <a:xfrm>
            <a:off x="7239422" y="4126900"/>
            <a:ext cx="833400" cy="404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sz="1200">
                <a:solidFill>
                  <a:schemeClr val="dk1"/>
                </a:solidFill>
                <a:latin typeface="Malgun Gothic"/>
                <a:ea typeface="Malgun Gothic"/>
                <a:cs typeface="Malgun Gothic"/>
                <a:sym typeface="Malgun Gothic"/>
              </a:rPr>
              <a:t>질문추가</a:t>
            </a:r>
            <a:endParaRPr sz="1200">
              <a:solidFill>
                <a:schemeClr val="dk1"/>
              </a:solidFill>
              <a:latin typeface="Malgun Gothic"/>
              <a:ea typeface="Malgun Gothic"/>
              <a:cs typeface="Malgun Gothic"/>
              <a:sym typeface="Malgun Gothic"/>
            </a:endParaRPr>
          </a:p>
        </p:txBody>
      </p:sp>
      <p:sp>
        <p:nvSpPr>
          <p:cNvPr id="1822" name="Google Shape;1822;p70"/>
          <p:cNvSpPr/>
          <p:nvPr/>
        </p:nvSpPr>
        <p:spPr>
          <a:xfrm>
            <a:off x="333347" y="3414900"/>
            <a:ext cx="1051500" cy="501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035">
                <a:latin typeface="Malgun Gothic"/>
                <a:ea typeface="Malgun Gothic"/>
                <a:cs typeface="Malgun Gothic"/>
                <a:sym typeface="Malgun Gothic"/>
              </a:rPr>
              <a:t>이용중인 복지 서비스</a:t>
            </a:r>
            <a:r>
              <a:rPr b="1" lang="ko-KR" sz="1211">
                <a:solidFill>
                  <a:schemeClr val="dk1"/>
                </a:solidFill>
                <a:latin typeface="Malgun Gothic"/>
                <a:ea typeface="Malgun Gothic"/>
                <a:cs typeface="Malgun Gothic"/>
                <a:sym typeface="Malgun Gothic"/>
              </a:rPr>
              <a:t>➡️</a:t>
            </a:r>
            <a:endParaRPr sz="1035">
              <a:latin typeface="Malgun Gothic"/>
              <a:ea typeface="Malgun Gothic"/>
              <a:cs typeface="Malgun Gothic"/>
              <a:sym typeface="Malgun Gothic"/>
            </a:endParaRPr>
          </a:p>
        </p:txBody>
      </p:sp>
      <p:sp>
        <p:nvSpPr>
          <p:cNvPr id="1823" name="Google Shape;1823;p70"/>
          <p:cNvSpPr/>
          <p:nvPr/>
        </p:nvSpPr>
        <p:spPr>
          <a:xfrm>
            <a:off x="333354" y="2794646"/>
            <a:ext cx="1051500" cy="501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035">
                <a:latin typeface="Malgun Gothic"/>
                <a:ea typeface="Malgun Gothic"/>
                <a:cs typeface="Malgun Gothic"/>
                <a:sym typeface="Malgun Gothic"/>
              </a:rPr>
              <a:t>지원이 필요한 서비스</a:t>
            </a:r>
            <a:r>
              <a:rPr b="1" lang="ko-KR" sz="1211">
                <a:solidFill>
                  <a:schemeClr val="dk1"/>
                </a:solidFill>
                <a:latin typeface="Malgun Gothic"/>
                <a:ea typeface="Malgun Gothic"/>
                <a:cs typeface="Malgun Gothic"/>
                <a:sym typeface="Malgun Gothic"/>
              </a:rPr>
              <a:t>➡️</a:t>
            </a:r>
            <a:endParaRPr sz="1035">
              <a:latin typeface="Malgun Gothic"/>
              <a:ea typeface="Malgun Gothic"/>
              <a:cs typeface="Malgun Gothic"/>
              <a:sym typeface="Malgun Gothic"/>
            </a:endParaRPr>
          </a:p>
        </p:txBody>
      </p:sp>
      <p:sp>
        <p:nvSpPr>
          <p:cNvPr id="1824" name="Google Shape;1824;p70"/>
          <p:cNvSpPr/>
          <p:nvPr/>
        </p:nvSpPr>
        <p:spPr>
          <a:xfrm>
            <a:off x="413172" y="6043800"/>
            <a:ext cx="1051500" cy="501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035">
                <a:latin typeface="Malgun Gothic"/>
                <a:ea typeface="Malgun Gothic"/>
                <a:cs typeface="Malgun Gothic"/>
                <a:sym typeface="Malgun Gothic"/>
              </a:rPr>
              <a:t>항목추가</a:t>
            </a:r>
            <a:endParaRPr sz="1035">
              <a:latin typeface="Malgun Gothic"/>
              <a:ea typeface="Malgun Gothic"/>
              <a:cs typeface="Malgun Gothic"/>
              <a:sym typeface="Malgun Gothic"/>
            </a:endParaRPr>
          </a:p>
        </p:txBody>
      </p:sp>
      <p:grpSp>
        <p:nvGrpSpPr>
          <p:cNvPr id="1825" name="Google Shape;1825;p70"/>
          <p:cNvGrpSpPr/>
          <p:nvPr/>
        </p:nvGrpSpPr>
        <p:grpSpPr>
          <a:xfrm>
            <a:off x="1619161" y="1475704"/>
            <a:ext cx="1382772" cy="5285585"/>
            <a:chOff x="5350425" y="1878771"/>
            <a:chExt cx="3432900" cy="4263600"/>
          </a:xfrm>
        </p:grpSpPr>
        <p:sp>
          <p:nvSpPr>
            <p:cNvPr id="1826" name="Google Shape;1826;p70"/>
            <p:cNvSpPr/>
            <p:nvPr/>
          </p:nvSpPr>
          <p:spPr>
            <a:xfrm>
              <a:off x="5350425" y="1878771"/>
              <a:ext cx="3432900" cy="42636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827" name="Google Shape;1827;p70"/>
            <p:cNvSpPr txBox="1"/>
            <p:nvPr/>
          </p:nvSpPr>
          <p:spPr>
            <a:xfrm>
              <a:off x="5667907" y="1988189"/>
              <a:ext cx="24990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lang="ko-KR" sz="1100">
                  <a:solidFill>
                    <a:schemeClr val="dk1"/>
                  </a:solidFill>
                  <a:latin typeface="Malgun Gothic"/>
                  <a:ea typeface="Malgun Gothic"/>
                  <a:cs typeface="Malgun Gothic"/>
                  <a:sym typeface="Malgun Gothic"/>
                </a:rPr>
                <a:t>세부항목</a:t>
              </a:r>
              <a:endParaRPr sz="1100">
                <a:solidFill>
                  <a:schemeClr val="dk1"/>
                </a:solidFill>
                <a:latin typeface="Malgun Gothic"/>
                <a:ea typeface="Malgun Gothic"/>
                <a:cs typeface="Malgun Gothic"/>
                <a:sym typeface="Malgun Gothic"/>
              </a:endParaRPr>
            </a:p>
          </p:txBody>
        </p:sp>
        <p:sp>
          <p:nvSpPr>
            <p:cNvPr id="1828" name="Google Shape;1828;p70"/>
            <p:cNvSpPr/>
            <p:nvPr/>
          </p:nvSpPr>
          <p:spPr>
            <a:xfrm>
              <a:off x="5524315" y="2499664"/>
              <a:ext cx="2797500" cy="4047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b="1" lang="ko-KR" sz="1035" u="sng">
                  <a:latin typeface="Malgun Gothic"/>
                  <a:ea typeface="Malgun Gothic"/>
                  <a:cs typeface="Malgun Gothic"/>
                  <a:sym typeface="Malgun Gothic"/>
                </a:rPr>
                <a:t>긴급지원필요</a:t>
              </a:r>
              <a:r>
                <a:rPr b="1" lang="ko-KR" sz="1211">
                  <a:solidFill>
                    <a:schemeClr val="dk1"/>
                  </a:solidFill>
                  <a:latin typeface="Malgun Gothic"/>
                  <a:ea typeface="Malgun Gothic"/>
                  <a:cs typeface="Malgun Gothic"/>
                  <a:sym typeface="Malgun Gothic"/>
                </a:rPr>
                <a:t>➡️</a:t>
              </a:r>
              <a:endParaRPr sz="1035">
                <a:latin typeface="Malgun Gothic"/>
                <a:ea typeface="Malgun Gothic"/>
                <a:cs typeface="Malgun Gothic"/>
                <a:sym typeface="Malgun Gothic"/>
              </a:endParaRPr>
            </a:p>
          </p:txBody>
        </p:sp>
      </p:grpSp>
      <p:sp>
        <p:nvSpPr>
          <p:cNvPr id="1829" name="Google Shape;1829;p70"/>
          <p:cNvSpPr/>
          <p:nvPr/>
        </p:nvSpPr>
        <p:spPr>
          <a:xfrm>
            <a:off x="1701325" y="2847261"/>
            <a:ext cx="1051500" cy="501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035">
                <a:latin typeface="Malgun Gothic"/>
                <a:ea typeface="Malgun Gothic"/>
                <a:cs typeface="Malgun Gothic"/>
                <a:sym typeface="Malgun Gothic"/>
              </a:rPr>
              <a:t>중점 지원 필요</a:t>
            </a:r>
            <a:r>
              <a:rPr b="1" lang="ko-KR" sz="1211">
                <a:solidFill>
                  <a:schemeClr val="dk1"/>
                </a:solidFill>
                <a:latin typeface="Malgun Gothic"/>
                <a:ea typeface="Malgun Gothic"/>
                <a:cs typeface="Malgun Gothic"/>
                <a:sym typeface="Malgun Gothic"/>
              </a:rPr>
              <a:t>➡️</a:t>
            </a:r>
            <a:endParaRPr sz="1035">
              <a:latin typeface="Malgun Gothic"/>
              <a:ea typeface="Malgun Gothic"/>
              <a:cs typeface="Malgun Gothic"/>
              <a:sym typeface="Malgun Gothic"/>
            </a:endParaRPr>
          </a:p>
        </p:txBody>
      </p:sp>
      <p:sp>
        <p:nvSpPr>
          <p:cNvPr id="1830" name="Google Shape;1830;p70"/>
          <p:cNvSpPr/>
          <p:nvPr/>
        </p:nvSpPr>
        <p:spPr>
          <a:xfrm>
            <a:off x="1696538" y="3414911"/>
            <a:ext cx="1051500" cy="501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035">
                <a:latin typeface="Malgun Gothic"/>
                <a:ea typeface="Malgun Gothic"/>
                <a:cs typeface="Malgun Gothic"/>
                <a:sym typeface="Malgun Gothic"/>
              </a:rPr>
              <a:t>계획 수립 필요</a:t>
            </a:r>
            <a:r>
              <a:rPr b="1" lang="ko-KR" sz="1211">
                <a:solidFill>
                  <a:schemeClr val="dk1"/>
                </a:solidFill>
                <a:latin typeface="Malgun Gothic"/>
                <a:ea typeface="Malgun Gothic"/>
                <a:cs typeface="Malgun Gothic"/>
                <a:sym typeface="Malgun Gothic"/>
              </a:rPr>
              <a:t>➡️</a:t>
            </a:r>
            <a:endParaRPr sz="1035">
              <a:latin typeface="Malgun Gothic"/>
              <a:ea typeface="Malgun Gothic"/>
              <a:cs typeface="Malgun Gothic"/>
              <a:sym typeface="Malgun Gothic"/>
            </a:endParaRPr>
          </a:p>
        </p:txBody>
      </p:sp>
      <p:sp>
        <p:nvSpPr>
          <p:cNvPr id="1831" name="Google Shape;1831;p70"/>
          <p:cNvSpPr/>
          <p:nvPr/>
        </p:nvSpPr>
        <p:spPr>
          <a:xfrm>
            <a:off x="1676928" y="6092250"/>
            <a:ext cx="1267200" cy="4047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KR">
                <a:solidFill>
                  <a:schemeClr val="lt1"/>
                </a:solidFill>
                <a:latin typeface="Malgun Gothic"/>
                <a:ea typeface="Malgun Gothic"/>
                <a:cs typeface="Malgun Gothic"/>
                <a:sym typeface="Malgun Gothic"/>
              </a:rPr>
              <a:t>세부항목</a:t>
            </a:r>
            <a:endParaRPr>
              <a:solidFill>
                <a:schemeClr val="lt1"/>
              </a:solidFill>
              <a:latin typeface="Malgun Gothic"/>
              <a:ea typeface="Malgun Gothic"/>
              <a:cs typeface="Malgun Gothic"/>
              <a:sym typeface="Malgun Gothic"/>
            </a:endParaRPr>
          </a:p>
          <a:p>
            <a:pPr indent="0" lvl="0" marL="0" rtl="0" algn="l">
              <a:spcBef>
                <a:spcPts val="0"/>
              </a:spcBef>
              <a:spcAft>
                <a:spcPts val="0"/>
              </a:spcAft>
              <a:buNone/>
            </a:pPr>
            <a:r>
              <a:rPr lang="ko-KR">
                <a:solidFill>
                  <a:schemeClr val="lt1"/>
                </a:solidFill>
                <a:latin typeface="Malgun Gothic"/>
                <a:ea typeface="Malgun Gothic"/>
                <a:cs typeface="Malgun Gothic"/>
                <a:sym typeface="Malgun Gothic"/>
              </a:rPr>
              <a:t> 추가</a:t>
            </a:r>
            <a:endParaRPr>
              <a:solidFill>
                <a:schemeClr val="lt1"/>
              </a:solidFill>
              <a:latin typeface="Malgun Gothic"/>
              <a:ea typeface="Malgun Gothic"/>
              <a:cs typeface="Malgun Gothic"/>
              <a:sym typeface="Malgun Gothic"/>
            </a:endParaRPr>
          </a:p>
        </p:txBody>
      </p:sp>
      <p:cxnSp>
        <p:nvCxnSpPr>
          <p:cNvPr id="1832" name="Google Shape;1832;p70"/>
          <p:cNvCxnSpPr/>
          <p:nvPr/>
        </p:nvCxnSpPr>
        <p:spPr>
          <a:xfrm>
            <a:off x="3299775" y="1923775"/>
            <a:ext cx="4953000" cy="0"/>
          </a:xfrm>
          <a:prstGeom prst="straightConnector1">
            <a:avLst/>
          </a:prstGeom>
          <a:noFill/>
          <a:ln cap="flat" cmpd="sng" w="9525">
            <a:solidFill>
              <a:schemeClr val="dk2"/>
            </a:solidFill>
            <a:prstDash val="solid"/>
            <a:round/>
            <a:headEnd len="med" w="med" type="none"/>
            <a:tailEnd len="med" w="med" type="none"/>
          </a:ln>
        </p:spPr>
      </p:cxnSp>
      <p:cxnSp>
        <p:nvCxnSpPr>
          <p:cNvPr id="1833" name="Google Shape;1833;p70"/>
          <p:cNvCxnSpPr/>
          <p:nvPr/>
        </p:nvCxnSpPr>
        <p:spPr>
          <a:xfrm>
            <a:off x="3334246" y="2321104"/>
            <a:ext cx="4953000" cy="0"/>
          </a:xfrm>
          <a:prstGeom prst="straightConnector1">
            <a:avLst/>
          </a:prstGeom>
          <a:noFill/>
          <a:ln cap="flat" cmpd="sng" w="9525">
            <a:solidFill>
              <a:schemeClr val="dk2"/>
            </a:solidFill>
            <a:prstDash val="solid"/>
            <a:round/>
            <a:headEnd len="med" w="med" type="none"/>
            <a:tailEnd len="med" w="med" type="none"/>
          </a:ln>
        </p:spPr>
      </p:cxnSp>
      <p:cxnSp>
        <p:nvCxnSpPr>
          <p:cNvPr id="1834" name="Google Shape;1834;p70"/>
          <p:cNvCxnSpPr/>
          <p:nvPr/>
        </p:nvCxnSpPr>
        <p:spPr>
          <a:xfrm>
            <a:off x="3236221" y="2972429"/>
            <a:ext cx="4953000" cy="0"/>
          </a:xfrm>
          <a:prstGeom prst="straightConnector1">
            <a:avLst/>
          </a:prstGeom>
          <a:noFill/>
          <a:ln cap="flat" cmpd="sng" w="9525">
            <a:solidFill>
              <a:schemeClr val="dk2"/>
            </a:solidFill>
            <a:prstDash val="solid"/>
            <a:round/>
            <a:headEnd len="med" w="med" type="none"/>
            <a:tailEnd len="med" w="med" type="none"/>
          </a:ln>
        </p:spPr>
      </p:cxnSp>
      <p:sp>
        <p:nvSpPr>
          <p:cNvPr id="1835" name="Google Shape;1835;p70"/>
          <p:cNvSpPr txBox="1"/>
          <p:nvPr/>
        </p:nvSpPr>
        <p:spPr>
          <a:xfrm>
            <a:off x="3303649" y="3348850"/>
            <a:ext cx="4835400" cy="3480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lang="ko-KR" sz="1200">
                <a:solidFill>
                  <a:schemeClr val="dk1"/>
                </a:solidFill>
              </a:rPr>
              <a:t>☑    </a:t>
            </a:r>
            <a:r>
              <a:rPr lang="ko-KR" sz="1011">
                <a:solidFill>
                  <a:schemeClr val="dk1"/>
                </a:solidFill>
                <a:latin typeface="Malgun Gothic"/>
                <a:ea typeface="Malgun Gothic"/>
                <a:cs typeface="Malgun Gothic"/>
                <a:sym typeface="Malgun Gothic"/>
              </a:rPr>
              <a:t>가족(돌보는 사람)의 사망, 심각한 질병, 위기 등으로 더 이상 돌봄 없음 </a:t>
            </a:r>
            <a:r>
              <a:rPr b="1" lang="ko-KR" sz="1200">
                <a:solidFill>
                  <a:srgbClr val="E6E8F0"/>
                </a:solidFill>
                <a:highlight>
                  <a:srgbClr val="1F1F1F"/>
                </a:highlight>
              </a:rPr>
              <a:t>✎</a:t>
            </a:r>
            <a:endParaRPr sz="1011">
              <a:solidFill>
                <a:schemeClr val="dk1"/>
              </a:solidFill>
              <a:latin typeface="Malgun Gothic"/>
              <a:ea typeface="Malgun Gothic"/>
              <a:cs typeface="Malgun Gothic"/>
              <a:sym typeface="Malgun Gothic"/>
            </a:endParaRPr>
          </a:p>
        </p:txBody>
      </p:sp>
      <p:sp>
        <p:nvSpPr>
          <p:cNvPr id="1836" name="Google Shape;1836;p70"/>
          <p:cNvSpPr txBox="1"/>
          <p:nvPr/>
        </p:nvSpPr>
        <p:spPr>
          <a:xfrm>
            <a:off x="3310906" y="3646393"/>
            <a:ext cx="4835400" cy="3480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lang="ko-KR" sz="1500">
                <a:solidFill>
                  <a:schemeClr val="dk1"/>
                </a:solidFill>
              </a:rPr>
              <a:t> </a:t>
            </a:r>
            <a:r>
              <a:rPr lang="ko-KR" sz="900">
                <a:solidFill>
                  <a:schemeClr val="dk1"/>
                </a:solidFill>
              </a:rPr>
              <a:t>☐</a:t>
            </a:r>
            <a:r>
              <a:rPr lang="ko-KR" sz="1200">
                <a:solidFill>
                  <a:schemeClr val="dk1"/>
                </a:solidFill>
              </a:rPr>
              <a:t>   </a:t>
            </a:r>
            <a:r>
              <a:rPr lang="ko-KR" sz="1011">
                <a:solidFill>
                  <a:schemeClr val="dk1"/>
                </a:solidFill>
                <a:latin typeface="Malgun Gothic"/>
                <a:ea typeface="Malgun Gothic"/>
                <a:cs typeface="Malgun Gothic"/>
                <a:sym typeface="Malgun Gothic"/>
              </a:rPr>
              <a:t>가족(돌보는 사람)의 사망, 심각한 질병, 위기 등으로 더 이상 돌봄 없음  </a:t>
            </a:r>
            <a:r>
              <a:rPr b="1" lang="ko-KR" sz="1200">
                <a:solidFill>
                  <a:srgbClr val="E6E8F0"/>
                </a:solidFill>
                <a:highlight>
                  <a:srgbClr val="1F1F1F"/>
                </a:highlight>
              </a:rPr>
              <a:t>✎</a:t>
            </a:r>
            <a:endParaRPr sz="1011">
              <a:solidFill>
                <a:schemeClr val="dk1"/>
              </a:solidFill>
              <a:latin typeface="Malgun Gothic"/>
              <a:ea typeface="Malgun Gothic"/>
              <a:cs typeface="Malgun Gothic"/>
              <a:sym typeface="Malgun Gothic"/>
            </a:endParaRPr>
          </a:p>
        </p:txBody>
      </p:sp>
      <p:sp>
        <p:nvSpPr>
          <p:cNvPr id="1837" name="Google Shape;1837;p70"/>
          <p:cNvSpPr/>
          <p:nvPr/>
        </p:nvSpPr>
        <p:spPr>
          <a:xfrm>
            <a:off x="178571" y="1412493"/>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838" name="Google Shape;1838;p70"/>
          <p:cNvSpPr/>
          <p:nvPr/>
        </p:nvSpPr>
        <p:spPr>
          <a:xfrm>
            <a:off x="1561359" y="1412493"/>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sp>
        <p:nvSpPr>
          <p:cNvPr id="1839" name="Google Shape;1839;p70"/>
          <p:cNvSpPr/>
          <p:nvPr/>
        </p:nvSpPr>
        <p:spPr>
          <a:xfrm>
            <a:off x="3076875" y="1319750"/>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pic>
        <p:nvPicPr>
          <p:cNvPr id="1840" name="Google Shape;1840;p70"/>
          <p:cNvPicPr preferRelativeResize="0"/>
          <p:nvPr/>
        </p:nvPicPr>
        <p:blipFill>
          <a:blip r:embed="rId3">
            <a:alphaModFix/>
          </a:blip>
          <a:stretch>
            <a:fillRect/>
          </a:stretch>
        </p:blipFill>
        <p:spPr>
          <a:xfrm>
            <a:off x="140350" y="692071"/>
            <a:ext cx="8503199" cy="6117410"/>
          </a:xfrm>
          <a:prstGeom prst="rect">
            <a:avLst/>
          </a:prstGeom>
          <a:noFill/>
          <a:ln>
            <a:noFill/>
          </a:ln>
        </p:spPr>
      </p:pic>
      <p:grpSp>
        <p:nvGrpSpPr>
          <p:cNvPr id="1841" name="Google Shape;1841;p70"/>
          <p:cNvGrpSpPr/>
          <p:nvPr/>
        </p:nvGrpSpPr>
        <p:grpSpPr>
          <a:xfrm>
            <a:off x="444412" y="777215"/>
            <a:ext cx="3732253" cy="1777014"/>
            <a:chOff x="2433749" y="1195265"/>
            <a:chExt cx="3732253" cy="1777014"/>
          </a:xfrm>
        </p:grpSpPr>
        <p:grpSp>
          <p:nvGrpSpPr>
            <p:cNvPr id="1842" name="Google Shape;1842;p70"/>
            <p:cNvGrpSpPr/>
            <p:nvPr/>
          </p:nvGrpSpPr>
          <p:grpSpPr>
            <a:xfrm>
              <a:off x="2433749" y="1195265"/>
              <a:ext cx="3732253" cy="1777014"/>
              <a:chOff x="5350425" y="1878771"/>
              <a:chExt cx="3432900" cy="4263600"/>
            </a:xfrm>
          </p:grpSpPr>
          <p:sp>
            <p:nvSpPr>
              <p:cNvPr id="1843" name="Google Shape;1843;p70"/>
              <p:cNvSpPr/>
              <p:nvPr/>
            </p:nvSpPr>
            <p:spPr>
              <a:xfrm>
                <a:off x="5350425" y="1878771"/>
                <a:ext cx="3432900" cy="4263600"/>
              </a:xfrm>
              <a:prstGeom prst="roundRect">
                <a:avLst>
                  <a:gd fmla="val 16667" name="adj"/>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ctr">
                  <a:spcBef>
                    <a:spcPts val="0"/>
                  </a:spcBef>
                  <a:spcAft>
                    <a:spcPts val="0"/>
                  </a:spcAft>
                  <a:buNone/>
                </a:pPr>
                <a:r>
                  <a:t/>
                </a:r>
                <a:endParaRPr sz="1272">
                  <a:latin typeface="Malgun Gothic"/>
                  <a:ea typeface="Malgun Gothic"/>
                  <a:cs typeface="Malgun Gothic"/>
                  <a:sym typeface="Malgun Gothic"/>
                </a:endParaRPr>
              </a:p>
            </p:txBody>
          </p:sp>
          <p:sp>
            <p:nvSpPr>
              <p:cNvPr id="1844" name="Google Shape;1844;p70"/>
              <p:cNvSpPr txBox="1"/>
              <p:nvPr/>
            </p:nvSpPr>
            <p:spPr>
              <a:xfrm>
                <a:off x="5667937" y="1988179"/>
                <a:ext cx="2466900" cy="4047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239">
                    <a:solidFill>
                      <a:schemeClr val="dk1"/>
                    </a:solidFill>
                    <a:latin typeface="Malgun Gothic"/>
                    <a:ea typeface="Malgun Gothic"/>
                    <a:cs typeface="Malgun Gothic"/>
                    <a:sym typeface="Malgun Gothic"/>
                  </a:rPr>
                  <a:t>지원서 항목 등록</a:t>
                </a:r>
                <a:endParaRPr b="1" sz="1239">
                  <a:solidFill>
                    <a:schemeClr val="dk1"/>
                  </a:solidFill>
                  <a:latin typeface="Malgun Gothic"/>
                  <a:ea typeface="Malgun Gothic"/>
                  <a:cs typeface="Malgun Gothic"/>
                  <a:sym typeface="Malgun Gothic"/>
                </a:endParaRPr>
              </a:p>
            </p:txBody>
          </p:sp>
          <p:sp>
            <p:nvSpPr>
              <p:cNvPr id="1845" name="Google Shape;1845;p70"/>
              <p:cNvSpPr txBox="1"/>
              <p:nvPr/>
            </p:nvSpPr>
            <p:spPr>
              <a:xfrm>
                <a:off x="5427849" y="3079844"/>
                <a:ext cx="869700" cy="8349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154">
                    <a:solidFill>
                      <a:schemeClr val="dk1"/>
                    </a:solidFill>
                    <a:latin typeface="Malgun Gothic"/>
                    <a:ea typeface="Malgun Gothic"/>
                    <a:cs typeface="Malgun Gothic"/>
                    <a:sym typeface="Malgun Gothic"/>
                  </a:rPr>
                  <a:t>제목</a:t>
                </a:r>
                <a:endParaRPr b="1" sz="1154">
                  <a:solidFill>
                    <a:schemeClr val="dk1"/>
                  </a:solidFill>
                  <a:latin typeface="Malgun Gothic"/>
                  <a:ea typeface="Malgun Gothic"/>
                  <a:cs typeface="Malgun Gothic"/>
                  <a:sym typeface="Malgun Gothic"/>
                </a:endParaRPr>
              </a:p>
            </p:txBody>
          </p:sp>
          <p:sp>
            <p:nvSpPr>
              <p:cNvPr id="1846" name="Google Shape;1846;p70"/>
              <p:cNvSpPr/>
              <p:nvPr/>
            </p:nvSpPr>
            <p:spPr>
              <a:xfrm>
                <a:off x="6355575" y="3079823"/>
                <a:ext cx="2293800" cy="1315500"/>
              </a:xfrm>
              <a:prstGeom prst="rect">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l">
                  <a:spcBef>
                    <a:spcPts val="0"/>
                  </a:spcBef>
                  <a:spcAft>
                    <a:spcPts val="0"/>
                  </a:spcAft>
                  <a:buNone/>
                </a:pPr>
                <a:r>
                  <a:rPr lang="ko-KR" sz="1254">
                    <a:solidFill>
                      <a:schemeClr val="dk1"/>
                    </a:solidFill>
                  </a:rPr>
                  <a:t>제목입력</a:t>
                </a:r>
                <a:endParaRPr sz="2199">
                  <a:latin typeface="Malgun Gothic"/>
                  <a:ea typeface="Malgun Gothic"/>
                  <a:cs typeface="Malgun Gothic"/>
                  <a:sym typeface="Malgun Gothic"/>
                </a:endParaRPr>
              </a:p>
            </p:txBody>
          </p:sp>
        </p:grpSp>
        <p:sp>
          <p:nvSpPr>
            <p:cNvPr id="1847" name="Google Shape;1847;p70"/>
            <p:cNvSpPr/>
            <p:nvPr/>
          </p:nvSpPr>
          <p:spPr>
            <a:xfrm>
              <a:off x="3586600" y="2472777"/>
              <a:ext cx="794314" cy="347967"/>
            </a:xfrm>
            <a:prstGeom prst="roundRect">
              <a:avLst>
                <a:gd fmla="val 16667" name="adj"/>
              </a:avLst>
            </a:prstGeom>
            <a:solidFill>
              <a:schemeClr val="accent6"/>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등록</a:t>
              </a:r>
              <a:endParaRPr sz="1334">
                <a:solidFill>
                  <a:schemeClr val="lt1"/>
                </a:solidFill>
                <a:latin typeface="Malgun Gothic"/>
                <a:ea typeface="Malgun Gothic"/>
                <a:cs typeface="Malgun Gothic"/>
                <a:sym typeface="Malgun Gothic"/>
              </a:endParaRPr>
            </a:p>
          </p:txBody>
        </p:sp>
        <p:sp>
          <p:nvSpPr>
            <p:cNvPr id="1848" name="Google Shape;1848;p70"/>
            <p:cNvSpPr/>
            <p:nvPr/>
          </p:nvSpPr>
          <p:spPr>
            <a:xfrm>
              <a:off x="4719925" y="2438002"/>
              <a:ext cx="794314" cy="347967"/>
            </a:xfrm>
            <a:prstGeom prst="roundRect">
              <a:avLst>
                <a:gd fmla="val 16667" name="adj"/>
              </a:avLst>
            </a:prstGeom>
            <a:solidFill>
              <a:schemeClr val="accent4"/>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취소</a:t>
              </a:r>
              <a:endParaRPr sz="1334">
                <a:solidFill>
                  <a:schemeClr val="lt1"/>
                </a:solidFill>
                <a:latin typeface="Malgun Gothic"/>
                <a:ea typeface="Malgun Gothic"/>
                <a:cs typeface="Malgun Gothic"/>
                <a:sym typeface="Malgun Gothic"/>
              </a:endParaRPr>
            </a:p>
          </p:txBody>
        </p:sp>
      </p:grpSp>
      <p:grpSp>
        <p:nvGrpSpPr>
          <p:cNvPr id="1849" name="Google Shape;1849;p70"/>
          <p:cNvGrpSpPr/>
          <p:nvPr/>
        </p:nvGrpSpPr>
        <p:grpSpPr>
          <a:xfrm>
            <a:off x="413168" y="2688164"/>
            <a:ext cx="3732249" cy="1777068"/>
            <a:chOff x="2433743" y="1195289"/>
            <a:chExt cx="3732249" cy="1777068"/>
          </a:xfrm>
        </p:grpSpPr>
        <p:grpSp>
          <p:nvGrpSpPr>
            <p:cNvPr id="1850" name="Google Shape;1850;p70"/>
            <p:cNvGrpSpPr/>
            <p:nvPr/>
          </p:nvGrpSpPr>
          <p:grpSpPr>
            <a:xfrm>
              <a:off x="2433743" y="1195289"/>
              <a:ext cx="3732249" cy="1777068"/>
              <a:chOff x="5350425" y="1878771"/>
              <a:chExt cx="3432900" cy="4263600"/>
            </a:xfrm>
          </p:grpSpPr>
          <p:sp>
            <p:nvSpPr>
              <p:cNvPr id="1851" name="Google Shape;1851;p70"/>
              <p:cNvSpPr/>
              <p:nvPr/>
            </p:nvSpPr>
            <p:spPr>
              <a:xfrm>
                <a:off x="5350425" y="1878771"/>
                <a:ext cx="3432900" cy="4263600"/>
              </a:xfrm>
              <a:prstGeom prst="roundRect">
                <a:avLst>
                  <a:gd fmla="val 16667" name="adj"/>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ctr">
                  <a:spcBef>
                    <a:spcPts val="0"/>
                  </a:spcBef>
                  <a:spcAft>
                    <a:spcPts val="0"/>
                  </a:spcAft>
                  <a:buNone/>
                </a:pPr>
                <a:r>
                  <a:t/>
                </a:r>
                <a:endParaRPr sz="1272">
                  <a:latin typeface="Malgun Gothic"/>
                  <a:ea typeface="Malgun Gothic"/>
                  <a:cs typeface="Malgun Gothic"/>
                  <a:sym typeface="Malgun Gothic"/>
                </a:endParaRPr>
              </a:p>
            </p:txBody>
          </p:sp>
          <p:sp>
            <p:nvSpPr>
              <p:cNvPr id="1852" name="Google Shape;1852;p70"/>
              <p:cNvSpPr txBox="1"/>
              <p:nvPr/>
            </p:nvSpPr>
            <p:spPr>
              <a:xfrm>
                <a:off x="5667937" y="1988179"/>
                <a:ext cx="2466900" cy="4047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239">
                    <a:solidFill>
                      <a:schemeClr val="dk1"/>
                    </a:solidFill>
                    <a:latin typeface="Malgun Gothic"/>
                    <a:ea typeface="Malgun Gothic"/>
                    <a:cs typeface="Malgun Gothic"/>
                    <a:sym typeface="Malgun Gothic"/>
                  </a:rPr>
                  <a:t>지원서 항목 </a:t>
                </a:r>
                <a:r>
                  <a:rPr b="1" lang="ko-KR" sz="1239">
                    <a:solidFill>
                      <a:schemeClr val="dk1"/>
                    </a:solidFill>
                    <a:latin typeface="Malgun Gothic"/>
                    <a:ea typeface="Malgun Gothic"/>
                    <a:cs typeface="Malgun Gothic"/>
                    <a:sym typeface="Malgun Gothic"/>
                  </a:rPr>
                  <a:t>수정</a:t>
                </a:r>
                <a:endParaRPr b="1" sz="1239">
                  <a:solidFill>
                    <a:schemeClr val="dk1"/>
                  </a:solidFill>
                  <a:latin typeface="Malgun Gothic"/>
                  <a:ea typeface="Malgun Gothic"/>
                  <a:cs typeface="Malgun Gothic"/>
                  <a:sym typeface="Malgun Gothic"/>
                </a:endParaRPr>
              </a:p>
            </p:txBody>
          </p:sp>
          <p:sp>
            <p:nvSpPr>
              <p:cNvPr id="1853" name="Google Shape;1853;p70"/>
              <p:cNvSpPr txBox="1"/>
              <p:nvPr/>
            </p:nvSpPr>
            <p:spPr>
              <a:xfrm>
                <a:off x="5427849" y="3079844"/>
                <a:ext cx="869700" cy="8349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154">
                    <a:solidFill>
                      <a:schemeClr val="dk1"/>
                    </a:solidFill>
                    <a:latin typeface="Malgun Gothic"/>
                    <a:ea typeface="Malgun Gothic"/>
                    <a:cs typeface="Malgun Gothic"/>
                    <a:sym typeface="Malgun Gothic"/>
                  </a:rPr>
                  <a:t>제목</a:t>
                </a:r>
                <a:endParaRPr b="1" sz="1154">
                  <a:solidFill>
                    <a:schemeClr val="dk1"/>
                  </a:solidFill>
                  <a:latin typeface="Malgun Gothic"/>
                  <a:ea typeface="Malgun Gothic"/>
                  <a:cs typeface="Malgun Gothic"/>
                  <a:sym typeface="Malgun Gothic"/>
                </a:endParaRPr>
              </a:p>
            </p:txBody>
          </p:sp>
          <p:sp>
            <p:nvSpPr>
              <p:cNvPr id="1854" name="Google Shape;1854;p70"/>
              <p:cNvSpPr/>
              <p:nvPr/>
            </p:nvSpPr>
            <p:spPr>
              <a:xfrm>
                <a:off x="6355575" y="3079823"/>
                <a:ext cx="2293800" cy="1315500"/>
              </a:xfrm>
              <a:prstGeom prst="rect">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l">
                  <a:spcBef>
                    <a:spcPts val="0"/>
                  </a:spcBef>
                  <a:spcAft>
                    <a:spcPts val="0"/>
                  </a:spcAft>
                  <a:buNone/>
                </a:pPr>
                <a:r>
                  <a:rPr lang="ko-KR" sz="1254">
                    <a:solidFill>
                      <a:schemeClr val="dk1"/>
                    </a:solidFill>
                  </a:rPr>
                  <a:t>수정제목</a:t>
                </a:r>
                <a:endParaRPr sz="2199">
                  <a:latin typeface="Malgun Gothic"/>
                  <a:ea typeface="Malgun Gothic"/>
                  <a:cs typeface="Malgun Gothic"/>
                  <a:sym typeface="Malgun Gothic"/>
                </a:endParaRPr>
              </a:p>
            </p:txBody>
          </p:sp>
        </p:grpSp>
        <p:sp>
          <p:nvSpPr>
            <p:cNvPr id="1855" name="Google Shape;1855;p70"/>
            <p:cNvSpPr/>
            <p:nvPr/>
          </p:nvSpPr>
          <p:spPr>
            <a:xfrm>
              <a:off x="3586600" y="2472777"/>
              <a:ext cx="794400" cy="348000"/>
            </a:xfrm>
            <a:prstGeom prst="roundRect">
              <a:avLst>
                <a:gd fmla="val 16667" name="adj"/>
              </a:avLst>
            </a:prstGeom>
            <a:solidFill>
              <a:schemeClr val="accent2"/>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수정</a:t>
              </a:r>
              <a:endParaRPr sz="1334">
                <a:solidFill>
                  <a:schemeClr val="lt1"/>
                </a:solidFill>
                <a:latin typeface="Malgun Gothic"/>
                <a:ea typeface="Malgun Gothic"/>
                <a:cs typeface="Malgun Gothic"/>
                <a:sym typeface="Malgun Gothic"/>
              </a:endParaRPr>
            </a:p>
          </p:txBody>
        </p:sp>
        <p:sp>
          <p:nvSpPr>
            <p:cNvPr id="1856" name="Google Shape;1856;p70"/>
            <p:cNvSpPr/>
            <p:nvPr/>
          </p:nvSpPr>
          <p:spPr>
            <a:xfrm>
              <a:off x="4719925" y="2438002"/>
              <a:ext cx="794400" cy="348000"/>
            </a:xfrm>
            <a:prstGeom prst="roundRect">
              <a:avLst>
                <a:gd fmla="val 16667" name="adj"/>
              </a:avLst>
            </a:prstGeom>
            <a:solidFill>
              <a:schemeClr val="accent4"/>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취소</a:t>
              </a:r>
              <a:endParaRPr sz="1334">
                <a:solidFill>
                  <a:schemeClr val="lt1"/>
                </a:solidFill>
                <a:latin typeface="Malgun Gothic"/>
                <a:ea typeface="Malgun Gothic"/>
                <a:cs typeface="Malgun Gothic"/>
                <a:sym typeface="Malgun Gothic"/>
              </a:endParaRPr>
            </a:p>
          </p:txBody>
        </p:sp>
      </p:grpSp>
      <p:grpSp>
        <p:nvGrpSpPr>
          <p:cNvPr id="1857" name="Google Shape;1857;p70"/>
          <p:cNvGrpSpPr/>
          <p:nvPr/>
        </p:nvGrpSpPr>
        <p:grpSpPr>
          <a:xfrm>
            <a:off x="506118" y="4668364"/>
            <a:ext cx="3732249" cy="1777068"/>
            <a:chOff x="2433743" y="1195289"/>
            <a:chExt cx="3732249" cy="1777068"/>
          </a:xfrm>
        </p:grpSpPr>
        <p:grpSp>
          <p:nvGrpSpPr>
            <p:cNvPr id="1858" name="Google Shape;1858;p70"/>
            <p:cNvGrpSpPr/>
            <p:nvPr/>
          </p:nvGrpSpPr>
          <p:grpSpPr>
            <a:xfrm>
              <a:off x="2433743" y="1195289"/>
              <a:ext cx="3732249" cy="1777068"/>
              <a:chOff x="5350425" y="1878771"/>
              <a:chExt cx="3432900" cy="4263600"/>
            </a:xfrm>
          </p:grpSpPr>
          <p:sp>
            <p:nvSpPr>
              <p:cNvPr id="1859" name="Google Shape;1859;p70"/>
              <p:cNvSpPr/>
              <p:nvPr/>
            </p:nvSpPr>
            <p:spPr>
              <a:xfrm>
                <a:off x="5350425" y="1878771"/>
                <a:ext cx="3432900" cy="4263600"/>
              </a:xfrm>
              <a:prstGeom prst="roundRect">
                <a:avLst>
                  <a:gd fmla="val 16667" name="adj"/>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ctr">
                  <a:spcBef>
                    <a:spcPts val="0"/>
                  </a:spcBef>
                  <a:spcAft>
                    <a:spcPts val="0"/>
                  </a:spcAft>
                  <a:buNone/>
                </a:pPr>
                <a:r>
                  <a:t/>
                </a:r>
                <a:endParaRPr sz="1272">
                  <a:latin typeface="Malgun Gothic"/>
                  <a:ea typeface="Malgun Gothic"/>
                  <a:cs typeface="Malgun Gothic"/>
                  <a:sym typeface="Malgun Gothic"/>
                </a:endParaRPr>
              </a:p>
            </p:txBody>
          </p:sp>
          <p:sp>
            <p:nvSpPr>
              <p:cNvPr id="1860" name="Google Shape;1860;p70"/>
              <p:cNvSpPr txBox="1"/>
              <p:nvPr/>
            </p:nvSpPr>
            <p:spPr>
              <a:xfrm>
                <a:off x="5667937" y="1988179"/>
                <a:ext cx="2466900" cy="4047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239">
                    <a:solidFill>
                      <a:schemeClr val="dk1"/>
                    </a:solidFill>
                    <a:latin typeface="Malgun Gothic"/>
                    <a:ea typeface="Malgun Gothic"/>
                    <a:cs typeface="Malgun Gothic"/>
                    <a:sym typeface="Malgun Gothic"/>
                  </a:rPr>
                  <a:t>세부 </a:t>
                </a:r>
                <a:r>
                  <a:rPr b="1" lang="ko-KR" sz="1239">
                    <a:solidFill>
                      <a:schemeClr val="dk1"/>
                    </a:solidFill>
                    <a:latin typeface="Malgun Gothic"/>
                    <a:ea typeface="Malgun Gothic"/>
                    <a:cs typeface="Malgun Gothic"/>
                    <a:sym typeface="Malgun Gothic"/>
                  </a:rPr>
                  <a:t>항목 등록</a:t>
                </a:r>
                <a:endParaRPr b="1" sz="1239">
                  <a:solidFill>
                    <a:schemeClr val="dk1"/>
                  </a:solidFill>
                  <a:latin typeface="Malgun Gothic"/>
                  <a:ea typeface="Malgun Gothic"/>
                  <a:cs typeface="Malgun Gothic"/>
                  <a:sym typeface="Malgun Gothic"/>
                </a:endParaRPr>
              </a:p>
            </p:txBody>
          </p:sp>
          <p:sp>
            <p:nvSpPr>
              <p:cNvPr id="1861" name="Google Shape;1861;p70"/>
              <p:cNvSpPr txBox="1"/>
              <p:nvPr/>
            </p:nvSpPr>
            <p:spPr>
              <a:xfrm>
                <a:off x="5427849" y="3079844"/>
                <a:ext cx="869700" cy="8349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154">
                    <a:solidFill>
                      <a:schemeClr val="dk1"/>
                    </a:solidFill>
                    <a:latin typeface="Malgun Gothic"/>
                    <a:ea typeface="Malgun Gothic"/>
                    <a:cs typeface="Malgun Gothic"/>
                    <a:sym typeface="Malgun Gothic"/>
                  </a:rPr>
                  <a:t>제목</a:t>
                </a:r>
                <a:endParaRPr b="1" sz="1154">
                  <a:solidFill>
                    <a:schemeClr val="dk1"/>
                  </a:solidFill>
                  <a:latin typeface="Malgun Gothic"/>
                  <a:ea typeface="Malgun Gothic"/>
                  <a:cs typeface="Malgun Gothic"/>
                  <a:sym typeface="Malgun Gothic"/>
                </a:endParaRPr>
              </a:p>
            </p:txBody>
          </p:sp>
          <p:sp>
            <p:nvSpPr>
              <p:cNvPr id="1862" name="Google Shape;1862;p70"/>
              <p:cNvSpPr/>
              <p:nvPr/>
            </p:nvSpPr>
            <p:spPr>
              <a:xfrm>
                <a:off x="6355582" y="3079842"/>
                <a:ext cx="2293800" cy="834900"/>
              </a:xfrm>
              <a:prstGeom prst="rect">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l">
                  <a:spcBef>
                    <a:spcPts val="0"/>
                  </a:spcBef>
                  <a:spcAft>
                    <a:spcPts val="0"/>
                  </a:spcAft>
                  <a:buNone/>
                </a:pPr>
                <a:r>
                  <a:rPr lang="ko-KR" sz="1254">
                    <a:solidFill>
                      <a:schemeClr val="dk1"/>
                    </a:solidFill>
                  </a:rPr>
                  <a:t>제목입력</a:t>
                </a:r>
                <a:endParaRPr sz="2199">
                  <a:latin typeface="Malgun Gothic"/>
                  <a:ea typeface="Malgun Gothic"/>
                  <a:cs typeface="Malgun Gothic"/>
                  <a:sym typeface="Malgun Gothic"/>
                </a:endParaRPr>
              </a:p>
            </p:txBody>
          </p:sp>
        </p:grpSp>
        <p:sp>
          <p:nvSpPr>
            <p:cNvPr id="1863" name="Google Shape;1863;p70"/>
            <p:cNvSpPr/>
            <p:nvPr/>
          </p:nvSpPr>
          <p:spPr>
            <a:xfrm>
              <a:off x="3586600" y="2472777"/>
              <a:ext cx="794400" cy="348000"/>
            </a:xfrm>
            <a:prstGeom prst="roundRect">
              <a:avLst>
                <a:gd fmla="val 16667" name="adj"/>
              </a:avLst>
            </a:prstGeom>
            <a:solidFill>
              <a:schemeClr val="accent6"/>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등록</a:t>
              </a:r>
              <a:endParaRPr sz="1334">
                <a:solidFill>
                  <a:schemeClr val="lt1"/>
                </a:solidFill>
                <a:latin typeface="Malgun Gothic"/>
                <a:ea typeface="Malgun Gothic"/>
                <a:cs typeface="Malgun Gothic"/>
                <a:sym typeface="Malgun Gothic"/>
              </a:endParaRPr>
            </a:p>
          </p:txBody>
        </p:sp>
        <p:sp>
          <p:nvSpPr>
            <p:cNvPr id="1864" name="Google Shape;1864;p70"/>
            <p:cNvSpPr/>
            <p:nvPr/>
          </p:nvSpPr>
          <p:spPr>
            <a:xfrm>
              <a:off x="4719925" y="2438002"/>
              <a:ext cx="794400" cy="348000"/>
            </a:xfrm>
            <a:prstGeom prst="roundRect">
              <a:avLst>
                <a:gd fmla="val 16667" name="adj"/>
              </a:avLst>
            </a:prstGeom>
            <a:solidFill>
              <a:schemeClr val="accent4"/>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취소</a:t>
              </a:r>
              <a:endParaRPr sz="1334">
                <a:solidFill>
                  <a:schemeClr val="lt1"/>
                </a:solidFill>
                <a:latin typeface="Malgun Gothic"/>
                <a:ea typeface="Malgun Gothic"/>
                <a:cs typeface="Malgun Gothic"/>
                <a:sym typeface="Malgun Gothic"/>
              </a:endParaRPr>
            </a:p>
          </p:txBody>
        </p:sp>
      </p:grpSp>
      <p:sp>
        <p:nvSpPr>
          <p:cNvPr id="1865" name="Google Shape;1865;p70"/>
          <p:cNvSpPr/>
          <p:nvPr/>
        </p:nvSpPr>
        <p:spPr>
          <a:xfrm>
            <a:off x="1561350" y="5608096"/>
            <a:ext cx="2493900" cy="348000"/>
          </a:xfrm>
          <a:prstGeom prst="rect">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l">
              <a:spcBef>
                <a:spcPts val="0"/>
              </a:spcBef>
              <a:spcAft>
                <a:spcPts val="0"/>
              </a:spcAft>
              <a:buNone/>
            </a:pPr>
            <a:r>
              <a:rPr lang="ko-KR" sz="1254">
                <a:solidFill>
                  <a:schemeClr val="dk1"/>
                </a:solidFill>
              </a:rPr>
              <a:t>필수가 아닙니다.</a:t>
            </a:r>
            <a:endParaRPr sz="2199">
              <a:latin typeface="Malgun Gothic"/>
              <a:ea typeface="Malgun Gothic"/>
              <a:cs typeface="Malgun Gothic"/>
              <a:sym typeface="Malgun Gothic"/>
            </a:endParaRPr>
          </a:p>
        </p:txBody>
      </p:sp>
      <p:sp>
        <p:nvSpPr>
          <p:cNvPr id="1866" name="Google Shape;1866;p70"/>
          <p:cNvSpPr txBox="1"/>
          <p:nvPr/>
        </p:nvSpPr>
        <p:spPr>
          <a:xfrm>
            <a:off x="615744" y="5583972"/>
            <a:ext cx="945600" cy="3480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154">
                <a:solidFill>
                  <a:schemeClr val="dk1"/>
                </a:solidFill>
                <a:latin typeface="Malgun Gothic"/>
                <a:ea typeface="Malgun Gothic"/>
                <a:cs typeface="Malgun Gothic"/>
                <a:sym typeface="Malgun Gothic"/>
              </a:rPr>
              <a:t>비고</a:t>
            </a:r>
            <a:endParaRPr b="1" sz="1154">
              <a:solidFill>
                <a:schemeClr val="dk1"/>
              </a:solidFill>
              <a:latin typeface="Malgun Gothic"/>
              <a:ea typeface="Malgun Gothic"/>
              <a:cs typeface="Malgun Gothic"/>
              <a:sym typeface="Malgun Gothic"/>
            </a:endParaRPr>
          </a:p>
        </p:txBody>
      </p:sp>
      <p:grpSp>
        <p:nvGrpSpPr>
          <p:cNvPr id="1867" name="Google Shape;1867;p70"/>
          <p:cNvGrpSpPr/>
          <p:nvPr/>
        </p:nvGrpSpPr>
        <p:grpSpPr>
          <a:xfrm>
            <a:off x="4430750" y="1015688"/>
            <a:ext cx="3915909" cy="3516050"/>
            <a:chOff x="4569650" y="1518888"/>
            <a:chExt cx="3915909" cy="3516050"/>
          </a:xfrm>
        </p:grpSpPr>
        <p:grpSp>
          <p:nvGrpSpPr>
            <p:cNvPr id="1868" name="Google Shape;1868;p70"/>
            <p:cNvGrpSpPr/>
            <p:nvPr/>
          </p:nvGrpSpPr>
          <p:grpSpPr>
            <a:xfrm>
              <a:off x="4569650" y="1518888"/>
              <a:ext cx="3915909" cy="3516050"/>
              <a:chOff x="5350422" y="1988179"/>
              <a:chExt cx="3432900" cy="2836210"/>
            </a:xfrm>
          </p:grpSpPr>
          <p:sp>
            <p:nvSpPr>
              <p:cNvPr id="1869" name="Google Shape;1869;p70"/>
              <p:cNvSpPr/>
              <p:nvPr/>
            </p:nvSpPr>
            <p:spPr>
              <a:xfrm>
                <a:off x="5350422" y="1988190"/>
                <a:ext cx="3432900" cy="2836200"/>
              </a:xfrm>
              <a:prstGeom prst="roundRect">
                <a:avLst>
                  <a:gd fmla="val 16667" name="adj"/>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335">
                  <a:latin typeface="Malgun Gothic"/>
                  <a:ea typeface="Malgun Gothic"/>
                  <a:cs typeface="Malgun Gothic"/>
                  <a:sym typeface="Malgun Gothic"/>
                </a:endParaRPr>
              </a:p>
            </p:txBody>
          </p:sp>
          <p:sp>
            <p:nvSpPr>
              <p:cNvPr id="1870" name="Google Shape;1870;p70"/>
              <p:cNvSpPr txBox="1"/>
              <p:nvPr/>
            </p:nvSpPr>
            <p:spPr>
              <a:xfrm>
                <a:off x="5667937" y="1988179"/>
                <a:ext cx="2466900" cy="4047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300">
                    <a:solidFill>
                      <a:schemeClr val="dk1"/>
                    </a:solidFill>
                    <a:latin typeface="Malgun Gothic"/>
                    <a:ea typeface="Malgun Gothic"/>
                    <a:cs typeface="Malgun Gothic"/>
                    <a:sym typeface="Malgun Gothic"/>
                  </a:rPr>
                  <a:t>조사지 질문</a:t>
                </a:r>
                <a:r>
                  <a:rPr b="1" lang="ko-KR" sz="1300">
                    <a:solidFill>
                      <a:schemeClr val="dk1"/>
                    </a:solidFill>
                    <a:latin typeface="Malgun Gothic"/>
                    <a:ea typeface="Malgun Gothic"/>
                    <a:cs typeface="Malgun Gothic"/>
                    <a:sym typeface="Malgun Gothic"/>
                  </a:rPr>
                  <a:t> 등록</a:t>
                </a:r>
                <a:endParaRPr b="1" sz="1300">
                  <a:solidFill>
                    <a:schemeClr val="dk1"/>
                  </a:solidFill>
                  <a:latin typeface="Malgun Gothic"/>
                  <a:ea typeface="Malgun Gothic"/>
                  <a:cs typeface="Malgun Gothic"/>
                  <a:sym typeface="Malgun Gothic"/>
                </a:endParaRPr>
              </a:p>
            </p:txBody>
          </p:sp>
          <p:sp>
            <p:nvSpPr>
              <p:cNvPr id="1871" name="Google Shape;1871;p70"/>
              <p:cNvSpPr txBox="1"/>
              <p:nvPr/>
            </p:nvSpPr>
            <p:spPr>
              <a:xfrm>
                <a:off x="5469570" y="2569541"/>
                <a:ext cx="869700" cy="326400"/>
              </a:xfrm>
              <a:prstGeom prst="rect">
                <a:avLst/>
              </a:prstGeom>
              <a:noFill/>
              <a:ln>
                <a:noFill/>
              </a:ln>
            </p:spPr>
            <p:txBody>
              <a:bodyPr anchorCtr="0" anchor="t" bIns="113350" lIns="113350" spcFirstLastPara="1" rIns="113350" wrap="square" tIns="113350">
                <a:noAutofit/>
              </a:bodyPr>
              <a:lstStyle/>
              <a:p>
                <a:pPr indent="0" lvl="0" marL="0" rtl="0" algn="ctr">
                  <a:spcBef>
                    <a:spcPts val="0"/>
                  </a:spcBef>
                  <a:spcAft>
                    <a:spcPts val="0"/>
                  </a:spcAft>
                  <a:buNone/>
                </a:pPr>
                <a:r>
                  <a:rPr b="1" lang="ko-KR" sz="1211">
                    <a:solidFill>
                      <a:schemeClr val="dk1"/>
                    </a:solidFill>
                    <a:latin typeface="Malgun Gothic"/>
                    <a:ea typeface="Malgun Gothic"/>
                    <a:cs typeface="Malgun Gothic"/>
                    <a:sym typeface="Malgun Gothic"/>
                  </a:rPr>
                  <a:t>질문</a:t>
                </a:r>
                <a:endParaRPr b="1" sz="1211">
                  <a:solidFill>
                    <a:schemeClr val="dk1"/>
                  </a:solidFill>
                  <a:latin typeface="Malgun Gothic"/>
                  <a:ea typeface="Malgun Gothic"/>
                  <a:cs typeface="Malgun Gothic"/>
                  <a:sym typeface="Malgun Gothic"/>
                </a:endParaRPr>
              </a:p>
            </p:txBody>
          </p:sp>
          <p:sp>
            <p:nvSpPr>
              <p:cNvPr id="1872" name="Google Shape;1872;p70"/>
              <p:cNvSpPr txBox="1"/>
              <p:nvPr/>
            </p:nvSpPr>
            <p:spPr>
              <a:xfrm>
                <a:off x="5550587" y="3423172"/>
                <a:ext cx="987900" cy="365400"/>
              </a:xfrm>
              <a:prstGeom prst="rect">
                <a:avLst/>
              </a:prstGeom>
              <a:noFill/>
              <a:ln>
                <a:noFill/>
              </a:ln>
            </p:spPr>
            <p:txBody>
              <a:bodyPr anchorCtr="0" anchor="t" bIns="113350" lIns="113350" spcFirstLastPara="1" rIns="113350" wrap="square" tIns="113350">
                <a:noAutofit/>
              </a:bodyPr>
              <a:lstStyle/>
              <a:p>
                <a:pPr indent="0" lvl="0" marL="0" rtl="0" algn="l">
                  <a:spcBef>
                    <a:spcPts val="0"/>
                  </a:spcBef>
                  <a:spcAft>
                    <a:spcPts val="0"/>
                  </a:spcAft>
                  <a:buNone/>
                </a:pPr>
                <a:r>
                  <a:rPr b="1" lang="ko-KR" sz="1211">
                    <a:solidFill>
                      <a:schemeClr val="dk1"/>
                    </a:solidFill>
                    <a:latin typeface="Malgun Gothic"/>
                    <a:ea typeface="Malgun Gothic"/>
                    <a:cs typeface="Malgun Gothic"/>
                    <a:sym typeface="Malgun Gothic"/>
                  </a:rPr>
                  <a:t>답변유형</a:t>
                </a:r>
                <a:endParaRPr b="1" sz="1211">
                  <a:solidFill>
                    <a:schemeClr val="dk1"/>
                  </a:solidFill>
                  <a:latin typeface="Malgun Gothic"/>
                  <a:ea typeface="Malgun Gothic"/>
                  <a:cs typeface="Malgun Gothic"/>
                  <a:sym typeface="Malgun Gothic"/>
                </a:endParaRPr>
              </a:p>
            </p:txBody>
          </p:sp>
          <p:sp>
            <p:nvSpPr>
              <p:cNvPr id="1873" name="Google Shape;1873;p70"/>
              <p:cNvSpPr/>
              <p:nvPr/>
            </p:nvSpPr>
            <p:spPr>
              <a:xfrm>
                <a:off x="6615501" y="2570964"/>
                <a:ext cx="2034000" cy="894600"/>
              </a:xfrm>
              <a:prstGeom prst="rect">
                <a:avLst/>
              </a:prstGeom>
              <a:solidFill>
                <a:schemeClr val="lt1"/>
              </a:solidFill>
              <a:ln cap="flat" cmpd="sng" w="11800">
                <a:solidFill>
                  <a:schemeClr val="dk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rPr lang="ko-KR" sz="1315">
                    <a:solidFill>
                      <a:schemeClr val="dk1"/>
                    </a:solidFill>
                  </a:rPr>
                  <a:t>내용을 입력하세요.</a:t>
                </a:r>
                <a:endParaRPr sz="2307">
                  <a:latin typeface="Malgun Gothic"/>
                  <a:ea typeface="Malgun Gothic"/>
                  <a:cs typeface="Malgun Gothic"/>
                  <a:sym typeface="Malgun Gothic"/>
                </a:endParaRPr>
              </a:p>
            </p:txBody>
          </p:sp>
        </p:grpSp>
        <p:sp>
          <p:nvSpPr>
            <p:cNvPr id="1874" name="Google Shape;1874;p70"/>
            <p:cNvSpPr txBox="1"/>
            <p:nvPr/>
          </p:nvSpPr>
          <p:spPr>
            <a:xfrm>
              <a:off x="6022600" y="3388525"/>
              <a:ext cx="2262600" cy="31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KR" sz="1200">
                  <a:solidFill>
                    <a:schemeClr val="dk1"/>
                  </a:solidFill>
                </a:rPr>
                <a:t>☑</a:t>
              </a:r>
              <a:r>
                <a:rPr b="1" lang="ko-KR" sz="1200">
                  <a:solidFill>
                    <a:schemeClr val="dk1"/>
                  </a:solidFill>
                  <a:latin typeface="Malgun Gothic"/>
                  <a:ea typeface="Malgun Gothic"/>
                  <a:cs typeface="Malgun Gothic"/>
                  <a:sym typeface="Malgun Gothic"/>
                </a:rPr>
                <a:t> O/X  </a:t>
              </a:r>
              <a:r>
                <a:rPr lang="ko-KR" sz="1200">
                  <a:solidFill>
                    <a:schemeClr val="dk1"/>
                  </a:solidFill>
                </a:rPr>
                <a:t>☐</a:t>
              </a:r>
              <a:r>
                <a:rPr b="1" lang="ko-KR" sz="1200">
                  <a:solidFill>
                    <a:schemeClr val="dk1"/>
                  </a:solidFill>
                  <a:latin typeface="Malgun Gothic"/>
                  <a:ea typeface="Malgun Gothic"/>
                  <a:cs typeface="Malgun Gothic"/>
                  <a:sym typeface="Malgun Gothic"/>
                </a:rPr>
                <a:t> 날짜  </a:t>
              </a:r>
              <a:r>
                <a:rPr lang="ko-KR" sz="1200">
                  <a:solidFill>
                    <a:schemeClr val="dk1"/>
                  </a:solidFill>
                </a:rPr>
                <a:t>☐</a:t>
              </a:r>
              <a:r>
                <a:rPr b="1" lang="ko-KR" sz="1200">
                  <a:solidFill>
                    <a:schemeClr val="dk1"/>
                  </a:solidFill>
                  <a:latin typeface="Malgun Gothic"/>
                  <a:ea typeface="Malgun Gothic"/>
                  <a:cs typeface="Malgun Gothic"/>
                  <a:sym typeface="Malgun Gothic"/>
                </a:rPr>
                <a:t> 사유작성</a:t>
              </a:r>
              <a:endParaRPr sz="2800">
                <a:solidFill>
                  <a:schemeClr val="dk1"/>
                </a:solidFill>
                <a:latin typeface="Malgun Gothic"/>
                <a:ea typeface="Malgun Gothic"/>
                <a:cs typeface="Malgun Gothic"/>
                <a:sym typeface="Malgun Gothic"/>
              </a:endParaRPr>
            </a:p>
          </p:txBody>
        </p:sp>
        <p:sp>
          <p:nvSpPr>
            <p:cNvPr id="1875" name="Google Shape;1875;p70"/>
            <p:cNvSpPr/>
            <p:nvPr/>
          </p:nvSpPr>
          <p:spPr>
            <a:xfrm>
              <a:off x="6012722" y="3877550"/>
              <a:ext cx="833400" cy="4047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저장</a:t>
              </a:r>
              <a:endParaRPr>
                <a:solidFill>
                  <a:schemeClr val="lt1"/>
                </a:solidFill>
                <a:latin typeface="Malgun Gothic"/>
                <a:ea typeface="Malgun Gothic"/>
                <a:cs typeface="Malgun Gothic"/>
                <a:sym typeface="Malgun Gothic"/>
              </a:endParaRPr>
            </a:p>
          </p:txBody>
        </p:sp>
        <p:sp>
          <p:nvSpPr>
            <p:cNvPr id="1876" name="Google Shape;1876;p70"/>
            <p:cNvSpPr/>
            <p:nvPr/>
          </p:nvSpPr>
          <p:spPr>
            <a:xfrm>
              <a:off x="6944522" y="3877550"/>
              <a:ext cx="833400" cy="4047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chemeClr val="lt1"/>
                  </a:solidFill>
                  <a:latin typeface="Malgun Gothic"/>
                  <a:ea typeface="Malgun Gothic"/>
                  <a:cs typeface="Malgun Gothic"/>
                  <a:sym typeface="Malgun Gothic"/>
                </a:rPr>
                <a:t>취소</a:t>
              </a:r>
              <a:endParaRPr>
                <a:solidFill>
                  <a:schemeClr val="lt1"/>
                </a:solidFill>
                <a:latin typeface="Malgun Gothic"/>
                <a:ea typeface="Malgun Gothic"/>
                <a:cs typeface="Malgun Gothic"/>
                <a:sym typeface="Malgun Gothic"/>
              </a:endParaRPr>
            </a:p>
          </p:txBody>
        </p:sp>
      </p:grpSp>
      <p:sp>
        <p:nvSpPr>
          <p:cNvPr id="1877" name="Google Shape;1877;p70"/>
          <p:cNvSpPr/>
          <p:nvPr/>
        </p:nvSpPr>
        <p:spPr>
          <a:xfrm>
            <a:off x="430275" y="699064"/>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1</a:t>
            </a:r>
            <a:endParaRPr>
              <a:solidFill>
                <a:srgbClr val="FFFFFF"/>
              </a:solidFill>
              <a:latin typeface="Malgun Gothic"/>
              <a:ea typeface="Malgun Gothic"/>
              <a:cs typeface="Malgun Gothic"/>
              <a:sym typeface="Malgun Gothic"/>
            </a:endParaRPr>
          </a:p>
        </p:txBody>
      </p:sp>
      <p:sp>
        <p:nvSpPr>
          <p:cNvPr id="1878" name="Google Shape;1878;p70"/>
          <p:cNvSpPr/>
          <p:nvPr/>
        </p:nvSpPr>
        <p:spPr>
          <a:xfrm>
            <a:off x="430275" y="2683714"/>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2</a:t>
            </a:r>
            <a:endParaRPr>
              <a:solidFill>
                <a:srgbClr val="FFFFFF"/>
              </a:solidFill>
              <a:latin typeface="Malgun Gothic"/>
              <a:ea typeface="Malgun Gothic"/>
              <a:cs typeface="Malgun Gothic"/>
              <a:sym typeface="Malgun Gothic"/>
            </a:endParaRPr>
          </a:p>
        </p:txBody>
      </p:sp>
      <p:sp>
        <p:nvSpPr>
          <p:cNvPr id="1879" name="Google Shape;1879;p70"/>
          <p:cNvSpPr/>
          <p:nvPr/>
        </p:nvSpPr>
        <p:spPr>
          <a:xfrm>
            <a:off x="506125" y="4594827"/>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3</a:t>
            </a:r>
            <a:endParaRPr>
              <a:solidFill>
                <a:srgbClr val="FFFFFF"/>
              </a:solidFill>
              <a:latin typeface="Malgun Gothic"/>
              <a:ea typeface="Malgun Gothic"/>
              <a:cs typeface="Malgun Gothic"/>
              <a:sym typeface="Malgun Gothic"/>
            </a:endParaRPr>
          </a:p>
        </p:txBody>
      </p:sp>
      <p:grpSp>
        <p:nvGrpSpPr>
          <p:cNvPr id="1880" name="Google Shape;1880;p70"/>
          <p:cNvGrpSpPr/>
          <p:nvPr/>
        </p:nvGrpSpPr>
        <p:grpSpPr>
          <a:xfrm>
            <a:off x="4614393" y="4709739"/>
            <a:ext cx="3732249" cy="1777068"/>
            <a:chOff x="2433743" y="1195289"/>
            <a:chExt cx="3732249" cy="1777068"/>
          </a:xfrm>
        </p:grpSpPr>
        <p:grpSp>
          <p:nvGrpSpPr>
            <p:cNvPr id="1881" name="Google Shape;1881;p70"/>
            <p:cNvGrpSpPr/>
            <p:nvPr/>
          </p:nvGrpSpPr>
          <p:grpSpPr>
            <a:xfrm>
              <a:off x="2433743" y="1195289"/>
              <a:ext cx="3732249" cy="1777068"/>
              <a:chOff x="5350425" y="1878771"/>
              <a:chExt cx="3432900" cy="4263600"/>
            </a:xfrm>
          </p:grpSpPr>
          <p:sp>
            <p:nvSpPr>
              <p:cNvPr id="1882" name="Google Shape;1882;p70"/>
              <p:cNvSpPr/>
              <p:nvPr/>
            </p:nvSpPr>
            <p:spPr>
              <a:xfrm>
                <a:off x="5350425" y="1878771"/>
                <a:ext cx="3432900" cy="4263600"/>
              </a:xfrm>
              <a:prstGeom prst="roundRect">
                <a:avLst>
                  <a:gd fmla="val 16667" name="adj"/>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ctr">
                  <a:spcBef>
                    <a:spcPts val="0"/>
                  </a:spcBef>
                  <a:spcAft>
                    <a:spcPts val="0"/>
                  </a:spcAft>
                  <a:buNone/>
                </a:pPr>
                <a:r>
                  <a:t/>
                </a:r>
                <a:endParaRPr sz="1272">
                  <a:latin typeface="Malgun Gothic"/>
                  <a:ea typeface="Malgun Gothic"/>
                  <a:cs typeface="Malgun Gothic"/>
                  <a:sym typeface="Malgun Gothic"/>
                </a:endParaRPr>
              </a:p>
            </p:txBody>
          </p:sp>
          <p:sp>
            <p:nvSpPr>
              <p:cNvPr id="1883" name="Google Shape;1883;p70"/>
              <p:cNvSpPr txBox="1"/>
              <p:nvPr/>
            </p:nvSpPr>
            <p:spPr>
              <a:xfrm>
                <a:off x="5684161" y="1988179"/>
                <a:ext cx="2466900" cy="4047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239">
                    <a:solidFill>
                      <a:schemeClr val="dk1"/>
                    </a:solidFill>
                    <a:latin typeface="Malgun Gothic"/>
                    <a:ea typeface="Malgun Gothic"/>
                    <a:cs typeface="Malgun Gothic"/>
                    <a:sym typeface="Malgun Gothic"/>
                  </a:rPr>
                  <a:t>세부 항목 </a:t>
                </a:r>
                <a:r>
                  <a:rPr b="1" lang="ko-KR" sz="1239">
                    <a:solidFill>
                      <a:schemeClr val="dk1"/>
                    </a:solidFill>
                    <a:latin typeface="Malgun Gothic"/>
                    <a:ea typeface="Malgun Gothic"/>
                    <a:cs typeface="Malgun Gothic"/>
                    <a:sym typeface="Malgun Gothic"/>
                  </a:rPr>
                  <a:t>수정</a:t>
                </a:r>
                <a:endParaRPr b="1" sz="1239">
                  <a:solidFill>
                    <a:schemeClr val="dk1"/>
                  </a:solidFill>
                  <a:latin typeface="Malgun Gothic"/>
                  <a:ea typeface="Malgun Gothic"/>
                  <a:cs typeface="Malgun Gothic"/>
                  <a:sym typeface="Malgun Gothic"/>
                </a:endParaRPr>
              </a:p>
            </p:txBody>
          </p:sp>
          <p:sp>
            <p:nvSpPr>
              <p:cNvPr id="1884" name="Google Shape;1884;p70"/>
              <p:cNvSpPr txBox="1"/>
              <p:nvPr/>
            </p:nvSpPr>
            <p:spPr>
              <a:xfrm>
                <a:off x="5427849" y="3079844"/>
                <a:ext cx="869700" cy="8349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154">
                    <a:solidFill>
                      <a:schemeClr val="dk1"/>
                    </a:solidFill>
                    <a:latin typeface="Malgun Gothic"/>
                    <a:ea typeface="Malgun Gothic"/>
                    <a:cs typeface="Malgun Gothic"/>
                    <a:sym typeface="Malgun Gothic"/>
                  </a:rPr>
                  <a:t>제목</a:t>
                </a:r>
                <a:endParaRPr b="1" sz="1154">
                  <a:solidFill>
                    <a:schemeClr val="dk1"/>
                  </a:solidFill>
                  <a:latin typeface="Malgun Gothic"/>
                  <a:ea typeface="Malgun Gothic"/>
                  <a:cs typeface="Malgun Gothic"/>
                  <a:sym typeface="Malgun Gothic"/>
                </a:endParaRPr>
              </a:p>
            </p:txBody>
          </p:sp>
          <p:sp>
            <p:nvSpPr>
              <p:cNvPr id="1885" name="Google Shape;1885;p70"/>
              <p:cNvSpPr/>
              <p:nvPr/>
            </p:nvSpPr>
            <p:spPr>
              <a:xfrm>
                <a:off x="6355582" y="3079842"/>
                <a:ext cx="2293800" cy="834900"/>
              </a:xfrm>
              <a:prstGeom prst="rect">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l">
                  <a:spcBef>
                    <a:spcPts val="0"/>
                  </a:spcBef>
                  <a:spcAft>
                    <a:spcPts val="0"/>
                  </a:spcAft>
                  <a:buNone/>
                </a:pPr>
                <a:r>
                  <a:rPr lang="ko-KR" sz="1254">
                    <a:solidFill>
                      <a:schemeClr val="dk1"/>
                    </a:solidFill>
                  </a:rPr>
                  <a:t>제목입력</a:t>
                </a:r>
                <a:endParaRPr sz="2199">
                  <a:latin typeface="Malgun Gothic"/>
                  <a:ea typeface="Malgun Gothic"/>
                  <a:cs typeface="Malgun Gothic"/>
                  <a:sym typeface="Malgun Gothic"/>
                </a:endParaRPr>
              </a:p>
            </p:txBody>
          </p:sp>
        </p:grpSp>
        <p:sp>
          <p:nvSpPr>
            <p:cNvPr id="1886" name="Google Shape;1886;p70"/>
            <p:cNvSpPr/>
            <p:nvPr/>
          </p:nvSpPr>
          <p:spPr>
            <a:xfrm>
              <a:off x="3586600" y="2472777"/>
              <a:ext cx="794400" cy="348000"/>
            </a:xfrm>
            <a:prstGeom prst="roundRect">
              <a:avLst>
                <a:gd fmla="val 16667" name="adj"/>
              </a:avLst>
            </a:prstGeom>
            <a:solidFill>
              <a:schemeClr val="accent2"/>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수정</a:t>
              </a:r>
              <a:endParaRPr sz="1334">
                <a:solidFill>
                  <a:schemeClr val="lt1"/>
                </a:solidFill>
                <a:latin typeface="Malgun Gothic"/>
                <a:ea typeface="Malgun Gothic"/>
                <a:cs typeface="Malgun Gothic"/>
                <a:sym typeface="Malgun Gothic"/>
              </a:endParaRPr>
            </a:p>
          </p:txBody>
        </p:sp>
        <p:sp>
          <p:nvSpPr>
            <p:cNvPr id="1887" name="Google Shape;1887;p70"/>
            <p:cNvSpPr/>
            <p:nvPr/>
          </p:nvSpPr>
          <p:spPr>
            <a:xfrm>
              <a:off x="4719925" y="2438002"/>
              <a:ext cx="794400" cy="348000"/>
            </a:xfrm>
            <a:prstGeom prst="roundRect">
              <a:avLst>
                <a:gd fmla="val 16667" name="adj"/>
              </a:avLst>
            </a:prstGeom>
            <a:solidFill>
              <a:schemeClr val="accent4"/>
            </a:solidFill>
            <a:ln cap="flat" cmpd="sng" w="9075">
              <a:solidFill>
                <a:schemeClr val="dk2"/>
              </a:solidFill>
              <a:prstDash val="solid"/>
              <a:round/>
              <a:headEnd len="sm" w="sm" type="none"/>
              <a:tailEnd len="sm" w="sm" type="none"/>
            </a:ln>
          </p:spPr>
          <p:txBody>
            <a:bodyPr anchorCtr="0" anchor="ctr" bIns="87150" lIns="87150" spcFirstLastPara="1" rIns="87150" wrap="square" tIns="87150">
              <a:noAutofit/>
            </a:bodyPr>
            <a:lstStyle/>
            <a:p>
              <a:pPr indent="0" lvl="0" marL="0" rtl="0" algn="ctr">
                <a:spcBef>
                  <a:spcPts val="0"/>
                </a:spcBef>
                <a:spcAft>
                  <a:spcPts val="0"/>
                </a:spcAft>
                <a:buNone/>
              </a:pPr>
              <a:r>
                <a:rPr lang="ko-KR" sz="1334">
                  <a:solidFill>
                    <a:schemeClr val="lt1"/>
                  </a:solidFill>
                  <a:latin typeface="Malgun Gothic"/>
                  <a:ea typeface="Malgun Gothic"/>
                  <a:cs typeface="Malgun Gothic"/>
                  <a:sym typeface="Malgun Gothic"/>
                </a:rPr>
                <a:t>취소</a:t>
              </a:r>
              <a:endParaRPr sz="1334">
                <a:solidFill>
                  <a:schemeClr val="lt1"/>
                </a:solidFill>
                <a:latin typeface="Malgun Gothic"/>
                <a:ea typeface="Malgun Gothic"/>
                <a:cs typeface="Malgun Gothic"/>
                <a:sym typeface="Malgun Gothic"/>
              </a:endParaRPr>
            </a:p>
          </p:txBody>
        </p:sp>
      </p:grpSp>
      <p:sp>
        <p:nvSpPr>
          <p:cNvPr id="1888" name="Google Shape;1888;p70"/>
          <p:cNvSpPr/>
          <p:nvPr/>
        </p:nvSpPr>
        <p:spPr>
          <a:xfrm>
            <a:off x="5706375" y="5620158"/>
            <a:ext cx="2493900" cy="348000"/>
          </a:xfrm>
          <a:prstGeom prst="rect">
            <a:avLst/>
          </a:prstGeom>
          <a:solidFill>
            <a:schemeClr val="lt1"/>
          </a:solidFill>
          <a:ln cap="flat" cmpd="sng" w="11250">
            <a:solidFill>
              <a:schemeClr val="dk2"/>
            </a:solidFill>
            <a:prstDash val="solid"/>
            <a:round/>
            <a:headEnd len="sm" w="sm" type="none"/>
            <a:tailEnd len="sm" w="sm" type="none"/>
          </a:ln>
        </p:spPr>
        <p:txBody>
          <a:bodyPr anchorCtr="0" anchor="ctr" bIns="108050" lIns="108050" spcFirstLastPara="1" rIns="108050" wrap="square" tIns="108050">
            <a:noAutofit/>
          </a:bodyPr>
          <a:lstStyle/>
          <a:p>
            <a:pPr indent="0" lvl="0" marL="0" rtl="0" algn="l">
              <a:spcBef>
                <a:spcPts val="0"/>
              </a:spcBef>
              <a:spcAft>
                <a:spcPts val="0"/>
              </a:spcAft>
              <a:buNone/>
            </a:pPr>
            <a:r>
              <a:rPr lang="ko-KR" sz="1254">
                <a:solidFill>
                  <a:schemeClr val="dk1"/>
                </a:solidFill>
              </a:rPr>
              <a:t>필수가 아닙니다.</a:t>
            </a:r>
            <a:endParaRPr sz="2199">
              <a:latin typeface="Malgun Gothic"/>
              <a:ea typeface="Malgun Gothic"/>
              <a:cs typeface="Malgun Gothic"/>
              <a:sym typeface="Malgun Gothic"/>
            </a:endParaRPr>
          </a:p>
        </p:txBody>
      </p:sp>
      <p:sp>
        <p:nvSpPr>
          <p:cNvPr id="1889" name="Google Shape;1889;p70"/>
          <p:cNvSpPr txBox="1"/>
          <p:nvPr/>
        </p:nvSpPr>
        <p:spPr>
          <a:xfrm>
            <a:off x="4760769" y="5596034"/>
            <a:ext cx="945600" cy="348000"/>
          </a:xfrm>
          <a:prstGeom prst="rect">
            <a:avLst/>
          </a:prstGeom>
          <a:noFill/>
          <a:ln>
            <a:noFill/>
          </a:ln>
        </p:spPr>
        <p:txBody>
          <a:bodyPr anchorCtr="0" anchor="t" bIns="108050" lIns="108050" spcFirstLastPara="1" rIns="108050" wrap="square" tIns="108050">
            <a:noAutofit/>
          </a:bodyPr>
          <a:lstStyle/>
          <a:p>
            <a:pPr indent="0" lvl="0" marL="0" rtl="0" algn="ctr">
              <a:spcBef>
                <a:spcPts val="0"/>
              </a:spcBef>
              <a:spcAft>
                <a:spcPts val="0"/>
              </a:spcAft>
              <a:buNone/>
            </a:pPr>
            <a:r>
              <a:rPr b="1" lang="ko-KR" sz="1154">
                <a:solidFill>
                  <a:schemeClr val="dk1"/>
                </a:solidFill>
                <a:latin typeface="Malgun Gothic"/>
                <a:ea typeface="Malgun Gothic"/>
                <a:cs typeface="Malgun Gothic"/>
                <a:sym typeface="Malgun Gothic"/>
              </a:rPr>
              <a:t>비고</a:t>
            </a:r>
            <a:endParaRPr b="1" sz="1154">
              <a:solidFill>
                <a:schemeClr val="dk1"/>
              </a:solidFill>
              <a:latin typeface="Malgun Gothic"/>
              <a:ea typeface="Malgun Gothic"/>
              <a:cs typeface="Malgun Gothic"/>
              <a:sym typeface="Malgun Gothic"/>
            </a:endParaRPr>
          </a:p>
        </p:txBody>
      </p:sp>
      <p:sp>
        <p:nvSpPr>
          <p:cNvPr id="1890" name="Google Shape;1890;p70"/>
          <p:cNvSpPr/>
          <p:nvPr/>
        </p:nvSpPr>
        <p:spPr>
          <a:xfrm>
            <a:off x="4585000" y="4639802"/>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4</a:t>
            </a:r>
            <a:endParaRPr>
              <a:solidFill>
                <a:srgbClr val="FFFFFF"/>
              </a:solidFill>
              <a:latin typeface="Malgun Gothic"/>
              <a:ea typeface="Malgun Gothic"/>
              <a:cs typeface="Malgun Gothic"/>
              <a:sym typeface="Malgun Gothic"/>
            </a:endParaRPr>
          </a:p>
        </p:txBody>
      </p:sp>
      <p:sp>
        <p:nvSpPr>
          <p:cNvPr id="1891" name="Google Shape;1891;p70"/>
          <p:cNvSpPr/>
          <p:nvPr/>
        </p:nvSpPr>
        <p:spPr>
          <a:xfrm>
            <a:off x="4520600" y="1017777"/>
            <a:ext cx="251700" cy="31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ko-KR">
                <a:solidFill>
                  <a:srgbClr val="FFFFFF"/>
                </a:solidFill>
                <a:latin typeface="Malgun Gothic"/>
                <a:ea typeface="Malgun Gothic"/>
                <a:cs typeface="Malgun Gothic"/>
                <a:sym typeface="Malgun Gothic"/>
              </a:rPr>
              <a:t>5</a:t>
            </a:r>
            <a:endParaRPr>
              <a:solidFill>
                <a:srgbClr val="FFFFFF"/>
              </a:solidFill>
              <a:latin typeface="Malgun Gothic"/>
              <a:ea typeface="Malgun Gothic"/>
              <a:cs typeface="Malgun Gothic"/>
              <a:sym typeface="Malgun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